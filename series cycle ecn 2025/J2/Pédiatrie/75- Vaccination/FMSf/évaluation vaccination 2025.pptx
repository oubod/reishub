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7" roundtripDataSignature="AMtx7mj1BLTlUQlrp5mRPBBVXD9PGEep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7" Type="http://customschemas.google.com/relationships/presentationmetadata" Target="meta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6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6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4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6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26" name="Google Shape;26;p6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6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showMasterSp="0" type="secHead">
  <p:cSld name="SECTION_HEADER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41" name="Google Shape;41;p6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7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6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6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6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6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7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7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2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72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72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7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7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4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4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7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6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6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6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6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6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17" name="Google Shape;17;p6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00051" y="0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fr-FR" sz="4000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fr-FR" sz="3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COURS DE RESIDANAT</a:t>
            </a:r>
            <a:br>
              <a:rPr b="1" lang="fr-FR" sz="3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fr-FR" sz="3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  Question n°75: La vaccination</a:t>
            </a:r>
            <a:br>
              <a:rPr b="1" lang="fr-FR" sz="3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fr-FR" sz="3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Evaluation </a:t>
            </a:r>
            <a:endParaRPr b="1" sz="3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00051" y="4455620"/>
            <a:ext cx="10058400" cy="488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fr-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 AG INES MAALOUL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062451" y="5491591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1800" u="none" cap="none" strike="noStrike">
                <a:solidFill>
                  <a:srgbClr val="696464"/>
                </a:solidFill>
                <a:latin typeface="Arial"/>
                <a:ea typeface="Arial"/>
                <a:cs typeface="Arial"/>
                <a:sym typeface="Arial"/>
              </a:rPr>
              <a:t>Cycle de préparation concours de Résidanat  Aout 2025</a:t>
            </a:r>
            <a:endParaRPr b="1" i="1" sz="1800" u="none" cap="none" strike="noStrike">
              <a:solidFill>
                <a:srgbClr val="6964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SUS\Pictures\logo (1).png"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877" y="482321"/>
            <a:ext cx="2531765" cy="714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businessnews.com.tn/images/album/BN5846hopital-sfax0412.jpg" id="109" name="Google Shape;10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9896" y="339066"/>
            <a:ext cx="2053108" cy="129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Objectif 1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355600" y="1845734"/>
            <a:ext cx="108000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/>
              <a:t>- </a:t>
            </a:r>
            <a:r>
              <a:rPr lang="fr-FR" sz="2800">
                <a:latin typeface="Arial"/>
                <a:ea typeface="Arial"/>
                <a:cs typeface="Arial"/>
                <a:sym typeface="Arial"/>
              </a:rPr>
              <a:t>Décrire les bases immunologiques de la réponse post vaccinale induite.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966651" y="199517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QCM 1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vaccination: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 est un exemple de prévention secondaire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B- est un procédé d’immunisation active naturelle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C- est un procédé d’immunisation passive artificielle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D- cible des infections spécifiques graves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E- génère une immunité adaptative protectrice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      D-E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2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la vaccination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Elle constitue un moyen d’immunisation active artificielle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Réduit la mortalité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Réduit la morbidité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Ciblent uniquement les enfants et la femme enceinte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Induit une réponse immunitaire humorale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A-B-C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QCM3</a:t>
            </a:r>
            <a:endParaRPr/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réponse immunitaire adaptative: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 est déclenchée par des acteurs de la réponse innée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B- est une réponse à médiation cellulaire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C- confère une réponse non spécifique d’antigène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D- représente la première ligne de défense de l’organisme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E- se caractérise par la capacité de mémoire antigénique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              A-D-E	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L’acteur cellulaire de la réponse adaptative est: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 Le basophile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B- L’éosinophile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C- Le lymphocyte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D- le monocyte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E- Le polynucléaire neutrophile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             </a:t>
            </a:r>
            <a:r>
              <a:rPr b="1" lang="fr-FR" sz="2400">
                <a:latin typeface="Arial"/>
                <a:ea typeface="Arial"/>
                <a:cs typeface="Arial"/>
                <a:sym typeface="Arial"/>
              </a:rPr>
              <a:t>C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5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réponse immunitaire secondaire se caractérise par :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 la courte période de latence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B- la faible affinité des anticorps spécifiques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C- l’efficacité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D- le caractère  non durable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E- un taux élevé d’anticorps spécifiques de l’antigène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A-C-E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6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1097280" y="1889277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Le constituant antigénique d’un vaccin peut être :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 un  virus complet vivant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B- un virus entier inactivé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C- une bactérie entière atténuée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D- une protéine de surface membranaire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E- Une toxine purifiée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="1" lang="fr-FR" sz="2400">
                <a:latin typeface="Arial"/>
                <a:ea typeface="Arial"/>
                <a:cs typeface="Arial"/>
                <a:sym typeface="Arial"/>
              </a:rPr>
              <a:t>                                            B-C-D-E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7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la pratique vaccinale chez l’enfant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Un retard implique de recommencer la série vaccinale dès le début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On ne peut administrer que 5 vaccins le même jour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Un intervalle de 1 mois doit être respecté entre 2 doses itératives d’un même vaccin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Un délai de 2 mois est recommandé entre 2 vaccins vivants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Une dose de rappel, doit être administrée au moins 6 mois après la première dose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C-E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QCM8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La vaccination aboutit à la production: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IL2 qui aboutit à la mémoire immunitaire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macrophages mémoires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Lymphocytes mémoires après le contact avec l’antigène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Plasmocytes après au moins deux contacts avec l’antigène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De macrophages pouvant se différencier en PNN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  C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QCM9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La réponse vaccinale contre les virus peut 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Etre différente de celle de l’infection naturelle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Activer les lymphocytes T cytotoxiques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Induire des anticorps neutralisants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Etre renforcée par des polysaccharides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Implique l’immunité cellulaire et humorale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                                         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                                                 </a:t>
            </a:r>
            <a:r>
              <a:rPr b="1" lang="fr-FR">
                <a:latin typeface="Arial"/>
                <a:ea typeface="Arial"/>
                <a:cs typeface="Arial"/>
                <a:sym typeface="Arial"/>
              </a:rPr>
              <a:t>A-B-C-E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la réponse immunitaire à l’introduction d’un vaccin: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Les Ig M sont les premiers à être produits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La production d’anticorps passe toujours par les lymphocytes T activés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Les épitopes sont les  cellules immunitaires favorisant l’activation des lymphocytes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La production d’IgG passe par une réaction thymo-indépendante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La commutation isotopique passe par une réaction thymo-dépendante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A-E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cellules présentatrices d’antigènes incluent: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Les cellules dendritiques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Les lymphocytes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Les lymphocytes 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Les macrophages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Les plasmocytes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A-B-D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QCM12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organes lymphoïdes secondaires incluent: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La moelle osseuse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La rate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Le thymus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Les ganglions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MALT ( Mucosa Associated Lymphoid Tissue)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B-D-E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L’immunogénicité d’un vaccin dépend des facteurs suivants: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La masse moléculaire de l’antigène vaccinal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La morphologie de l’antigène vaccinal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La nature chimique de l’antigène vaccinal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La présence ou non d’adjuvants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L'âge de l’enfant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A-B-C-D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14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avantages des adjuvants vaccinaux sont: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L’afflux important des cellules dendritiques au site d’injection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L’expression des molécules de costimulation des CPA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La libération progressive de l’antigène au niveau du site d’injection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La meilleure diffusion de l’antigène dans l’organisme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La stimulation ponctuelle du système immunitaire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 A-B-C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Objectif N°2</a:t>
            </a:r>
            <a:endParaRPr/>
          </a:p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Décrire les différents types de vaccins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le vaccin de l’hépatite A: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Il s’agit d’un vaccin vivant atténué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Il s’agit d’un vaccin inactivé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schéma vaccinal comporte 2 doses à l'âge de 1 an et à l'âge de 6 ans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La deuxième dose du vaccin doit être administrée avant l’âge de 6 ans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Est recommandé pour les enfants atteints d’une hépatopathie chronique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B-C-E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2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le vaccin contre la rougeole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 est un vaccin vivant atténué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est un vaccin inactivé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schéma vaccinal dans le calendrier national comporte 3 doses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est contre-indiquée chez les enfants traités par les immunosuppresseurs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est contre-indiqué chez les enfants ayant une allergie vraie à l’œuf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A-D-E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3</a:t>
            </a:r>
            <a:endParaRPr/>
          </a:p>
        </p:txBody>
      </p:sp>
      <p:sp>
        <p:nvSpPr>
          <p:cNvPr id="224" name="Google Shape;224;p2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le vaccin BCG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schéma vaccinal comporte une seule dose à la naissance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s’administre par voie sous cutanée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est stable en température ambiante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il s’agit d’un vaccin constitué par une souche vivante atténuée de Mycobactérium Bovis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il s’agit d’un vaccin inactivé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A-D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4</a:t>
            </a:r>
            <a:endParaRPr/>
          </a:p>
        </p:txBody>
      </p:sp>
      <p:sp>
        <p:nvSpPr>
          <p:cNvPr id="230" name="Google Shape;230;p2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inactivés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sont  contre-indiqués chez les enfants traités par immunosuppresseur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entrainent une immunité durable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nécessitent une seule dose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induisent une réponse immunitaire surtout de type humorale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nécessitent plusieurs rappels vaccinaux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5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vivants atténués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sont contre-indiqués chez les enfants ayant un syndrome néphrotique sous fortes doses de corticoïdes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ont une forte immunogénicité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induisent une immunité durable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induisent une réponse immunitaire humorale isolée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nécessitent plusieurs rappels vaccinaux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A-B-C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6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suivants sont des vaccins vivants atténués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vaccin BCG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Le vaccin antitétanique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vaccin de la rougeole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Le vaccin anti-coquelucheux à germes entiers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de la varicelle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A-C-E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7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sous unitaires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sont des vaccins inactivés à germes entier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comportent un adjuvant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nécessitent plusieurs rappels vaccinaux pour induire une réponse immunitaire primaire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ont une immunogénicité plus forte que celle des vaccins vivants atténués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induisent une réponse primaire après une seule injection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B-C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8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suivants sont des vaccins inactivés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vaccin BCG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Le vaccin antitétanique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vaccin antigrippal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Le vaccin anti-coquelucheux à germe entier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contre l’hépatite A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C-D-E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9</a:t>
            </a:r>
            <a:endParaRPr/>
          </a:p>
        </p:txBody>
      </p:sp>
      <p:sp>
        <p:nvSpPr>
          <p:cNvPr id="260" name="Google Shape;260;p26"/>
          <p:cNvSpPr txBox="1"/>
          <p:nvPr>
            <p:ph idx="1" type="body"/>
          </p:nvPr>
        </p:nvSpPr>
        <p:spPr>
          <a:xfrm>
            <a:off x="1097280" y="18584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suivants sont de nature polysaccharique conjugué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vaccin anti-pneumococcique 13 valent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Le vaccin anti-tétanique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vaccin anti-méningocoque quadrivalent (ACWY)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Le vaccin de la coqueluche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contre l’Haemophilus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A-C-E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Sont des vaccins sous unitaires: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Le vaccin anti-coquelucheux acellulaire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Le vaccin anti poliomyélite oral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Le vaccin anti hépatite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Le vaccin  antipneumococcique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Le vaccin de la fièvre jaune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A-C-D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le vaccin  contre la rougeole: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Est un vaccin vivant atténué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peut être associé à la vaccination contre les oreillons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Peut être administré en 3 doses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Doit être administré avant l'âge de 1 an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Il induit une réponse immunitaire uniquement de type  cellulaire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A-B-C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fr-FR"/>
              <a:t>QCM12</a:t>
            </a:r>
            <a:endParaRPr/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 vaccin anti-coquelucheux acellulaire: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Est un vaccin conjugué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Il assure une protection égale ou supérieure à celle du vaccin contre la coqueluche cellulaire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Il n’est commercialisé que sous une forme combinée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Induit moins d’effets indésirables que le vaccin cellulaire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Il peut être administré en même temps que d’autres vaccins vivants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  D-E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fr-FR"/>
              <a:t>QCM13</a:t>
            </a:r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 vaccin pneumococcique polysaccharidique simple chez l’enfant 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Couvre 13 sérotypes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Couvre 23 sérotypes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Est administré de façon combinée à d’autres vaccins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Est efficace quelque soit l'âge de l’enfant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L’efficacité vaccinale est d’environ 5 ans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       B-E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Objectif n°3</a:t>
            </a:r>
            <a:endParaRPr/>
          </a:p>
        </p:txBody>
      </p:sp>
      <p:sp>
        <p:nvSpPr>
          <p:cNvPr id="290" name="Google Shape;290;p3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Décrire la qualité requise d’un bon vaccin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critères d’un bon vaccin sont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L’innocuité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L’administration par voie sous -cutanée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L’antigénicité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L’immunogénicité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L’efficacité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A-C-D-E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2</a:t>
            </a:r>
            <a:br>
              <a:rPr lang="fr-FR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l’efficacité vaccinale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vaccin contre la rougeole/rubéole confère une protection à vie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Repose sur le dosage des anticorps vaccinaux lorsqu'il existe une corrélation entre le taux sérique d'anticorps et la protection individuelle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Est mesurée à partir du nombre de sujets vaccinés protégés (non infectés) après exposition à l'agent infectieux et par comparaison avec une population non vaccinée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Est durable pour les vaccins vivants atténués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Est durable pour les vaccins tués inactivés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                                          </a:t>
            </a:r>
            <a:r>
              <a:rPr b="1" lang="fr-FR">
                <a:latin typeface="Arial"/>
                <a:ea typeface="Arial"/>
                <a:cs typeface="Arial"/>
                <a:sym typeface="Arial"/>
              </a:rPr>
              <a:t>A-</a:t>
            </a:r>
            <a:r>
              <a:rPr lang="fr-FR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>
                <a:latin typeface="Arial"/>
                <a:ea typeface="Arial"/>
                <a:cs typeface="Arial"/>
                <a:sym typeface="Arial"/>
              </a:rPr>
              <a:t>B-C-D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3</a:t>
            </a:r>
            <a:endParaRPr/>
          </a:p>
        </p:txBody>
      </p:sp>
      <p:sp>
        <p:nvSpPr>
          <p:cNvPr id="308" name="Google Shape;308;p3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nature et l’intensité de la réponse immunitaire d’un vaccin: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 Dépendent de la nature de l’antigène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B- sont favorisées par l’hydroxyde d’Aluminium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C- sont favorisées par la voie intra-dermique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D- dépendent de la quantité d’antigénes dans le vaccin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E- sont plus importantes si l’intervalle entre deux doses est court </a:t>
            </a:r>
            <a:endParaRPr/>
          </a:p>
          <a:p>
            <a:pPr indent="-1524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="1" lang="fr-FR" sz="2400">
                <a:latin typeface="Arial"/>
                <a:ea typeface="Arial"/>
                <a:cs typeface="Arial"/>
                <a:sym typeface="Arial"/>
              </a:rPr>
              <a:t>A-B-C-D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Objectif 4</a:t>
            </a:r>
            <a:endParaRPr/>
          </a:p>
        </p:txBody>
      </p:sp>
      <p:sp>
        <p:nvSpPr>
          <p:cNvPr id="314" name="Google Shape;314;p3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Citer les effets indésirables des vaccins obligatoires en Tunisie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1</a:t>
            </a:r>
            <a:endParaRPr/>
          </a:p>
        </p:txBody>
      </p:sp>
      <p:sp>
        <p:nvSpPr>
          <p:cNvPr id="320" name="Google Shape;320;p3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Une MAPI :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A- Est considérée comme très rare si son taux est inférieur à 1/10000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B- A type d’urticaire , peut ne pas être déclarée en Tunisie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C- Est inévitable si elle est liée au vaccin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D- Peut être une anomalie biologique induite par le vaccin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E- Peut être liée au mode d’administration du vaccin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="1" lang="fr-FR" sz="2400">
                <a:latin typeface="Arial"/>
                <a:ea typeface="Arial"/>
                <a:cs typeface="Arial"/>
                <a:sym typeface="Arial"/>
              </a:rPr>
              <a:t>                                          A-C-D-E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2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Parmi les manifestations indésirables du vaccin (Rougeole-Rubéole)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Une fièvre qui apparait le jour même de la vaccination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Une éruption cutanée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Une encéphalite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Des convulsions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Une thrombopénie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B-C-D-E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La (les) principale(s) manifestation (s) post-vaccinale(s) indésirable(s) du vaccin anti-coqueluche à germe entier est(sont)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Une fièvre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Une réaction nodulaire au point d’injection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Un état de choc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Une détresse respiratoire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Des convulsions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A-B-C-E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principales manifestations indésirables du vaccin BCG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Une adénite suppurée axillaire gauche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Un rash cutané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Une fièvre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Une bécégite disséminée chez les enfants ayant un déficit immunitaire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Un abcès au point d’injection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A-D-E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5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Le(s) principale(s) manifestation (s ) post-vaccinale indésirable(s) du vaccin combiné pentavalent (DTC- Hep B-HI):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Un abcès au point d’injection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Un état de choc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Les convulsions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Une réaction inflammatoire locale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Une détresse respiratoire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A-B-C-D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QCM6</a:t>
            </a:r>
            <a:endParaRPr/>
          </a:p>
        </p:txBody>
      </p:sp>
      <p:sp>
        <p:nvSpPr>
          <p:cNvPr id="350" name="Google Shape;350;p4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MAPI doivent être déclarées si: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Il y’a une relation de cause à effet avec le vaccin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Elles surviennent au bout de 2 semaines après la vaccination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Il n’y a aucune cause qui explique leur survenue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Elles constituent le motif principal de consultation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Elles sont prolongées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C-D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7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Parmi les manifestations post vaccinales indésirables qui doivent être déclarées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Un abcès au point d’injection dans les 5 jours qui suivent le vaccin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Un état de choc anaphylactique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Les convulsions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Un syndrome de Guillain Barré apparu 4 mois après la vaccination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Une thrombopénie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/>
              <a:t> </a:t>
            </a:r>
            <a:r>
              <a:rPr b="1" lang="fr-FR">
                <a:latin typeface="Arial"/>
                <a:ea typeface="Arial"/>
                <a:cs typeface="Arial"/>
                <a:sym typeface="Arial"/>
              </a:rPr>
              <a:t>A-B-C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3"/>
          <p:cNvSpPr txBox="1"/>
          <p:nvPr>
            <p:ph type="title"/>
          </p:nvPr>
        </p:nvSpPr>
        <p:spPr>
          <a:xfrm>
            <a:off x="1097280" y="286604"/>
            <a:ext cx="10058400" cy="1261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8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L’adénite compliquant le BCG doit être déclarée: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Elle est multiple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Elle est fistulaire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Volumineuse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Apparait après 1 mois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Mobile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A-B-C-D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9</a:t>
            </a:r>
            <a:endParaRPr/>
          </a:p>
        </p:txBody>
      </p:sp>
      <p:sp>
        <p:nvSpPr>
          <p:cNvPr id="368" name="Google Shape;368;p4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manifestations neurologiques sont considérées comme MAPI si elles surviennent: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A- 7 à 12 jours pour la vaccination contre la rougeole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B- 24 à 48 heures pour la vaccination DTC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C- 2 à 28 jours pour la vaccination anti tétanique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D- 8 semaines pour l’hépatite 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E- 1 mois pour le BCG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A-B-C-D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Objectif 5</a:t>
            </a:r>
            <a:endParaRPr/>
          </a:p>
        </p:txBody>
      </p:sp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Enumérer les contre-indications des vaccins obligatoires en Tunisie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vivants atténués sont contre-indiqués chez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Les enfants ayant un déficit immunitaire primitif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L’enfant traité par corticothérapie à fortes doses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La femme enceinte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L’enfant drépanocytaire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Les nouveau-nés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A-B-C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2</a:t>
            </a:r>
            <a:endParaRPr/>
          </a:p>
        </p:txBody>
      </p:sp>
      <p:sp>
        <p:nvSpPr>
          <p:cNvPr id="386" name="Google Shape;386;p4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 vaccin contre la grippe est contre-indiqué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en cas de  réaction anaphylactique antérieure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chez les enfants ayant un déficit immunitaire primitif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les personnes allergiques à l’œuf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chez les enfants atteints d’une cardiopathie congénitale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chez la femme enceinte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 C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QCM3</a:t>
            </a:r>
            <a:endParaRPr/>
          </a:p>
        </p:txBody>
      </p:sp>
      <p:sp>
        <p:nvSpPr>
          <p:cNvPr id="392" name="Google Shape;392;p4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contre-indiqués chez la femme enceinte sont: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Le vaccin anti -coquelucheux acellulaire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Le vaccin anti-pneumococcique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Le vaccin anti-rougeole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Le vaccin anti-tétanique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Le vaccin anti-varicelle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C-E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QCM4</a:t>
            </a:r>
            <a:endParaRPr/>
          </a:p>
        </p:txBody>
      </p:sp>
      <p:sp>
        <p:nvSpPr>
          <p:cNvPr id="398" name="Google Shape;398;p4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contre-indiqués chez un enfant ayant le SIDA sont: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Le vaccin anticoquelucheux acellulaire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le vaccin anti-hemophilus influenzae type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la vaccin anti-hépatite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Le vaccin anti-poliomyélitique oral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Le vaccin BCG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D-E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Objectif 6</a:t>
            </a:r>
            <a:endParaRPr/>
          </a:p>
        </p:txBody>
      </p:sp>
      <p:sp>
        <p:nvSpPr>
          <p:cNvPr id="404" name="Google Shape;404;p5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Décrire le calendrier vaccinal tunisien en vigueur.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Un nourrisson tunisien âgé de 5 mois correctement vacciné, a déjà reçu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Deux doses de vaccin 10 valent anti-pneumococcique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Une seule dose du vaccin contre l’hépatite 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vaccin BCG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Deux doses du vaccin pentavalent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contre la rougeole et la rubéole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A-C-D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2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obligatoires chez l’enfant en âge scolaire sont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vaccin de l’hépatite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Le vaccin de l’hépatite A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vaccin polio oral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Le vaccin de la diphtérie et du tétanos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de la coqueluche à cellules entières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B-C-D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Concernant le programme vaccinal tunisien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vaccin contre le pneumocoque a été introduit en 2012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Comporte la vaccination antipneumococcique selon un schéma à 4 doses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Permet une couverture vaccinale contre 12 maladies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Comporte le vaccin anti-Hemophilus Influenzae introduit en 2011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de l’hépatite A a été introduit en 2020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C-D-E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fr-FR"/>
              <a:t>QCM4</a:t>
            </a:r>
            <a:endParaRPr b="1"/>
          </a:p>
        </p:txBody>
      </p:sp>
      <p:sp>
        <p:nvSpPr>
          <p:cNvPr id="428" name="Google Shape;428;p5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 calendrier vaccinal tunisien inclut: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le vaccin contre l’hépatite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le vaccin anti-méningococcique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 le vaccin anti-pneumocoque  avec schéma à 4 doses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le vaccin contre l’hépatite A à l'âge de 12 mois et 6 ans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la vaccin contre la varicelle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A-D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Cas clinique QCM </a:t>
            </a:r>
            <a:endParaRPr/>
          </a:p>
        </p:txBody>
      </p:sp>
      <p:sp>
        <p:nvSpPr>
          <p:cNvPr id="434" name="Google Shape;434;p5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1079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Un nourrisson Tunisien âgé de 13 mois a été amené à votre consultation. Il a été correctement vacciné jusqu’à l’âge de 6 mois, Puis la mère a arrêté les vaccinations. La mère vous a sollicité concernant la reprise de la vaccination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qui ont été déjà reçu chez ce nourrisson sont :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Deux doses vaccinales du vaccin antipneumococcique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Le vaccin BCG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Deux prises du vaccin pentavalent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Une seule dose vaccinale du vaccin antipneumococcique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Trois vaccins anti poliomyélite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       A-B-E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Cas clinique QCM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Vous recommandez de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Administrer le vaccin anti-pneumococcique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Administrer le vaccin contre la rubéole et la rougeole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Faire un rappel pour le vaccin pentavalent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Effectuer la vaccination contre l’hépatite A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Vacciner contre la poliomyélite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Objectif 8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7"/>
          <p:cNvSpPr txBox="1"/>
          <p:nvPr>
            <p:ph idx="1" type="body"/>
          </p:nvPr>
        </p:nvSpPr>
        <p:spPr>
          <a:xfrm>
            <a:off x="1097280" y="1845734"/>
            <a:ext cx="10875264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Indiquer les vaccins recommandés en fonction de circonstances particulières, et en cas de voyage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Pour un prématuré de 34 SA ayant un poids à la naissance de 1800gr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La vaccination ne sera débutée qu’à partir d’un poids de 2 kg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La vaccination est contre-indiquée en cas de détresse respiratoire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vaccin de l’hépatite B est donné à la naissance quel que soit le terme ou le poids de naissance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La vaccination débute à un âge chronologique de 4 semaines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BCG est formellement contre-indiqué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                                                            B-C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9"/>
          <p:cNvSpPr txBox="1"/>
          <p:nvPr>
            <p:ph type="title"/>
          </p:nvPr>
        </p:nvSpPr>
        <p:spPr>
          <a:xfrm>
            <a:off x="1051560" y="1850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2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Les vaccins suivants sont obligatoires pour les personnes qui vont au pèlerinage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La diphtérie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Le tétanos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Vaccin contre l’hépatite 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Le vaccin contre le méningocoque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contre le pneumocoque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/>
              <a:t>                                                              </a:t>
            </a:r>
            <a:r>
              <a:rPr b="1" lang="fr-FR"/>
              <a:t>A-B-D</a:t>
            </a:r>
            <a:endParaRPr b="1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3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Avant un voyage, il faut prévoir les vaccins suivants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Le vaccin antimaril si la destination est l’Afrique centrale et de l’ouest et l’Amérique du sud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Le vaccin anti-diphtérique et anti-méningococcique pour la destination d’ « El Hajj »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Le vaccin contre l’hépatite B est obligatoire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Le vaccin anti-polio si la destination est l’Afrique ou le moyen orient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contre la grippe est recommandé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A-B-D-E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6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Chez la femme enceinte 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A) La vaccination contre la rubéole est recommandée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B) Le vaccin anti-tétanique est recommandé si elle est non vaccinée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C) La vaccination contre la rougeole est contre-indiquée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D) Le vaccin de la polio oral est recommandé en cas de voyage aux pays endémiques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E) Le vaccin contre le méningocoque polyosidique quadrivalent est obligatoire avant son voyage pour « Omra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fr-FR"/>
              <a:t> </a:t>
            </a:r>
            <a:r>
              <a:rPr b="1" lang="fr-FR"/>
              <a:t>B-C-E</a:t>
            </a:r>
            <a:endParaRPr b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Cas clinique QCM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-98425" lvl="0" marL="9144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Vous êtes le médecin de garde dans une maternité, la sagefemme vous a sollicité concernant la vaccination à la naissance d’ un nouveau-né ayant comme antécédent un frère décédé à l’âge de 2 mois suite à un déficit immunitaire non étiqueté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QCM :  Votre conduite à tenir sera: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A- Proscrire les vaccins BCG et hépatite B à la naissance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B- Proscrire uniquement le vaccin BCG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C- Faire la vaccination à la naissance normalement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D- Proscrire toutes les vaccinations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E- Retarder la vaccination par le BCG à la naissance après le résultat du bilan immunitaire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98425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fr-FR">
                <a:latin typeface="Arial"/>
                <a:ea typeface="Arial"/>
                <a:cs typeface="Arial"/>
                <a:sym typeface="Arial"/>
              </a:rPr>
              <a:t>B-E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étrospective">
  <a:themeElements>
    <a:clrScheme name="Rétrospective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2023-07-13T20:33:46Z</dcterms:created>
  <dc:creator>user</dc:creator>
</cp:coreProperties>
</file>