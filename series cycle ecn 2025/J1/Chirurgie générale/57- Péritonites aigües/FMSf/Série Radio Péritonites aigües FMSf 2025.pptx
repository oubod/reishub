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8" r:id="rId2"/>
    <p:sldId id="257" r:id="rId3"/>
    <p:sldId id="259" r:id="rId4"/>
    <p:sldId id="310" r:id="rId5"/>
    <p:sldId id="260" r:id="rId6"/>
    <p:sldId id="311" r:id="rId7"/>
    <p:sldId id="313" r:id="rId8"/>
    <p:sldId id="262" r:id="rId9"/>
    <p:sldId id="314" r:id="rId10"/>
    <p:sldId id="263" r:id="rId11"/>
    <p:sldId id="315" r:id="rId12"/>
    <p:sldId id="265" r:id="rId13"/>
    <p:sldId id="316" r:id="rId14"/>
    <p:sldId id="268" r:id="rId15"/>
    <p:sldId id="317" r:id="rId16"/>
    <p:sldId id="290" r:id="rId17"/>
    <p:sldId id="270" r:id="rId18"/>
    <p:sldId id="318" r:id="rId19"/>
    <p:sldId id="271" r:id="rId20"/>
    <p:sldId id="319" r:id="rId21"/>
    <p:sldId id="272" r:id="rId22"/>
    <p:sldId id="320" r:id="rId23"/>
    <p:sldId id="331" r:id="rId24"/>
    <p:sldId id="273" r:id="rId25"/>
    <p:sldId id="321" r:id="rId26"/>
    <p:sldId id="275" r:id="rId27"/>
    <p:sldId id="322" r:id="rId28"/>
    <p:sldId id="276" r:id="rId29"/>
    <p:sldId id="323" r:id="rId30"/>
    <p:sldId id="279" r:id="rId31"/>
    <p:sldId id="324" r:id="rId32"/>
    <p:sldId id="281" r:id="rId33"/>
    <p:sldId id="325" r:id="rId34"/>
    <p:sldId id="305" r:id="rId35"/>
    <p:sldId id="326" r:id="rId36"/>
    <p:sldId id="306" r:id="rId37"/>
    <p:sldId id="327" r:id="rId38"/>
    <p:sldId id="307" r:id="rId39"/>
    <p:sldId id="328" r:id="rId40"/>
    <p:sldId id="308" r:id="rId41"/>
    <p:sldId id="329" r:id="rId42"/>
    <p:sldId id="309" r:id="rId43"/>
    <p:sldId id="330" r:id="rId44"/>
    <p:sldId id="303" r:id="rId4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C99544-653F-405F-95B8-B62E81DB21AE}" v="85" dt="2025-10-13T10:18:00.7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02" y="1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ied.kammoun" userId="bf0d7764-83a7-4f46-aeea-edade3febd2d" providerId="ADAL" clId="{72E36F06-32C1-4FB1-8856-62AA5C4D770F}"/>
    <pc:docChg chg="undo custSel addSld delSld modSld sldOrd">
      <pc:chgData name="zied.kammoun" userId="bf0d7764-83a7-4f46-aeea-edade3febd2d" providerId="ADAL" clId="{72E36F06-32C1-4FB1-8856-62AA5C4D770F}" dt="2025-10-13T10:19:38.491" v="2320" actId="14100"/>
      <pc:docMkLst>
        <pc:docMk/>
      </pc:docMkLst>
      <pc:sldChg chg="del">
        <pc:chgData name="zied.kammoun" userId="bf0d7764-83a7-4f46-aeea-edade3febd2d" providerId="ADAL" clId="{72E36F06-32C1-4FB1-8856-62AA5C4D770F}" dt="2025-09-30T22:45:10.381" v="0" actId="47"/>
        <pc:sldMkLst>
          <pc:docMk/>
          <pc:sldMk cId="3310117618" sldId="256"/>
        </pc:sldMkLst>
      </pc:sldChg>
      <pc:sldChg chg="addSp delSp modSp mod">
        <pc:chgData name="zied.kammoun" userId="bf0d7764-83a7-4f46-aeea-edade3febd2d" providerId="ADAL" clId="{72E36F06-32C1-4FB1-8856-62AA5C4D770F}" dt="2025-10-03T23:24:12.499" v="1754" actId="1582"/>
        <pc:sldMkLst>
          <pc:docMk/>
          <pc:sldMk cId="1877302455" sldId="257"/>
        </pc:sldMkLst>
        <pc:spChg chg="mod">
          <ac:chgData name="zied.kammoun" userId="bf0d7764-83a7-4f46-aeea-edade3febd2d" providerId="ADAL" clId="{72E36F06-32C1-4FB1-8856-62AA5C4D770F}" dt="2025-10-01T00:36:43.435" v="1740" actId="2711"/>
          <ac:spMkLst>
            <pc:docMk/>
            <pc:sldMk cId="1877302455" sldId="257"/>
            <ac:spMk id="2" creationId="{3E8C6369-E9D3-E7DA-2CF7-D518238AC2AB}"/>
          </ac:spMkLst>
        </pc:spChg>
        <pc:spChg chg="add mod">
          <ac:chgData name="zied.kammoun" userId="bf0d7764-83a7-4f46-aeea-edade3febd2d" providerId="ADAL" clId="{72E36F06-32C1-4FB1-8856-62AA5C4D770F}" dt="2025-10-03T23:24:12.499" v="1754" actId="1582"/>
          <ac:spMkLst>
            <pc:docMk/>
            <pc:sldMk cId="1877302455" sldId="257"/>
            <ac:spMk id="7" creationId="{40F18F03-587E-F0D4-2787-0A64A5930C2B}"/>
          </ac:spMkLst>
        </pc:spChg>
      </pc:sldChg>
      <pc:sldChg chg="modSp mod">
        <pc:chgData name="zied.kammoun" userId="bf0d7764-83a7-4f46-aeea-edade3febd2d" providerId="ADAL" clId="{72E36F06-32C1-4FB1-8856-62AA5C4D770F}" dt="2025-10-01T00:09:49.540" v="1325" actId="1076"/>
        <pc:sldMkLst>
          <pc:docMk/>
          <pc:sldMk cId="920508864" sldId="258"/>
        </pc:sldMkLst>
        <pc:spChg chg="mod">
          <ac:chgData name="zied.kammoun" userId="bf0d7764-83a7-4f46-aeea-edade3febd2d" providerId="ADAL" clId="{72E36F06-32C1-4FB1-8856-62AA5C4D770F}" dt="2025-10-01T00:09:49.540" v="1325" actId="1076"/>
          <ac:spMkLst>
            <pc:docMk/>
            <pc:sldMk cId="920508864" sldId="258"/>
            <ac:spMk id="8" creationId="{702BF6AB-88C3-DC20-4A08-D7617F0963CB}"/>
          </ac:spMkLst>
        </pc:spChg>
      </pc:sldChg>
      <pc:sldChg chg="addSp delSp modSp new mod">
        <pc:chgData name="zied.kammoun" userId="bf0d7764-83a7-4f46-aeea-edade3febd2d" providerId="ADAL" clId="{72E36F06-32C1-4FB1-8856-62AA5C4D770F}" dt="2025-10-01T00:12:00.942" v="1350" actId="1440"/>
        <pc:sldMkLst>
          <pc:docMk/>
          <pc:sldMk cId="63158710" sldId="259"/>
        </pc:sldMkLst>
        <pc:spChg chg="mod">
          <ac:chgData name="zied.kammoun" userId="bf0d7764-83a7-4f46-aeea-edade3febd2d" providerId="ADAL" clId="{72E36F06-32C1-4FB1-8856-62AA5C4D770F}" dt="2025-10-01T00:11:37.869" v="1347"/>
          <ac:spMkLst>
            <pc:docMk/>
            <pc:sldMk cId="63158710" sldId="259"/>
            <ac:spMk id="3" creationId="{0D52B5F3-50F9-6362-7F47-AEC51E1E8FC7}"/>
          </ac:spMkLst>
        </pc:spChg>
        <pc:picChg chg="add mod">
          <ac:chgData name="zied.kammoun" userId="bf0d7764-83a7-4f46-aeea-edade3febd2d" providerId="ADAL" clId="{72E36F06-32C1-4FB1-8856-62AA5C4D770F}" dt="2025-10-01T00:12:00.942" v="1350" actId="1440"/>
          <ac:picMkLst>
            <pc:docMk/>
            <pc:sldMk cId="63158710" sldId="259"/>
            <ac:picMk id="4" creationId="{DF8215C2-C369-6FC8-5635-9751D2498841}"/>
          </ac:picMkLst>
        </pc:picChg>
      </pc:sldChg>
      <pc:sldChg chg="modSp add mod ord">
        <pc:chgData name="zied.kammoun" userId="bf0d7764-83a7-4f46-aeea-edade3febd2d" providerId="ADAL" clId="{72E36F06-32C1-4FB1-8856-62AA5C4D770F}" dt="2025-10-01T00:12:43.628" v="1358" actId="20577"/>
        <pc:sldMkLst>
          <pc:docMk/>
          <pc:sldMk cId="3802743959" sldId="260"/>
        </pc:sldMkLst>
        <pc:spChg chg="mod">
          <ac:chgData name="zied.kammoun" userId="bf0d7764-83a7-4f46-aeea-edade3febd2d" providerId="ADAL" clId="{72E36F06-32C1-4FB1-8856-62AA5C4D770F}" dt="2025-10-01T00:12:43.628" v="1358" actId="20577"/>
          <ac:spMkLst>
            <pc:docMk/>
            <pc:sldMk cId="3802743959" sldId="260"/>
            <ac:spMk id="3" creationId="{117F9F15-F817-FD15-A6C1-FC4892648D2B}"/>
          </ac:spMkLst>
        </pc:spChg>
      </pc:sldChg>
      <pc:sldChg chg="addSp delSp modSp new del mod ord">
        <pc:chgData name="zied.kammoun" userId="bf0d7764-83a7-4f46-aeea-edade3febd2d" providerId="ADAL" clId="{72E36F06-32C1-4FB1-8856-62AA5C4D770F}" dt="2025-10-01T00:12:59.634" v="1359" actId="47"/>
        <pc:sldMkLst>
          <pc:docMk/>
          <pc:sldMk cId="1792942109" sldId="261"/>
        </pc:sldMkLst>
      </pc:sldChg>
      <pc:sldChg chg="modSp add mod">
        <pc:chgData name="zied.kammoun" userId="bf0d7764-83a7-4f46-aeea-edade3febd2d" providerId="ADAL" clId="{72E36F06-32C1-4FB1-8856-62AA5C4D770F}" dt="2025-10-01T00:14:15.584" v="1414" actId="1038"/>
        <pc:sldMkLst>
          <pc:docMk/>
          <pc:sldMk cId="1106629892" sldId="262"/>
        </pc:sldMkLst>
        <pc:spChg chg="mod">
          <ac:chgData name="zied.kammoun" userId="bf0d7764-83a7-4f46-aeea-edade3febd2d" providerId="ADAL" clId="{72E36F06-32C1-4FB1-8856-62AA5C4D770F}" dt="2025-10-01T00:14:15.584" v="1414" actId="1038"/>
          <ac:spMkLst>
            <pc:docMk/>
            <pc:sldMk cId="1106629892" sldId="262"/>
            <ac:spMk id="3" creationId="{25010DFB-CC1C-9183-6CEC-FD7DB29D5BF5}"/>
          </ac:spMkLst>
        </pc:spChg>
      </pc:sldChg>
      <pc:sldChg chg="new del">
        <pc:chgData name="zied.kammoun" userId="bf0d7764-83a7-4f46-aeea-edade3febd2d" providerId="ADAL" clId="{72E36F06-32C1-4FB1-8856-62AA5C4D770F}" dt="2025-09-30T22:57:55.916" v="193" actId="47"/>
        <pc:sldMkLst>
          <pc:docMk/>
          <pc:sldMk cId="659004240" sldId="263"/>
        </pc:sldMkLst>
      </pc:sldChg>
      <pc:sldChg chg="modSp add mod">
        <pc:chgData name="zied.kammoun" userId="bf0d7764-83a7-4f46-aeea-edade3febd2d" providerId="ADAL" clId="{72E36F06-32C1-4FB1-8856-62AA5C4D770F}" dt="2025-10-13T09:44:30.876" v="1773" actId="20577"/>
        <pc:sldMkLst>
          <pc:docMk/>
          <pc:sldMk cId="2824375647" sldId="263"/>
        </pc:sldMkLst>
        <pc:spChg chg="mod">
          <ac:chgData name="zied.kammoun" userId="bf0d7764-83a7-4f46-aeea-edade3febd2d" providerId="ADAL" clId="{72E36F06-32C1-4FB1-8856-62AA5C4D770F}" dt="2025-10-13T09:44:30.876" v="1773" actId="20577"/>
          <ac:spMkLst>
            <pc:docMk/>
            <pc:sldMk cId="2824375647" sldId="263"/>
            <ac:spMk id="3" creationId="{CE75A4A4-774B-6C09-D3BC-A123C763EDE0}"/>
          </ac:spMkLst>
        </pc:spChg>
      </pc:sldChg>
      <pc:sldChg chg="modSp add del mod ord">
        <pc:chgData name="zied.kammoun" userId="bf0d7764-83a7-4f46-aeea-edade3febd2d" providerId="ADAL" clId="{72E36F06-32C1-4FB1-8856-62AA5C4D770F}" dt="2025-10-01T00:13:01.471" v="1360" actId="47"/>
        <pc:sldMkLst>
          <pc:docMk/>
          <pc:sldMk cId="3607179458" sldId="264"/>
        </pc:sldMkLst>
      </pc:sldChg>
      <pc:sldChg chg="modSp add mod">
        <pc:chgData name="zied.kammoun" userId="bf0d7764-83a7-4f46-aeea-edade3febd2d" providerId="ADAL" clId="{72E36F06-32C1-4FB1-8856-62AA5C4D770F}" dt="2025-10-13T09:44:52.037" v="1776" actId="20577"/>
        <pc:sldMkLst>
          <pc:docMk/>
          <pc:sldMk cId="1179806339" sldId="265"/>
        </pc:sldMkLst>
        <pc:spChg chg="mod">
          <ac:chgData name="zied.kammoun" userId="bf0d7764-83a7-4f46-aeea-edade3febd2d" providerId="ADAL" clId="{72E36F06-32C1-4FB1-8856-62AA5C4D770F}" dt="2025-10-13T09:44:52.037" v="1776" actId="20577"/>
          <ac:spMkLst>
            <pc:docMk/>
            <pc:sldMk cId="1179806339" sldId="265"/>
            <ac:spMk id="3" creationId="{CD1D5E15-CC84-2F9D-6DD8-BF3EC5E8CADF}"/>
          </ac:spMkLst>
        </pc:spChg>
      </pc:sldChg>
      <pc:sldChg chg="modSp add del mod">
        <pc:chgData name="zied.kammoun" userId="bf0d7764-83a7-4f46-aeea-edade3febd2d" providerId="ADAL" clId="{72E36F06-32C1-4FB1-8856-62AA5C4D770F}" dt="2025-10-01T00:13:03.886" v="1361" actId="47"/>
        <pc:sldMkLst>
          <pc:docMk/>
          <pc:sldMk cId="1648161091" sldId="266"/>
        </pc:sldMkLst>
      </pc:sldChg>
      <pc:sldChg chg="new del">
        <pc:chgData name="zied.kammoun" userId="bf0d7764-83a7-4f46-aeea-edade3febd2d" providerId="ADAL" clId="{72E36F06-32C1-4FB1-8856-62AA5C4D770F}" dt="2025-09-30T23:24:34.749" v="689" actId="47"/>
        <pc:sldMkLst>
          <pc:docMk/>
          <pc:sldMk cId="4185143226" sldId="267"/>
        </pc:sldMkLst>
      </pc:sldChg>
      <pc:sldChg chg="modSp add mod ord">
        <pc:chgData name="zied.kammoun" userId="bf0d7764-83a7-4f46-aeea-edade3febd2d" providerId="ADAL" clId="{72E36F06-32C1-4FB1-8856-62AA5C4D770F}" dt="2025-10-01T00:16:50.154" v="1481" actId="179"/>
        <pc:sldMkLst>
          <pc:docMk/>
          <pc:sldMk cId="889468942" sldId="268"/>
        </pc:sldMkLst>
        <pc:spChg chg="mod">
          <ac:chgData name="zied.kammoun" userId="bf0d7764-83a7-4f46-aeea-edade3febd2d" providerId="ADAL" clId="{72E36F06-32C1-4FB1-8856-62AA5C4D770F}" dt="2025-10-01T00:16:50.154" v="1481" actId="179"/>
          <ac:spMkLst>
            <pc:docMk/>
            <pc:sldMk cId="889468942" sldId="268"/>
            <ac:spMk id="3" creationId="{DD0D339D-C278-643A-2D98-003107ED1A98}"/>
          </ac:spMkLst>
        </pc:spChg>
      </pc:sldChg>
      <pc:sldChg chg="modSp add del mod ord">
        <pc:chgData name="zied.kammoun" userId="bf0d7764-83a7-4f46-aeea-edade3febd2d" providerId="ADAL" clId="{72E36F06-32C1-4FB1-8856-62AA5C4D770F}" dt="2025-10-01T00:13:06.089" v="1362" actId="47"/>
        <pc:sldMkLst>
          <pc:docMk/>
          <pc:sldMk cId="3553934563" sldId="269"/>
        </pc:sldMkLst>
      </pc:sldChg>
      <pc:sldChg chg="addSp delSp modSp add mod ord">
        <pc:chgData name="zied.kammoun" userId="bf0d7764-83a7-4f46-aeea-edade3febd2d" providerId="ADAL" clId="{72E36F06-32C1-4FB1-8856-62AA5C4D770F}" dt="2025-10-13T09:47:27.815" v="1796" actId="1076"/>
        <pc:sldMkLst>
          <pc:docMk/>
          <pc:sldMk cId="1868612620" sldId="270"/>
        </pc:sldMkLst>
        <pc:spChg chg="add mod">
          <ac:chgData name="zied.kammoun" userId="bf0d7764-83a7-4f46-aeea-edade3febd2d" providerId="ADAL" clId="{72E36F06-32C1-4FB1-8856-62AA5C4D770F}" dt="2025-10-13T09:47:27.815" v="1796" actId="1076"/>
          <ac:spMkLst>
            <pc:docMk/>
            <pc:sldMk cId="1868612620" sldId="270"/>
            <ac:spMk id="2" creationId="{95EDA98D-BDE9-ABE1-AA90-02BB37C31EB5}"/>
          </ac:spMkLst>
        </pc:spChg>
        <pc:spChg chg="del mod">
          <ac:chgData name="zied.kammoun" userId="bf0d7764-83a7-4f46-aeea-edade3febd2d" providerId="ADAL" clId="{72E36F06-32C1-4FB1-8856-62AA5C4D770F}" dt="2025-10-13T09:47:08.544" v="1793" actId="478"/>
          <ac:spMkLst>
            <pc:docMk/>
            <pc:sldMk cId="1868612620" sldId="270"/>
            <ac:spMk id="3" creationId="{A88A54D3-7833-54EB-AE9F-2570EDBBA543}"/>
          </ac:spMkLst>
        </pc:spChg>
        <pc:spChg chg="add del mod">
          <ac:chgData name="zied.kammoun" userId="bf0d7764-83a7-4f46-aeea-edade3febd2d" providerId="ADAL" clId="{72E36F06-32C1-4FB1-8856-62AA5C4D770F}" dt="2025-10-13T09:47:10.779" v="1794" actId="478"/>
          <ac:spMkLst>
            <pc:docMk/>
            <pc:sldMk cId="1868612620" sldId="270"/>
            <ac:spMk id="5" creationId="{D491158C-8011-B23C-3DBA-AAE5FEC89D98}"/>
          </ac:spMkLst>
        </pc:spChg>
      </pc:sldChg>
      <pc:sldChg chg="modSp add mod">
        <pc:chgData name="zied.kammoun" userId="bf0d7764-83a7-4f46-aeea-edade3febd2d" providerId="ADAL" clId="{72E36F06-32C1-4FB1-8856-62AA5C4D770F}" dt="2025-10-01T00:17:27.981" v="1490" actId="27636"/>
        <pc:sldMkLst>
          <pc:docMk/>
          <pc:sldMk cId="1431563936" sldId="271"/>
        </pc:sldMkLst>
        <pc:spChg chg="mod">
          <ac:chgData name="zied.kammoun" userId="bf0d7764-83a7-4f46-aeea-edade3febd2d" providerId="ADAL" clId="{72E36F06-32C1-4FB1-8856-62AA5C4D770F}" dt="2025-10-01T00:17:27.981" v="1490" actId="27636"/>
          <ac:spMkLst>
            <pc:docMk/>
            <pc:sldMk cId="1431563936" sldId="271"/>
            <ac:spMk id="3" creationId="{0BC64370-42E3-8B2E-3DE4-2A175D34F923}"/>
          </ac:spMkLst>
        </pc:spChg>
      </pc:sldChg>
      <pc:sldChg chg="modSp add mod">
        <pc:chgData name="zied.kammoun" userId="bf0d7764-83a7-4f46-aeea-edade3febd2d" providerId="ADAL" clId="{72E36F06-32C1-4FB1-8856-62AA5C4D770F}" dt="2025-10-01T00:17:56.223" v="1496" actId="14100"/>
        <pc:sldMkLst>
          <pc:docMk/>
          <pc:sldMk cId="2759572477" sldId="272"/>
        </pc:sldMkLst>
        <pc:spChg chg="mod">
          <ac:chgData name="zied.kammoun" userId="bf0d7764-83a7-4f46-aeea-edade3febd2d" providerId="ADAL" clId="{72E36F06-32C1-4FB1-8856-62AA5C4D770F}" dt="2025-10-01T00:17:56.223" v="1496" actId="14100"/>
          <ac:spMkLst>
            <pc:docMk/>
            <pc:sldMk cId="2759572477" sldId="272"/>
            <ac:spMk id="3" creationId="{4E20BECD-C69D-0499-B521-E36F7565C30B}"/>
          </ac:spMkLst>
        </pc:spChg>
      </pc:sldChg>
      <pc:sldChg chg="modSp add mod">
        <pc:chgData name="zied.kammoun" userId="bf0d7764-83a7-4f46-aeea-edade3febd2d" providerId="ADAL" clId="{72E36F06-32C1-4FB1-8856-62AA5C4D770F}" dt="2025-10-01T00:18:16.057" v="1500" actId="27636"/>
        <pc:sldMkLst>
          <pc:docMk/>
          <pc:sldMk cId="1016152298" sldId="273"/>
        </pc:sldMkLst>
        <pc:spChg chg="mod">
          <ac:chgData name="zied.kammoun" userId="bf0d7764-83a7-4f46-aeea-edade3febd2d" providerId="ADAL" clId="{72E36F06-32C1-4FB1-8856-62AA5C4D770F}" dt="2025-10-01T00:18:16.057" v="1500" actId="27636"/>
          <ac:spMkLst>
            <pc:docMk/>
            <pc:sldMk cId="1016152298" sldId="273"/>
            <ac:spMk id="3" creationId="{BA62A90C-1BDE-A0D0-B045-A13A2BFC6171}"/>
          </ac:spMkLst>
        </pc:spChg>
      </pc:sldChg>
      <pc:sldChg chg="modSp add del mod ord">
        <pc:chgData name="zied.kammoun" userId="bf0d7764-83a7-4f46-aeea-edade3febd2d" providerId="ADAL" clId="{72E36F06-32C1-4FB1-8856-62AA5C4D770F}" dt="2025-10-01T00:13:08.883" v="1363" actId="47"/>
        <pc:sldMkLst>
          <pc:docMk/>
          <pc:sldMk cId="1453881286" sldId="274"/>
        </pc:sldMkLst>
      </pc:sldChg>
      <pc:sldChg chg="modSp add mod ord">
        <pc:chgData name="zied.kammoun" userId="bf0d7764-83a7-4f46-aeea-edade3febd2d" providerId="ADAL" clId="{72E36F06-32C1-4FB1-8856-62AA5C4D770F}" dt="2025-10-01T00:18:51.896" v="1534" actId="20577"/>
        <pc:sldMkLst>
          <pc:docMk/>
          <pc:sldMk cId="3916633893" sldId="275"/>
        </pc:sldMkLst>
        <pc:spChg chg="mod">
          <ac:chgData name="zied.kammoun" userId="bf0d7764-83a7-4f46-aeea-edade3febd2d" providerId="ADAL" clId="{72E36F06-32C1-4FB1-8856-62AA5C4D770F}" dt="2025-10-01T00:18:51.896" v="1534" actId="20577"/>
          <ac:spMkLst>
            <pc:docMk/>
            <pc:sldMk cId="3916633893" sldId="275"/>
            <ac:spMk id="3" creationId="{806A378F-4B11-BBD2-D789-56057781D784}"/>
          </ac:spMkLst>
        </pc:spChg>
      </pc:sldChg>
      <pc:sldChg chg="modSp add mod">
        <pc:chgData name="zied.kammoun" userId="bf0d7764-83a7-4f46-aeea-edade3febd2d" providerId="ADAL" clId="{72E36F06-32C1-4FB1-8856-62AA5C4D770F}" dt="2025-10-03T23:24:36.112" v="1757" actId="20577"/>
        <pc:sldMkLst>
          <pc:docMk/>
          <pc:sldMk cId="214813196" sldId="276"/>
        </pc:sldMkLst>
        <pc:spChg chg="mod">
          <ac:chgData name="zied.kammoun" userId="bf0d7764-83a7-4f46-aeea-edade3febd2d" providerId="ADAL" clId="{72E36F06-32C1-4FB1-8856-62AA5C4D770F}" dt="2025-10-03T23:24:36.112" v="1757" actId="20577"/>
          <ac:spMkLst>
            <pc:docMk/>
            <pc:sldMk cId="214813196" sldId="276"/>
            <ac:spMk id="3" creationId="{F5B6060B-DE4C-2CA9-C131-F84EB5ACB8F9}"/>
          </ac:spMkLst>
        </pc:spChg>
      </pc:sldChg>
      <pc:sldChg chg="modSp add del mod">
        <pc:chgData name="zied.kammoun" userId="bf0d7764-83a7-4f46-aeea-edade3febd2d" providerId="ADAL" clId="{72E36F06-32C1-4FB1-8856-62AA5C4D770F}" dt="2025-10-01T00:19:36.922" v="1540" actId="47"/>
        <pc:sldMkLst>
          <pc:docMk/>
          <pc:sldMk cId="1248009517" sldId="277"/>
        </pc:sldMkLst>
      </pc:sldChg>
      <pc:sldChg chg="modSp add del mod">
        <pc:chgData name="zied.kammoun" userId="bf0d7764-83a7-4f46-aeea-edade3febd2d" providerId="ADAL" clId="{72E36F06-32C1-4FB1-8856-62AA5C4D770F}" dt="2025-10-01T00:19:36.922" v="1540" actId="47"/>
        <pc:sldMkLst>
          <pc:docMk/>
          <pc:sldMk cId="1379372501" sldId="278"/>
        </pc:sldMkLst>
      </pc:sldChg>
      <pc:sldChg chg="addSp modSp add mod">
        <pc:chgData name="zied.kammoun" userId="bf0d7764-83a7-4f46-aeea-edade3febd2d" providerId="ADAL" clId="{72E36F06-32C1-4FB1-8856-62AA5C4D770F}" dt="2025-10-01T00:20:56.657" v="1573"/>
        <pc:sldMkLst>
          <pc:docMk/>
          <pc:sldMk cId="1368498474" sldId="279"/>
        </pc:sldMkLst>
        <pc:spChg chg="add mod">
          <ac:chgData name="zied.kammoun" userId="bf0d7764-83a7-4f46-aeea-edade3febd2d" providerId="ADAL" clId="{72E36F06-32C1-4FB1-8856-62AA5C4D770F}" dt="2025-10-01T00:20:14.075" v="1561" actId="27636"/>
          <ac:spMkLst>
            <pc:docMk/>
            <pc:sldMk cId="1368498474" sldId="279"/>
            <ac:spMk id="2" creationId="{1E1D50BA-A253-67D3-CE90-800B9C4161F7}"/>
          </ac:spMkLst>
        </pc:spChg>
        <pc:spChg chg="mod">
          <ac:chgData name="zied.kammoun" userId="bf0d7764-83a7-4f46-aeea-edade3febd2d" providerId="ADAL" clId="{72E36F06-32C1-4FB1-8856-62AA5C4D770F}" dt="2025-10-01T00:20:56.657" v="1573"/>
          <ac:spMkLst>
            <pc:docMk/>
            <pc:sldMk cId="1368498474" sldId="279"/>
            <ac:spMk id="3" creationId="{83C32142-C560-B752-DF2E-CE8B4ACF98D9}"/>
          </ac:spMkLst>
        </pc:spChg>
        <pc:spChg chg="add mod">
          <ac:chgData name="zied.kammoun" userId="bf0d7764-83a7-4f46-aeea-edade3febd2d" providerId="ADAL" clId="{72E36F06-32C1-4FB1-8856-62AA5C4D770F}" dt="2025-09-30T23:22:07.232" v="650" actId="1036"/>
          <ac:spMkLst>
            <pc:docMk/>
            <pc:sldMk cId="1368498474" sldId="279"/>
            <ac:spMk id="4" creationId="{29BAF111-818A-9C45-5E56-F9DDEF2868AB}"/>
          </ac:spMkLst>
        </pc:spChg>
      </pc:sldChg>
      <pc:sldChg chg="modSp add del mod">
        <pc:chgData name="zied.kammoun" userId="bf0d7764-83a7-4f46-aeea-edade3febd2d" providerId="ADAL" clId="{72E36F06-32C1-4FB1-8856-62AA5C4D770F}" dt="2025-09-30T23:22:37.796" v="655" actId="47"/>
        <pc:sldMkLst>
          <pc:docMk/>
          <pc:sldMk cId="118492565" sldId="280"/>
        </pc:sldMkLst>
      </pc:sldChg>
      <pc:sldChg chg="addSp modSp add mod ord">
        <pc:chgData name="zied.kammoun" userId="bf0d7764-83a7-4f46-aeea-edade3febd2d" providerId="ADAL" clId="{72E36F06-32C1-4FB1-8856-62AA5C4D770F}" dt="2025-10-01T00:25:03.356" v="1653" actId="179"/>
        <pc:sldMkLst>
          <pc:docMk/>
          <pc:sldMk cId="3125766512" sldId="281"/>
        </pc:sldMkLst>
        <pc:spChg chg="mod">
          <ac:chgData name="zied.kammoun" userId="bf0d7764-83a7-4f46-aeea-edade3febd2d" providerId="ADAL" clId="{72E36F06-32C1-4FB1-8856-62AA5C4D770F}" dt="2025-10-01T00:22:58.796" v="1634" actId="27636"/>
          <ac:spMkLst>
            <pc:docMk/>
            <pc:sldMk cId="3125766512" sldId="281"/>
            <ac:spMk id="2" creationId="{7ACD7141-714B-8E10-AA85-151FBA841304}"/>
          </ac:spMkLst>
        </pc:spChg>
        <pc:spChg chg="mod">
          <ac:chgData name="zied.kammoun" userId="bf0d7764-83a7-4f46-aeea-edade3febd2d" providerId="ADAL" clId="{72E36F06-32C1-4FB1-8856-62AA5C4D770F}" dt="2025-10-01T00:25:03.356" v="1653" actId="179"/>
          <ac:spMkLst>
            <pc:docMk/>
            <pc:sldMk cId="3125766512" sldId="281"/>
            <ac:spMk id="3" creationId="{29F16C30-F070-B58A-3C43-46AE2CDC1A6B}"/>
          </ac:spMkLst>
        </pc:spChg>
        <pc:spChg chg="add mod">
          <ac:chgData name="zied.kammoun" userId="bf0d7764-83a7-4f46-aeea-edade3febd2d" providerId="ADAL" clId="{72E36F06-32C1-4FB1-8856-62AA5C4D770F}" dt="2025-09-30T23:22:55.340" v="668" actId="1036"/>
          <ac:spMkLst>
            <pc:docMk/>
            <pc:sldMk cId="3125766512" sldId="281"/>
            <ac:spMk id="4" creationId="{85211578-3ABF-7C64-6801-6F3E956A726C}"/>
          </ac:spMkLst>
        </pc:spChg>
      </pc:sldChg>
      <pc:sldChg chg="add del">
        <pc:chgData name="zied.kammoun" userId="bf0d7764-83a7-4f46-aeea-edade3febd2d" providerId="ADAL" clId="{72E36F06-32C1-4FB1-8856-62AA5C4D770F}" dt="2025-09-30T23:23:01.013" v="669" actId="47"/>
        <pc:sldMkLst>
          <pc:docMk/>
          <pc:sldMk cId="3187131697" sldId="282"/>
        </pc:sldMkLst>
      </pc:sldChg>
      <pc:sldChg chg="addSp delSp modSp add del mod">
        <pc:chgData name="zied.kammoun" userId="bf0d7764-83a7-4f46-aeea-edade3febd2d" providerId="ADAL" clId="{72E36F06-32C1-4FB1-8856-62AA5C4D770F}" dt="2025-10-01T00:21:02.715" v="1574" actId="47"/>
        <pc:sldMkLst>
          <pc:docMk/>
          <pc:sldMk cId="3744921545" sldId="283"/>
        </pc:sldMkLst>
      </pc:sldChg>
      <pc:sldChg chg="modSp add del mod">
        <pc:chgData name="zied.kammoun" userId="bf0d7764-83a7-4f46-aeea-edade3febd2d" providerId="ADAL" clId="{72E36F06-32C1-4FB1-8856-62AA5C4D770F}" dt="2025-10-01T00:24:08.792" v="1639" actId="47"/>
        <pc:sldMkLst>
          <pc:docMk/>
          <pc:sldMk cId="2790828321" sldId="284"/>
        </pc:sldMkLst>
      </pc:sldChg>
      <pc:sldChg chg="modSp add del mod">
        <pc:chgData name="zied.kammoun" userId="bf0d7764-83a7-4f46-aeea-edade3febd2d" providerId="ADAL" clId="{72E36F06-32C1-4FB1-8856-62AA5C4D770F}" dt="2025-10-01T00:29:05.091" v="1727" actId="47"/>
        <pc:sldMkLst>
          <pc:docMk/>
          <pc:sldMk cId="2420317429" sldId="285"/>
        </pc:sldMkLst>
      </pc:sldChg>
      <pc:sldChg chg="modSp add del mod">
        <pc:chgData name="zied.kammoun" userId="bf0d7764-83a7-4f46-aeea-edade3febd2d" providerId="ADAL" clId="{72E36F06-32C1-4FB1-8856-62AA5C4D770F}" dt="2025-10-01T00:29:27.412" v="1728" actId="47"/>
        <pc:sldMkLst>
          <pc:docMk/>
          <pc:sldMk cId="549909467" sldId="286"/>
        </pc:sldMkLst>
      </pc:sldChg>
      <pc:sldChg chg="modSp new del">
        <pc:chgData name="zied.kammoun" userId="bf0d7764-83a7-4f46-aeea-edade3febd2d" providerId="ADAL" clId="{72E36F06-32C1-4FB1-8856-62AA5C4D770F}" dt="2025-10-01T00:00:29.961" v="1241" actId="47"/>
        <pc:sldMkLst>
          <pc:docMk/>
          <pc:sldMk cId="1135338933" sldId="287"/>
        </pc:sldMkLst>
      </pc:sldChg>
      <pc:sldChg chg="modSp add del mod">
        <pc:chgData name="zied.kammoun" userId="bf0d7764-83a7-4f46-aeea-edade3febd2d" providerId="ADAL" clId="{72E36F06-32C1-4FB1-8856-62AA5C4D770F}" dt="2025-10-01T00:29:27.412" v="1728" actId="47"/>
        <pc:sldMkLst>
          <pc:docMk/>
          <pc:sldMk cId="2347740902" sldId="288"/>
        </pc:sldMkLst>
      </pc:sldChg>
      <pc:sldChg chg="modSp add del mod">
        <pc:chgData name="zied.kammoun" userId="bf0d7764-83a7-4f46-aeea-edade3febd2d" providerId="ADAL" clId="{72E36F06-32C1-4FB1-8856-62AA5C4D770F}" dt="2025-10-01T00:29:27.412" v="1728" actId="47"/>
        <pc:sldMkLst>
          <pc:docMk/>
          <pc:sldMk cId="2162310301" sldId="289"/>
        </pc:sldMkLst>
      </pc:sldChg>
      <pc:sldChg chg="modSp add del mod ord">
        <pc:chgData name="zied.kammoun" userId="bf0d7764-83a7-4f46-aeea-edade3febd2d" providerId="ADAL" clId="{72E36F06-32C1-4FB1-8856-62AA5C4D770F}" dt="2025-10-01T00:29:27.412" v="1728" actId="47"/>
        <pc:sldMkLst>
          <pc:docMk/>
          <pc:sldMk cId="784284077" sldId="290"/>
        </pc:sldMkLst>
      </pc:sldChg>
      <pc:sldChg chg="addSp delSp modSp add mod">
        <pc:chgData name="zied.kammoun" userId="bf0d7764-83a7-4f46-aeea-edade3febd2d" providerId="ADAL" clId="{72E36F06-32C1-4FB1-8856-62AA5C4D770F}" dt="2025-10-13T10:09:54.999" v="2166" actId="1076"/>
        <pc:sldMkLst>
          <pc:docMk/>
          <pc:sldMk cId="2509486158" sldId="290"/>
        </pc:sldMkLst>
        <pc:spChg chg="add mod">
          <ac:chgData name="zied.kammoun" userId="bf0d7764-83a7-4f46-aeea-edade3febd2d" providerId="ADAL" clId="{72E36F06-32C1-4FB1-8856-62AA5C4D770F}" dt="2025-10-13T10:09:54.999" v="2166" actId="1076"/>
          <ac:spMkLst>
            <pc:docMk/>
            <pc:sldMk cId="2509486158" sldId="290"/>
            <ac:spMk id="2" creationId="{8B852CB6-3EC4-0923-2E85-A594C6FF566C}"/>
          </ac:spMkLst>
        </pc:spChg>
        <pc:picChg chg="add del mod">
          <ac:chgData name="zied.kammoun" userId="bf0d7764-83a7-4f46-aeea-edade3febd2d" providerId="ADAL" clId="{72E36F06-32C1-4FB1-8856-62AA5C4D770F}" dt="2025-10-13T10:03:09.348" v="2003" actId="478"/>
          <ac:picMkLst>
            <pc:docMk/>
            <pc:sldMk cId="2509486158" sldId="290"/>
            <ac:picMk id="5" creationId="{073B89E3-7E00-4C14-43EF-B358E30495D1}"/>
          </ac:picMkLst>
        </pc:picChg>
      </pc:sldChg>
      <pc:sldChg chg="add del ord">
        <pc:chgData name="zied.kammoun" userId="bf0d7764-83a7-4f46-aeea-edade3febd2d" providerId="ADAL" clId="{72E36F06-32C1-4FB1-8856-62AA5C4D770F}" dt="2025-10-13T10:17:36.765" v="2248" actId="47"/>
        <pc:sldMkLst>
          <pc:docMk/>
          <pc:sldMk cId="3922788222" sldId="291"/>
        </pc:sldMkLst>
      </pc:sldChg>
      <pc:sldChg chg="modSp add del mod">
        <pc:chgData name="zied.kammoun" userId="bf0d7764-83a7-4f46-aeea-edade3febd2d" providerId="ADAL" clId="{72E36F06-32C1-4FB1-8856-62AA5C4D770F}" dt="2025-10-01T00:29:27.412" v="1728" actId="47"/>
        <pc:sldMkLst>
          <pc:docMk/>
          <pc:sldMk cId="3958563997" sldId="291"/>
        </pc:sldMkLst>
      </pc:sldChg>
      <pc:sldChg chg="modSp add del mod">
        <pc:chgData name="zied.kammoun" userId="bf0d7764-83a7-4f46-aeea-edade3febd2d" providerId="ADAL" clId="{72E36F06-32C1-4FB1-8856-62AA5C4D770F}" dt="2025-10-01T00:29:27.412" v="1728" actId="47"/>
        <pc:sldMkLst>
          <pc:docMk/>
          <pc:sldMk cId="3353504055" sldId="292"/>
        </pc:sldMkLst>
      </pc:sldChg>
      <pc:sldChg chg="modSp add del mod">
        <pc:chgData name="zied.kammoun" userId="bf0d7764-83a7-4f46-aeea-edade3febd2d" providerId="ADAL" clId="{72E36F06-32C1-4FB1-8856-62AA5C4D770F}" dt="2025-10-01T00:29:27.412" v="1728" actId="47"/>
        <pc:sldMkLst>
          <pc:docMk/>
          <pc:sldMk cId="1143350954" sldId="293"/>
        </pc:sldMkLst>
      </pc:sldChg>
      <pc:sldChg chg="addSp delSp modSp add del mod">
        <pc:chgData name="zied.kammoun" userId="bf0d7764-83a7-4f46-aeea-edade3febd2d" providerId="ADAL" clId="{72E36F06-32C1-4FB1-8856-62AA5C4D770F}" dt="2025-10-01T00:29:27.412" v="1728" actId="47"/>
        <pc:sldMkLst>
          <pc:docMk/>
          <pc:sldMk cId="1640814719" sldId="294"/>
        </pc:sldMkLst>
      </pc:sldChg>
      <pc:sldChg chg="addSp delSp modSp add del mod">
        <pc:chgData name="zied.kammoun" userId="bf0d7764-83a7-4f46-aeea-edade3febd2d" providerId="ADAL" clId="{72E36F06-32C1-4FB1-8856-62AA5C4D770F}" dt="2025-10-01T00:29:27.412" v="1728" actId="47"/>
        <pc:sldMkLst>
          <pc:docMk/>
          <pc:sldMk cId="3771176868" sldId="295"/>
        </pc:sldMkLst>
      </pc:sldChg>
      <pc:sldChg chg="addSp modSp add del mod">
        <pc:chgData name="zied.kammoun" userId="bf0d7764-83a7-4f46-aeea-edade3febd2d" providerId="ADAL" clId="{72E36F06-32C1-4FB1-8856-62AA5C4D770F}" dt="2025-10-01T00:29:27.412" v="1728" actId="47"/>
        <pc:sldMkLst>
          <pc:docMk/>
          <pc:sldMk cId="886450806" sldId="296"/>
        </pc:sldMkLst>
      </pc:sldChg>
      <pc:sldChg chg="modSp add del mod">
        <pc:chgData name="zied.kammoun" userId="bf0d7764-83a7-4f46-aeea-edade3febd2d" providerId="ADAL" clId="{72E36F06-32C1-4FB1-8856-62AA5C4D770F}" dt="2025-09-30T23:44:02.299" v="1096" actId="47"/>
        <pc:sldMkLst>
          <pc:docMk/>
          <pc:sldMk cId="1861936981" sldId="297"/>
        </pc:sldMkLst>
      </pc:sldChg>
      <pc:sldChg chg="modSp add del mod">
        <pc:chgData name="zied.kammoun" userId="bf0d7764-83a7-4f46-aeea-edade3febd2d" providerId="ADAL" clId="{72E36F06-32C1-4FB1-8856-62AA5C4D770F}" dt="2025-10-01T00:29:27.412" v="1728" actId="47"/>
        <pc:sldMkLst>
          <pc:docMk/>
          <pc:sldMk cId="1526115995" sldId="298"/>
        </pc:sldMkLst>
      </pc:sldChg>
      <pc:sldChg chg="modSp add del mod">
        <pc:chgData name="zied.kammoun" userId="bf0d7764-83a7-4f46-aeea-edade3febd2d" providerId="ADAL" clId="{72E36F06-32C1-4FB1-8856-62AA5C4D770F}" dt="2025-10-01T00:29:27.412" v="1728" actId="47"/>
        <pc:sldMkLst>
          <pc:docMk/>
          <pc:sldMk cId="3324018768" sldId="299"/>
        </pc:sldMkLst>
      </pc:sldChg>
      <pc:sldChg chg="add del">
        <pc:chgData name="zied.kammoun" userId="bf0d7764-83a7-4f46-aeea-edade3febd2d" providerId="ADAL" clId="{72E36F06-32C1-4FB1-8856-62AA5C4D770F}" dt="2025-10-01T00:07:00.420" v="1300" actId="47"/>
        <pc:sldMkLst>
          <pc:docMk/>
          <pc:sldMk cId="2486394326" sldId="300"/>
        </pc:sldMkLst>
      </pc:sldChg>
      <pc:sldChg chg="addSp delSp modSp add del mod">
        <pc:chgData name="zied.kammoun" userId="bf0d7764-83a7-4f46-aeea-edade3febd2d" providerId="ADAL" clId="{72E36F06-32C1-4FB1-8856-62AA5C4D770F}" dt="2025-10-01T00:29:27.412" v="1728" actId="47"/>
        <pc:sldMkLst>
          <pc:docMk/>
          <pc:sldMk cId="3070710941" sldId="301"/>
        </pc:sldMkLst>
      </pc:sldChg>
      <pc:sldChg chg="delSp add del mod">
        <pc:chgData name="zied.kammoun" userId="bf0d7764-83a7-4f46-aeea-edade3febd2d" providerId="ADAL" clId="{72E36F06-32C1-4FB1-8856-62AA5C4D770F}" dt="2025-09-30T23:59:09.540" v="1228" actId="47"/>
        <pc:sldMkLst>
          <pc:docMk/>
          <pc:sldMk cId="3482190130" sldId="302"/>
        </pc:sldMkLst>
      </pc:sldChg>
      <pc:sldChg chg="addSp delSp modSp add mod">
        <pc:chgData name="zied.kammoun" userId="bf0d7764-83a7-4f46-aeea-edade3febd2d" providerId="ADAL" clId="{72E36F06-32C1-4FB1-8856-62AA5C4D770F}" dt="2025-10-13T10:19:38.491" v="2320" actId="14100"/>
        <pc:sldMkLst>
          <pc:docMk/>
          <pc:sldMk cId="85409001" sldId="303"/>
        </pc:sldMkLst>
        <pc:spChg chg="add mod">
          <ac:chgData name="zied.kammoun" userId="bf0d7764-83a7-4f46-aeea-edade3febd2d" providerId="ADAL" clId="{72E36F06-32C1-4FB1-8856-62AA5C4D770F}" dt="2025-10-13T10:19:38.491" v="2320" actId="14100"/>
          <ac:spMkLst>
            <pc:docMk/>
            <pc:sldMk cId="85409001" sldId="303"/>
            <ac:spMk id="2" creationId="{2EF29D53-D0CA-79C0-43BC-FC442C2D0496}"/>
          </ac:spMkLst>
        </pc:spChg>
        <pc:spChg chg="add del mod">
          <ac:chgData name="zied.kammoun" userId="bf0d7764-83a7-4f46-aeea-edade3febd2d" providerId="ADAL" clId="{72E36F06-32C1-4FB1-8856-62AA5C4D770F}" dt="2025-10-13T10:19:17.555" v="2314" actId="478"/>
          <ac:spMkLst>
            <pc:docMk/>
            <pc:sldMk cId="85409001" sldId="303"/>
            <ac:spMk id="4" creationId="{E189E705-0D37-1787-5959-A0270D7713E5}"/>
          </ac:spMkLst>
        </pc:spChg>
        <pc:picChg chg="del mod">
          <ac:chgData name="zied.kammoun" userId="bf0d7764-83a7-4f46-aeea-edade3febd2d" providerId="ADAL" clId="{72E36F06-32C1-4FB1-8856-62AA5C4D770F}" dt="2025-10-13T10:19:15.384" v="2313" actId="478"/>
          <ac:picMkLst>
            <pc:docMk/>
            <pc:sldMk cId="85409001" sldId="303"/>
            <ac:picMk id="5" creationId="{BAA16B31-9C12-97FE-3836-3C4BEB65C876}"/>
          </ac:picMkLst>
        </pc:picChg>
      </pc:sldChg>
      <pc:sldChg chg="delSp modSp add del mod">
        <pc:chgData name="zied.kammoun" userId="bf0d7764-83a7-4f46-aeea-edade3febd2d" providerId="ADAL" clId="{72E36F06-32C1-4FB1-8856-62AA5C4D770F}" dt="2025-10-01T00:29:27.412" v="1728" actId="47"/>
        <pc:sldMkLst>
          <pc:docMk/>
          <pc:sldMk cId="724940762" sldId="303"/>
        </pc:sldMkLst>
      </pc:sldChg>
      <pc:sldChg chg="modSp add del mod">
        <pc:chgData name="zied.kammoun" userId="bf0d7764-83a7-4f46-aeea-edade3febd2d" providerId="ADAL" clId="{72E36F06-32C1-4FB1-8856-62AA5C4D770F}" dt="2025-10-01T00:29:27.412" v="1728" actId="47"/>
        <pc:sldMkLst>
          <pc:docMk/>
          <pc:sldMk cId="3456771438" sldId="304"/>
        </pc:sldMkLst>
      </pc:sldChg>
      <pc:sldChg chg="addSp delSp modSp new del mod">
        <pc:chgData name="zied.kammoun" userId="bf0d7764-83a7-4f46-aeea-edade3febd2d" providerId="ADAL" clId="{72E36F06-32C1-4FB1-8856-62AA5C4D770F}" dt="2025-10-01T00:13:15.747" v="1364" actId="47"/>
        <pc:sldMkLst>
          <pc:docMk/>
          <pc:sldMk cId="910475589" sldId="305"/>
        </pc:sldMkLst>
      </pc:sldChg>
      <pc:sldChg chg="modSp add mod">
        <pc:chgData name="zied.kammoun" userId="bf0d7764-83a7-4f46-aeea-edade3febd2d" providerId="ADAL" clId="{72E36F06-32C1-4FB1-8856-62AA5C4D770F}" dt="2025-10-01T00:25:09.510" v="1654" actId="179"/>
        <pc:sldMkLst>
          <pc:docMk/>
          <pc:sldMk cId="912320380" sldId="305"/>
        </pc:sldMkLst>
        <pc:spChg chg="mod">
          <ac:chgData name="zied.kammoun" userId="bf0d7764-83a7-4f46-aeea-edade3febd2d" providerId="ADAL" clId="{72E36F06-32C1-4FB1-8856-62AA5C4D770F}" dt="2025-10-01T00:25:09.510" v="1654" actId="179"/>
          <ac:spMkLst>
            <pc:docMk/>
            <pc:sldMk cId="912320380" sldId="305"/>
            <ac:spMk id="3" creationId="{0C5ACA8F-D0CD-BF4E-4177-C9D3B81B750A}"/>
          </ac:spMkLst>
        </pc:spChg>
      </pc:sldChg>
      <pc:sldChg chg="modSp add del mod">
        <pc:chgData name="zied.kammoun" userId="bf0d7764-83a7-4f46-aeea-edade3febd2d" providerId="ADAL" clId="{72E36F06-32C1-4FB1-8856-62AA5C4D770F}" dt="2025-10-01T00:23:59.511" v="1638" actId="47"/>
        <pc:sldMkLst>
          <pc:docMk/>
          <pc:sldMk cId="1006108788" sldId="305"/>
        </pc:sldMkLst>
      </pc:sldChg>
      <pc:sldChg chg="modSp add mod">
        <pc:chgData name="zied.kammoun" userId="bf0d7764-83a7-4f46-aeea-edade3febd2d" providerId="ADAL" clId="{72E36F06-32C1-4FB1-8856-62AA5C4D770F}" dt="2025-10-01T00:25:53.044" v="1670" actId="20577"/>
        <pc:sldMkLst>
          <pc:docMk/>
          <pc:sldMk cId="2406484448" sldId="306"/>
        </pc:sldMkLst>
        <pc:spChg chg="mod">
          <ac:chgData name="zied.kammoun" userId="bf0d7764-83a7-4f46-aeea-edade3febd2d" providerId="ADAL" clId="{72E36F06-32C1-4FB1-8856-62AA5C4D770F}" dt="2025-10-01T00:25:53.044" v="1670" actId="20577"/>
          <ac:spMkLst>
            <pc:docMk/>
            <pc:sldMk cId="2406484448" sldId="306"/>
            <ac:spMk id="3" creationId="{FDB7E657-6303-023C-9DB2-248DBC7BE84B}"/>
          </ac:spMkLst>
        </pc:spChg>
      </pc:sldChg>
      <pc:sldChg chg="modSp add mod">
        <pc:chgData name="zied.kammoun" userId="bf0d7764-83a7-4f46-aeea-edade3febd2d" providerId="ADAL" clId="{72E36F06-32C1-4FB1-8856-62AA5C4D770F}" dt="2025-10-03T23:24:26.666" v="1756" actId="20577"/>
        <pc:sldMkLst>
          <pc:docMk/>
          <pc:sldMk cId="3688873995" sldId="307"/>
        </pc:sldMkLst>
        <pc:spChg chg="mod">
          <ac:chgData name="zied.kammoun" userId="bf0d7764-83a7-4f46-aeea-edade3febd2d" providerId="ADAL" clId="{72E36F06-32C1-4FB1-8856-62AA5C4D770F}" dt="2025-10-01T00:27:04.665" v="1706" actId="27636"/>
          <ac:spMkLst>
            <pc:docMk/>
            <pc:sldMk cId="3688873995" sldId="307"/>
            <ac:spMk id="2" creationId="{5A74E14D-8C3F-361E-A2BB-9EA10E04CCD0}"/>
          </ac:spMkLst>
        </pc:spChg>
        <pc:spChg chg="mod">
          <ac:chgData name="zied.kammoun" userId="bf0d7764-83a7-4f46-aeea-edade3febd2d" providerId="ADAL" clId="{72E36F06-32C1-4FB1-8856-62AA5C4D770F}" dt="2025-10-03T23:24:26.666" v="1756" actId="20577"/>
          <ac:spMkLst>
            <pc:docMk/>
            <pc:sldMk cId="3688873995" sldId="307"/>
            <ac:spMk id="3" creationId="{73E371DA-5100-C857-7365-B8EF5238941E}"/>
          </ac:spMkLst>
        </pc:spChg>
        <pc:spChg chg="mod">
          <ac:chgData name="zied.kammoun" userId="bf0d7764-83a7-4f46-aeea-edade3febd2d" providerId="ADAL" clId="{72E36F06-32C1-4FB1-8856-62AA5C4D770F}" dt="2025-10-01T00:26:08.639" v="1672" actId="20577"/>
          <ac:spMkLst>
            <pc:docMk/>
            <pc:sldMk cId="3688873995" sldId="307"/>
            <ac:spMk id="4" creationId="{47D48977-D68D-E8BA-3AEF-B667071F3C8A}"/>
          </ac:spMkLst>
        </pc:spChg>
      </pc:sldChg>
      <pc:sldChg chg="modSp add mod">
        <pc:chgData name="zied.kammoun" userId="bf0d7764-83a7-4f46-aeea-edade3febd2d" providerId="ADAL" clId="{72E36F06-32C1-4FB1-8856-62AA5C4D770F}" dt="2025-10-13T09:54:27.185" v="1827" actId="27636"/>
        <pc:sldMkLst>
          <pc:docMk/>
          <pc:sldMk cId="4250858193" sldId="308"/>
        </pc:sldMkLst>
        <pc:spChg chg="mod">
          <ac:chgData name="zied.kammoun" userId="bf0d7764-83a7-4f46-aeea-edade3febd2d" providerId="ADAL" clId="{72E36F06-32C1-4FB1-8856-62AA5C4D770F}" dt="2025-10-13T09:54:27.185" v="1827" actId="27636"/>
          <ac:spMkLst>
            <pc:docMk/>
            <pc:sldMk cId="4250858193" sldId="308"/>
            <ac:spMk id="3" creationId="{891B648C-22E3-707D-E9CE-4BBF80ACBFB1}"/>
          </ac:spMkLst>
        </pc:spChg>
      </pc:sldChg>
      <pc:sldChg chg="modSp add mod">
        <pc:chgData name="zied.kammoun" userId="bf0d7764-83a7-4f46-aeea-edade3febd2d" providerId="ADAL" clId="{72E36F06-32C1-4FB1-8856-62AA5C4D770F}" dt="2025-10-03T22:52:12.026" v="1742" actId="27636"/>
        <pc:sldMkLst>
          <pc:docMk/>
          <pc:sldMk cId="2477520025" sldId="309"/>
        </pc:sldMkLst>
        <pc:spChg chg="mod">
          <ac:chgData name="zied.kammoun" userId="bf0d7764-83a7-4f46-aeea-edade3febd2d" providerId="ADAL" clId="{72E36F06-32C1-4FB1-8856-62AA5C4D770F}" dt="2025-10-03T22:52:12.026" v="1742" actId="27636"/>
          <ac:spMkLst>
            <pc:docMk/>
            <pc:sldMk cId="2477520025" sldId="309"/>
            <ac:spMk id="3" creationId="{31B63DC5-A0F8-C015-9492-F26DC7B92BEC}"/>
          </ac:spMkLst>
        </pc:spChg>
      </pc:sldChg>
      <pc:sldChg chg="modSp add mod">
        <pc:chgData name="zied.kammoun" userId="bf0d7764-83a7-4f46-aeea-edade3febd2d" providerId="ADAL" clId="{72E36F06-32C1-4FB1-8856-62AA5C4D770F}" dt="2025-10-13T09:42:25.460" v="1761" actId="207"/>
        <pc:sldMkLst>
          <pc:docMk/>
          <pc:sldMk cId="1813779465" sldId="310"/>
        </pc:sldMkLst>
        <pc:spChg chg="mod">
          <ac:chgData name="zied.kammoun" userId="bf0d7764-83a7-4f46-aeea-edade3febd2d" providerId="ADAL" clId="{72E36F06-32C1-4FB1-8856-62AA5C4D770F}" dt="2025-10-13T09:42:25.460" v="1761" actId="207"/>
          <ac:spMkLst>
            <pc:docMk/>
            <pc:sldMk cId="1813779465" sldId="310"/>
            <ac:spMk id="3" creationId="{D3D3A287-E0D2-874B-29FA-456E2644EF48}"/>
          </ac:spMkLst>
        </pc:spChg>
      </pc:sldChg>
      <pc:sldChg chg="modSp add mod">
        <pc:chgData name="zied.kammoun" userId="bf0d7764-83a7-4f46-aeea-edade3febd2d" providerId="ADAL" clId="{72E36F06-32C1-4FB1-8856-62AA5C4D770F}" dt="2025-10-13T09:43:23.038" v="1763" actId="207"/>
        <pc:sldMkLst>
          <pc:docMk/>
          <pc:sldMk cId="237384112" sldId="311"/>
        </pc:sldMkLst>
        <pc:spChg chg="mod">
          <ac:chgData name="zied.kammoun" userId="bf0d7764-83a7-4f46-aeea-edade3febd2d" providerId="ADAL" clId="{72E36F06-32C1-4FB1-8856-62AA5C4D770F}" dt="2025-10-13T09:43:23.038" v="1763" actId="207"/>
          <ac:spMkLst>
            <pc:docMk/>
            <pc:sldMk cId="237384112" sldId="311"/>
            <ac:spMk id="3" creationId="{F152DF6F-3937-972E-E12A-48AABAD0146B}"/>
          </ac:spMkLst>
        </pc:spChg>
      </pc:sldChg>
      <pc:sldChg chg="new del">
        <pc:chgData name="zied.kammoun" userId="bf0d7764-83a7-4f46-aeea-edade3febd2d" providerId="ADAL" clId="{72E36F06-32C1-4FB1-8856-62AA5C4D770F}" dt="2025-10-13T09:43:46.670" v="1766" actId="47"/>
        <pc:sldMkLst>
          <pc:docMk/>
          <pc:sldMk cId="209630377" sldId="312"/>
        </pc:sldMkLst>
      </pc:sldChg>
      <pc:sldChg chg="addSp delSp modSp add mod delAnim">
        <pc:chgData name="zied.kammoun" userId="bf0d7764-83a7-4f46-aeea-edade3febd2d" providerId="ADAL" clId="{72E36F06-32C1-4FB1-8856-62AA5C4D770F}" dt="2025-10-13T10:00:07.899" v="1922" actId="1076"/>
        <pc:sldMkLst>
          <pc:docMk/>
          <pc:sldMk cId="1936031011" sldId="313"/>
        </pc:sldMkLst>
        <pc:spChg chg="add del mod">
          <ac:chgData name="zied.kammoun" userId="bf0d7764-83a7-4f46-aeea-edade3febd2d" providerId="ADAL" clId="{72E36F06-32C1-4FB1-8856-62AA5C4D770F}" dt="2025-10-13T09:56:42.757" v="1839" actId="478"/>
          <ac:spMkLst>
            <pc:docMk/>
            <pc:sldMk cId="1936031011" sldId="313"/>
            <ac:spMk id="4" creationId="{F1AD28A6-E8E1-870C-372B-C321280EDC7E}"/>
          </ac:spMkLst>
        </pc:spChg>
        <pc:spChg chg="add del mod">
          <ac:chgData name="zied.kammoun" userId="bf0d7764-83a7-4f46-aeea-edade3febd2d" providerId="ADAL" clId="{72E36F06-32C1-4FB1-8856-62AA5C4D770F}" dt="2025-10-13T09:57:02.027" v="1843" actId="478"/>
          <ac:spMkLst>
            <pc:docMk/>
            <pc:sldMk cId="1936031011" sldId="313"/>
            <ac:spMk id="6" creationId="{3B6A90FC-D609-C1FB-81F8-7B12D3E50E8D}"/>
          </ac:spMkLst>
        </pc:spChg>
        <pc:spChg chg="add mod">
          <ac:chgData name="zied.kammoun" userId="bf0d7764-83a7-4f46-aeea-edade3febd2d" providerId="ADAL" clId="{72E36F06-32C1-4FB1-8856-62AA5C4D770F}" dt="2025-10-13T10:00:07.899" v="1922" actId="1076"/>
          <ac:spMkLst>
            <pc:docMk/>
            <pc:sldMk cId="1936031011" sldId="313"/>
            <ac:spMk id="7" creationId="{D21E3DAE-0942-6A8A-8543-865E3DEBFF43}"/>
          </ac:spMkLst>
        </pc:spChg>
        <pc:spChg chg="del">
          <ac:chgData name="zied.kammoun" userId="bf0d7764-83a7-4f46-aeea-edade3febd2d" providerId="ADAL" clId="{72E36F06-32C1-4FB1-8856-62AA5C4D770F}" dt="2025-10-13T09:56:41.736" v="1838" actId="478"/>
          <ac:spMkLst>
            <pc:docMk/>
            <pc:sldMk cId="1936031011" sldId="313"/>
            <ac:spMk id="122" creationId="{3CA599D4-CA58-2687-A22B-5D99D02366FA}"/>
          </ac:spMkLst>
        </pc:spChg>
        <pc:spChg chg="del mod">
          <ac:chgData name="zied.kammoun" userId="bf0d7764-83a7-4f46-aeea-edade3febd2d" providerId="ADAL" clId="{72E36F06-32C1-4FB1-8856-62AA5C4D770F}" dt="2025-10-13T09:56:59.239" v="1842" actId="478"/>
          <ac:spMkLst>
            <pc:docMk/>
            <pc:sldMk cId="1936031011" sldId="313"/>
            <ac:spMk id="123" creationId="{A6E9B12F-B969-E2D4-D77B-7A0F4404C791}"/>
          </ac:spMkLst>
        </pc:spChg>
        <pc:picChg chg="del mod">
          <ac:chgData name="zied.kammoun" userId="bf0d7764-83a7-4f46-aeea-edade3febd2d" providerId="ADAL" clId="{72E36F06-32C1-4FB1-8856-62AA5C4D770F}" dt="2025-10-13T10:00:01.459" v="1921" actId="478"/>
          <ac:picMkLst>
            <pc:docMk/>
            <pc:sldMk cId="1936031011" sldId="313"/>
            <ac:picMk id="3" creationId="{AEBD2EB8-CDC6-3BFD-0332-83C9C96A7A96}"/>
          </ac:picMkLst>
        </pc:picChg>
      </pc:sldChg>
      <pc:sldChg chg="modSp add mod">
        <pc:chgData name="zied.kammoun" userId="bf0d7764-83a7-4f46-aeea-edade3febd2d" providerId="ADAL" clId="{72E36F06-32C1-4FB1-8856-62AA5C4D770F}" dt="2025-10-13T09:44:07.495" v="1768" actId="207"/>
        <pc:sldMkLst>
          <pc:docMk/>
          <pc:sldMk cId="3871447767" sldId="314"/>
        </pc:sldMkLst>
        <pc:spChg chg="mod">
          <ac:chgData name="zied.kammoun" userId="bf0d7764-83a7-4f46-aeea-edade3febd2d" providerId="ADAL" clId="{72E36F06-32C1-4FB1-8856-62AA5C4D770F}" dt="2025-10-13T09:44:07.495" v="1768" actId="207"/>
          <ac:spMkLst>
            <pc:docMk/>
            <pc:sldMk cId="3871447767" sldId="314"/>
            <ac:spMk id="3" creationId="{B0A1262B-8E16-D9F8-F744-B6AC8186654A}"/>
          </ac:spMkLst>
        </pc:spChg>
      </pc:sldChg>
      <pc:sldChg chg="modSp add mod">
        <pc:chgData name="zied.kammoun" userId="bf0d7764-83a7-4f46-aeea-edade3febd2d" providerId="ADAL" clId="{72E36F06-32C1-4FB1-8856-62AA5C4D770F}" dt="2025-10-13T09:44:38.313" v="1775" actId="207"/>
        <pc:sldMkLst>
          <pc:docMk/>
          <pc:sldMk cId="3791630420" sldId="315"/>
        </pc:sldMkLst>
        <pc:spChg chg="mod">
          <ac:chgData name="zied.kammoun" userId="bf0d7764-83a7-4f46-aeea-edade3febd2d" providerId="ADAL" clId="{72E36F06-32C1-4FB1-8856-62AA5C4D770F}" dt="2025-10-13T09:44:38.313" v="1775" actId="207"/>
          <ac:spMkLst>
            <pc:docMk/>
            <pc:sldMk cId="3791630420" sldId="315"/>
            <ac:spMk id="3" creationId="{4BBA4212-6D1D-5C6E-F293-795D680F3881}"/>
          </ac:spMkLst>
        </pc:spChg>
      </pc:sldChg>
      <pc:sldChg chg="modSp add mod">
        <pc:chgData name="zied.kammoun" userId="bf0d7764-83a7-4f46-aeea-edade3febd2d" providerId="ADAL" clId="{72E36F06-32C1-4FB1-8856-62AA5C4D770F}" dt="2025-10-13T09:45:08.010" v="1779" actId="207"/>
        <pc:sldMkLst>
          <pc:docMk/>
          <pc:sldMk cId="2998562219" sldId="316"/>
        </pc:sldMkLst>
        <pc:spChg chg="mod">
          <ac:chgData name="zied.kammoun" userId="bf0d7764-83a7-4f46-aeea-edade3febd2d" providerId="ADAL" clId="{72E36F06-32C1-4FB1-8856-62AA5C4D770F}" dt="2025-10-13T09:45:08.010" v="1779" actId="207"/>
          <ac:spMkLst>
            <pc:docMk/>
            <pc:sldMk cId="2998562219" sldId="316"/>
            <ac:spMk id="3" creationId="{F4FB5186-034D-80D5-7899-ED5588284FC2}"/>
          </ac:spMkLst>
        </pc:spChg>
      </pc:sldChg>
      <pc:sldChg chg="modSp add mod">
        <pc:chgData name="zied.kammoun" userId="bf0d7764-83a7-4f46-aeea-edade3febd2d" providerId="ADAL" clId="{72E36F06-32C1-4FB1-8856-62AA5C4D770F}" dt="2025-10-13T09:45:26.801" v="1781" actId="207"/>
        <pc:sldMkLst>
          <pc:docMk/>
          <pc:sldMk cId="1989282685" sldId="317"/>
        </pc:sldMkLst>
        <pc:spChg chg="mod">
          <ac:chgData name="zied.kammoun" userId="bf0d7764-83a7-4f46-aeea-edade3febd2d" providerId="ADAL" clId="{72E36F06-32C1-4FB1-8856-62AA5C4D770F}" dt="2025-10-13T09:45:26.801" v="1781" actId="207"/>
          <ac:spMkLst>
            <pc:docMk/>
            <pc:sldMk cId="1989282685" sldId="317"/>
            <ac:spMk id="3" creationId="{91A37568-1FA7-E7F4-F432-F09A8B1D0963}"/>
          </ac:spMkLst>
        </pc:spChg>
      </pc:sldChg>
      <pc:sldChg chg="modSp add mod">
        <pc:chgData name="zied.kammoun" userId="bf0d7764-83a7-4f46-aeea-edade3febd2d" providerId="ADAL" clId="{72E36F06-32C1-4FB1-8856-62AA5C4D770F}" dt="2025-10-13T09:47:36.489" v="1798" actId="207"/>
        <pc:sldMkLst>
          <pc:docMk/>
          <pc:sldMk cId="1770707052" sldId="318"/>
        </pc:sldMkLst>
        <pc:spChg chg="mod">
          <ac:chgData name="zied.kammoun" userId="bf0d7764-83a7-4f46-aeea-edade3febd2d" providerId="ADAL" clId="{72E36F06-32C1-4FB1-8856-62AA5C4D770F}" dt="2025-10-13T09:47:36.489" v="1798" actId="207"/>
          <ac:spMkLst>
            <pc:docMk/>
            <pc:sldMk cId="1770707052" sldId="318"/>
            <ac:spMk id="2" creationId="{9A7F70BE-1A1A-4C14-8FF6-196FCD14AD31}"/>
          </ac:spMkLst>
        </pc:spChg>
      </pc:sldChg>
      <pc:sldChg chg="modSp add mod">
        <pc:chgData name="zied.kammoun" userId="bf0d7764-83a7-4f46-aeea-edade3febd2d" providerId="ADAL" clId="{72E36F06-32C1-4FB1-8856-62AA5C4D770F}" dt="2025-10-13T09:47:59.420" v="1800" actId="207"/>
        <pc:sldMkLst>
          <pc:docMk/>
          <pc:sldMk cId="4006818751" sldId="319"/>
        </pc:sldMkLst>
        <pc:spChg chg="mod">
          <ac:chgData name="zied.kammoun" userId="bf0d7764-83a7-4f46-aeea-edade3febd2d" providerId="ADAL" clId="{72E36F06-32C1-4FB1-8856-62AA5C4D770F}" dt="2025-10-13T09:47:59.420" v="1800" actId="207"/>
          <ac:spMkLst>
            <pc:docMk/>
            <pc:sldMk cId="4006818751" sldId="319"/>
            <ac:spMk id="3" creationId="{A9811CAA-0FF3-72B9-258C-E3ADA0A7E657}"/>
          </ac:spMkLst>
        </pc:spChg>
      </pc:sldChg>
      <pc:sldChg chg="modSp add mod">
        <pc:chgData name="zied.kammoun" userId="bf0d7764-83a7-4f46-aeea-edade3febd2d" providerId="ADAL" clId="{72E36F06-32C1-4FB1-8856-62AA5C4D770F}" dt="2025-10-13T09:48:16.910" v="1802" actId="207"/>
        <pc:sldMkLst>
          <pc:docMk/>
          <pc:sldMk cId="51716043" sldId="320"/>
        </pc:sldMkLst>
        <pc:spChg chg="mod">
          <ac:chgData name="zied.kammoun" userId="bf0d7764-83a7-4f46-aeea-edade3febd2d" providerId="ADAL" clId="{72E36F06-32C1-4FB1-8856-62AA5C4D770F}" dt="2025-10-13T09:48:16.910" v="1802" actId="207"/>
          <ac:spMkLst>
            <pc:docMk/>
            <pc:sldMk cId="51716043" sldId="320"/>
            <ac:spMk id="3" creationId="{7F7E0E40-C169-4AA9-10D4-15F46A6DA929}"/>
          </ac:spMkLst>
        </pc:spChg>
      </pc:sldChg>
      <pc:sldChg chg="modSp add mod">
        <pc:chgData name="zied.kammoun" userId="bf0d7764-83a7-4f46-aeea-edade3febd2d" providerId="ADAL" clId="{72E36F06-32C1-4FB1-8856-62AA5C4D770F}" dt="2025-10-13T09:50:25.845" v="1809" actId="207"/>
        <pc:sldMkLst>
          <pc:docMk/>
          <pc:sldMk cId="2497605249" sldId="321"/>
        </pc:sldMkLst>
        <pc:spChg chg="mod">
          <ac:chgData name="zied.kammoun" userId="bf0d7764-83a7-4f46-aeea-edade3febd2d" providerId="ADAL" clId="{72E36F06-32C1-4FB1-8856-62AA5C4D770F}" dt="2025-10-13T09:50:25.845" v="1809" actId="207"/>
          <ac:spMkLst>
            <pc:docMk/>
            <pc:sldMk cId="2497605249" sldId="321"/>
            <ac:spMk id="3" creationId="{4E9DF367-7EC4-AFA4-328D-457E7624D246}"/>
          </ac:spMkLst>
        </pc:spChg>
      </pc:sldChg>
      <pc:sldChg chg="modSp add mod">
        <pc:chgData name="zied.kammoun" userId="bf0d7764-83a7-4f46-aeea-edade3febd2d" providerId="ADAL" clId="{72E36F06-32C1-4FB1-8856-62AA5C4D770F}" dt="2025-10-13T09:51:03.327" v="1811" actId="207"/>
        <pc:sldMkLst>
          <pc:docMk/>
          <pc:sldMk cId="1379493735" sldId="322"/>
        </pc:sldMkLst>
        <pc:spChg chg="mod">
          <ac:chgData name="zied.kammoun" userId="bf0d7764-83a7-4f46-aeea-edade3febd2d" providerId="ADAL" clId="{72E36F06-32C1-4FB1-8856-62AA5C4D770F}" dt="2025-10-13T09:51:03.327" v="1811" actId="207"/>
          <ac:spMkLst>
            <pc:docMk/>
            <pc:sldMk cId="1379493735" sldId="322"/>
            <ac:spMk id="3" creationId="{7DB21D95-D2B5-0739-428A-D9A603E33E59}"/>
          </ac:spMkLst>
        </pc:spChg>
      </pc:sldChg>
      <pc:sldChg chg="modSp add mod">
        <pc:chgData name="zied.kammoun" userId="bf0d7764-83a7-4f46-aeea-edade3febd2d" providerId="ADAL" clId="{72E36F06-32C1-4FB1-8856-62AA5C4D770F}" dt="2025-10-13T09:51:25.206" v="1814" actId="207"/>
        <pc:sldMkLst>
          <pc:docMk/>
          <pc:sldMk cId="1868988153" sldId="323"/>
        </pc:sldMkLst>
        <pc:spChg chg="mod">
          <ac:chgData name="zied.kammoun" userId="bf0d7764-83a7-4f46-aeea-edade3febd2d" providerId="ADAL" clId="{72E36F06-32C1-4FB1-8856-62AA5C4D770F}" dt="2025-10-13T09:51:25.206" v="1814" actId="207"/>
          <ac:spMkLst>
            <pc:docMk/>
            <pc:sldMk cId="1868988153" sldId="323"/>
            <ac:spMk id="3" creationId="{37E92B47-DE86-842D-0A00-839BF7427E2B}"/>
          </ac:spMkLst>
        </pc:spChg>
      </pc:sldChg>
      <pc:sldChg chg="modSp add mod">
        <pc:chgData name="zied.kammoun" userId="bf0d7764-83a7-4f46-aeea-edade3febd2d" providerId="ADAL" clId="{72E36F06-32C1-4FB1-8856-62AA5C4D770F}" dt="2025-10-13T09:52:01.718" v="1816" actId="207"/>
        <pc:sldMkLst>
          <pc:docMk/>
          <pc:sldMk cId="2167311379" sldId="324"/>
        </pc:sldMkLst>
        <pc:spChg chg="mod">
          <ac:chgData name="zied.kammoun" userId="bf0d7764-83a7-4f46-aeea-edade3febd2d" providerId="ADAL" clId="{72E36F06-32C1-4FB1-8856-62AA5C4D770F}" dt="2025-10-13T09:52:01.718" v="1816" actId="207"/>
          <ac:spMkLst>
            <pc:docMk/>
            <pc:sldMk cId="2167311379" sldId="324"/>
            <ac:spMk id="3" creationId="{4FB9D4E5-F19B-BE62-C322-CE1680EEECE8}"/>
          </ac:spMkLst>
        </pc:spChg>
      </pc:sldChg>
      <pc:sldChg chg="modSp add mod">
        <pc:chgData name="zied.kammoun" userId="bf0d7764-83a7-4f46-aeea-edade3febd2d" providerId="ADAL" clId="{72E36F06-32C1-4FB1-8856-62AA5C4D770F}" dt="2025-10-13T09:52:19.351" v="1818" actId="207"/>
        <pc:sldMkLst>
          <pc:docMk/>
          <pc:sldMk cId="1495392765" sldId="325"/>
        </pc:sldMkLst>
        <pc:spChg chg="mod">
          <ac:chgData name="zied.kammoun" userId="bf0d7764-83a7-4f46-aeea-edade3febd2d" providerId="ADAL" clId="{72E36F06-32C1-4FB1-8856-62AA5C4D770F}" dt="2025-10-13T09:52:19.351" v="1818" actId="207"/>
          <ac:spMkLst>
            <pc:docMk/>
            <pc:sldMk cId="1495392765" sldId="325"/>
            <ac:spMk id="3" creationId="{BAB14AA6-FE5B-5ED1-19EE-202D98F58D63}"/>
          </ac:spMkLst>
        </pc:spChg>
      </pc:sldChg>
      <pc:sldChg chg="modSp add mod">
        <pc:chgData name="zied.kammoun" userId="bf0d7764-83a7-4f46-aeea-edade3febd2d" providerId="ADAL" clId="{72E36F06-32C1-4FB1-8856-62AA5C4D770F}" dt="2025-10-13T09:53:12.950" v="1821" actId="207"/>
        <pc:sldMkLst>
          <pc:docMk/>
          <pc:sldMk cId="929131732" sldId="326"/>
        </pc:sldMkLst>
        <pc:spChg chg="mod">
          <ac:chgData name="zied.kammoun" userId="bf0d7764-83a7-4f46-aeea-edade3febd2d" providerId="ADAL" clId="{72E36F06-32C1-4FB1-8856-62AA5C4D770F}" dt="2025-10-13T09:53:12.950" v="1821" actId="207"/>
          <ac:spMkLst>
            <pc:docMk/>
            <pc:sldMk cId="929131732" sldId="326"/>
            <ac:spMk id="3" creationId="{315BE7A3-B23A-376D-0789-BD816594A34D}"/>
          </ac:spMkLst>
        </pc:spChg>
      </pc:sldChg>
      <pc:sldChg chg="modSp add mod">
        <pc:chgData name="zied.kammoun" userId="bf0d7764-83a7-4f46-aeea-edade3febd2d" providerId="ADAL" clId="{72E36F06-32C1-4FB1-8856-62AA5C4D770F}" dt="2025-10-13T09:53:34.026" v="1823" actId="207"/>
        <pc:sldMkLst>
          <pc:docMk/>
          <pc:sldMk cId="586326310" sldId="327"/>
        </pc:sldMkLst>
        <pc:spChg chg="mod">
          <ac:chgData name="zied.kammoun" userId="bf0d7764-83a7-4f46-aeea-edade3febd2d" providerId="ADAL" clId="{72E36F06-32C1-4FB1-8856-62AA5C4D770F}" dt="2025-10-13T09:53:34.026" v="1823" actId="207"/>
          <ac:spMkLst>
            <pc:docMk/>
            <pc:sldMk cId="586326310" sldId="327"/>
            <ac:spMk id="3" creationId="{703D21BD-ED75-13D2-9706-48AD3FB37AA1}"/>
          </ac:spMkLst>
        </pc:spChg>
      </pc:sldChg>
      <pc:sldChg chg="modSp add mod">
        <pc:chgData name="zied.kammoun" userId="bf0d7764-83a7-4f46-aeea-edade3febd2d" providerId="ADAL" clId="{72E36F06-32C1-4FB1-8856-62AA5C4D770F}" dt="2025-10-13T09:54:05.758" v="1825" actId="207"/>
        <pc:sldMkLst>
          <pc:docMk/>
          <pc:sldMk cId="608639070" sldId="328"/>
        </pc:sldMkLst>
        <pc:spChg chg="mod">
          <ac:chgData name="zied.kammoun" userId="bf0d7764-83a7-4f46-aeea-edade3febd2d" providerId="ADAL" clId="{72E36F06-32C1-4FB1-8856-62AA5C4D770F}" dt="2025-10-13T09:54:05.758" v="1825" actId="207"/>
          <ac:spMkLst>
            <pc:docMk/>
            <pc:sldMk cId="608639070" sldId="328"/>
            <ac:spMk id="3" creationId="{24F56560-9F6F-18BA-CA80-09411D8925EC}"/>
          </ac:spMkLst>
        </pc:spChg>
      </pc:sldChg>
      <pc:sldChg chg="modSp add mod">
        <pc:chgData name="zied.kammoun" userId="bf0d7764-83a7-4f46-aeea-edade3febd2d" providerId="ADAL" clId="{72E36F06-32C1-4FB1-8856-62AA5C4D770F}" dt="2025-10-13T09:54:45.392" v="1829" actId="207"/>
        <pc:sldMkLst>
          <pc:docMk/>
          <pc:sldMk cId="1244067234" sldId="329"/>
        </pc:sldMkLst>
        <pc:spChg chg="mod">
          <ac:chgData name="zied.kammoun" userId="bf0d7764-83a7-4f46-aeea-edade3febd2d" providerId="ADAL" clId="{72E36F06-32C1-4FB1-8856-62AA5C4D770F}" dt="2025-10-13T09:54:45.392" v="1829" actId="207"/>
          <ac:spMkLst>
            <pc:docMk/>
            <pc:sldMk cId="1244067234" sldId="329"/>
            <ac:spMk id="3" creationId="{9E016B32-D6F1-6BEF-2442-85BA16765642}"/>
          </ac:spMkLst>
        </pc:spChg>
      </pc:sldChg>
      <pc:sldChg chg="modSp add mod">
        <pc:chgData name="zied.kammoun" userId="bf0d7764-83a7-4f46-aeea-edade3febd2d" providerId="ADAL" clId="{72E36F06-32C1-4FB1-8856-62AA5C4D770F}" dt="2025-10-13T09:55:21.447" v="1834" actId="20577"/>
        <pc:sldMkLst>
          <pc:docMk/>
          <pc:sldMk cId="1947998191" sldId="330"/>
        </pc:sldMkLst>
        <pc:spChg chg="mod">
          <ac:chgData name="zied.kammoun" userId="bf0d7764-83a7-4f46-aeea-edade3febd2d" providerId="ADAL" clId="{72E36F06-32C1-4FB1-8856-62AA5C4D770F}" dt="2025-10-13T09:55:21.447" v="1834" actId="20577"/>
          <ac:spMkLst>
            <pc:docMk/>
            <pc:sldMk cId="1947998191" sldId="330"/>
            <ac:spMk id="3" creationId="{9CCA2084-BE8F-5819-26BC-373A10AF030E}"/>
          </ac:spMkLst>
        </pc:spChg>
      </pc:sldChg>
      <pc:sldChg chg="new del">
        <pc:chgData name="zied.kammoun" userId="bf0d7764-83a7-4f46-aeea-edade3febd2d" providerId="ADAL" clId="{72E36F06-32C1-4FB1-8856-62AA5C4D770F}" dt="2025-10-13T09:55:26.221" v="1837" actId="47"/>
        <pc:sldMkLst>
          <pc:docMk/>
          <pc:sldMk cId="2983847976" sldId="331"/>
        </pc:sldMkLst>
      </pc:sldChg>
      <pc:sldChg chg="addSp delSp modSp new mod">
        <pc:chgData name="zied.kammoun" userId="bf0d7764-83a7-4f46-aeea-edade3febd2d" providerId="ADAL" clId="{72E36F06-32C1-4FB1-8856-62AA5C4D770F}" dt="2025-10-13T10:17:32.840" v="2247" actId="1036"/>
        <pc:sldMkLst>
          <pc:docMk/>
          <pc:sldMk cId="3920088592" sldId="331"/>
        </pc:sldMkLst>
        <pc:spChg chg="del">
          <ac:chgData name="zied.kammoun" userId="bf0d7764-83a7-4f46-aeea-edade3febd2d" providerId="ADAL" clId="{72E36F06-32C1-4FB1-8856-62AA5C4D770F}" dt="2025-10-13T10:10:16.120" v="2168" actId="478"/>
          <ac:spMkLst>
            <pc:docMk/>
            <pc:sldMk cId="3920088592" sldId="331"/>
            <ac:spMk id="2" creationId="{8F64EDA2-855E-3E4C-1736-401E7F179747}"/>
          </ac:spMkLst>
        </pc:spChg>
        <pc:spChg chg="del">
          <ac:chgData name="zied.kammoun" userId="bf0d7764-83a7-4f46-aeea-edade3febd2d" providerId="ADAL" clId="{72E36F06-32C1-4FB1-8856-62AA5C4D770F}" dt="2025-10-13T10:10:16.120" v="2168" actId="478"/>
          <ac:spMkLst>
            <pc:docMk/>
            <pc:sldMk cId="3920088592" sldId="331"/>
            <ac:spMk id="3" creationId="{5AFA4FF6-372D-6205-EFBA-FF73FA9CA1DC}"/>
          </ac:spMkLst>
        </pc:spChg>
        <pc:spChg chg="add mod">
          <ac:chgData name="zied.kammoun" userId="bf0d7764-83a7-4f46-aeea-edade3febd2d" providerId="ADAL" clId="{72E36F06-32C1-4FB1-8856-62AA5C4D770F}" dt="2025-10-13T10:17:32.840" v="2247" actId="1036"/>
          <ac:spMkLst>
            <pc:docMk/>
            <pc:sldMk cId="3920088592" sldId="331"/>
            <ac:spMk id="4" creationId="{ECA14B6B-BF44-CDD7-6A14-EB681380DA57}"/>
          </ac:spMkLst>
        </pc:spChg>
        <pc:spChg chg="add mod">
          <ac:chgData name="zied.kammoun" userId="bf0d7764-83a7-4f46-aeea-edade3febd2d" providerId="ADAL" clId="{72E36F06-32C1-4FB1-8856-62AA5C4D770F}" dt="2025-10-13T10:17:32.840" v="2247" actId="1036"/>
          <ac:spMkLst>
            <pc:docMk/>
            <pc:sldMk cId="3920088592" sldId="331"/>
            <ac:spMk id="5" creationId="{42D7AC64-18AA-19AF-E5B6-CAB103874FB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B30446-65EA-45B4-B02A-5F06091E062C}" type="datetimeFigureOut">
              <a:rPr lang="fr-FR" smtClean="0"/>
              <a:t>13/10/2025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5F2077-C8A1-47C9-B5FA-81AE806CB446}" type="slidenum">
              <a:rPr lang="fr-FR" smtClean="0"/>
              <a:t>‹N°›</a:t>
            </a:fld>
            <a:endParaRPr lang="fr-FR"/>
          </a:p>
        </p:txBody>
      </p:sp>
    </p:spTree>
    <p:extLst>
      <p:ext uri="{BB962C8B-B14F-4D97-AF65-F5344CB8AC3E}">
        <p14:creationId xmlns:p14="http://schemas.microsoft.com/office/powerpoint/2010/main" val="3691369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7834F79E-D4AE-9DE0-767F-9FBD44AE682A}"/>
            </a:ext>
          </a:extLst>
        </p:cNvPr>
        <p:cNvGrpSpPr/>
        <p:nvPr/>
      </p:nvGrpSpPr>
      <p:grpSpPr>
        <a:xfrm>
          <a:off x="0" y="0"/>
          <a:ext cx="0" cy="0"/>
          <a:chOff x="0" y="0"/>
          <a:chExt cx="0" cy="0"/>
        </a:xfrm>
      </p:grpSpPr>
      <p:sp>
        <p:nvSpPr>
          <p:cNvPr id="118" name="Google Shape;118;p4:notes">
            <a:extLst>
              <a:ext uri="{FF2B5EF4-FFF2-40B4-BE49-F238E27FC236}">
                <a16:creationId xmlns:a16="http://schemas.microsoft.com/office/drawing/2014/main" id="{D72A6E1A-FDCA-18CF-71F9-FF63CDAF56D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9" name="Google Shape;119;p4:notes">
            <a:extLst>
              <a:ext uri="{FF2B5EF4-FFF2-40B4-BE49-F238E27FC236}">
                <a16:creationId xmlns:a16="http://schemas.microsoft.com/office/drawing/2014/main" id="{70109C0A-C531-75D3-1150-774AC89F897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fr-FR" sz="1800" b="0" i="0" u="none" strike="noStrike" cap="none" dirty="0">
                <a:solidFill>
                  <a:srgbClr val="000000"/>
                </a:solidFill>
                <a:effectLst/>
                <a:latin typeface="Arial" panose="020B0604020202020204"/>
                <a:ea typeface="Arial" panose="020B0604020202020204"/>
                <a:cs typeface="Arial" panose="020B0604020202020204"/>
                <a:sym typeface="Arial" panose="020B0604020202020204"/>
              </a:rPr>
              <a:t>b/c/d/e</a:t>
            </a:r>
          </a:p>
        </p:txBody>
      </p:sp>
      <p:sp>
        <p:nvSpPr>
          <p:cNvPr id="120" name="Google Shape;120;p4:notes">
            <a:extLst>
              <a:ext uri="{FF2B5EF4-FFF2-40B4-BE49-F238E27FC236}">
                <a16:creationId xmlns:a16="http://schemas.microsoft.com/office/drawing/2014/main" id="{132768EB-346B-8E95-61C2-91E1F3644CAE}"/>
              </a:ext>
            </a:extLst>
          </p:cNvPr>
          <p:cNvSpPr txBox="1"/>
          <p:nvPr/>
        </p:nvSpPr>
        <p:spPr>
          <a:xfrm>
            <a:off x="3884612" y="8685212"/>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panose="020F0502020204030204"/>
              <a:buNone/>
            </a:pPr>
            <a:fld id="{00000000-1234-1234-1234-123412341234}" type="slidenum">
              <a:rPr lang="en-US" sz="1200" b="0" i="0" u="none" strike="noStrike" cap="none">
                <a:solidFill>
                  <a:srgbClr val="000000"/>
                </a:solidFill>
                <a:latin typeface="Calibri" panose="020F0502020204030204"/>
                <a:ea typeface="Calibri" panose="020F0502020204030204"/>
                <a:cs typeface="Calibri" panose="020F0502020204030204"/>
                <a:sym typeface="Calibri" panose="020F0502020204030204"/>
              </a:rPr>
              <a:t>7</a:t>
            </a:fld>
            <a:endParaRPr lang="en-US" sz="1200" b="0" i="0" u="none" strike="noStrike" cap="none">
              <a:solidFill>
                <a:srgbClr val="000000"/>
              </a:solidFill>
              <a:latin typeface="Calibri" panose="020F0502020204030204"/>
              <a:ea typeface="Calibri" panose="020F0502020204030204"/>
              <a:cs typeface="Calibri" panose="020F0502020204030204"/>
              <a:sym typeface="Calibri" panose="020F0502020204030204"/>
            </a:endParaRPr>
          </a:p>
        </p:txBody>
      </p:sp>
    </p:spTree>
    <p:extLst>
      <p:ext uri="{BB962C8B-B14F-4D97-AF65-F5344CB8AC3E}">
        <p14:creationId xmlns:p14="http://schemas.microsoft.com/office/powerpoint/2010/main" val="3680160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F1D034-8154-92B5-668B-74FF8637096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1A7DE024-781F-A764-C027-6ABC915DCF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BDF35F02-5871-FC8D-BD95-9295C5770464}"/>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5" name="Espace réservé du pied de page 4">
            <a:extLst>
              <a:ext uri="{FF2B5EF4-FFF2-40B4-BE49-F238E27FC236}">
                <a16:creationId xmlns:a16="http://schemas.microsoft.com/office/drawing/2014/main" id="{D8ACD9A9-2DC0-E145-5637-A55B9C4C4D1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EA8CBAC-147E-3A28-8827-0AC6E1F704D9}"/>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11347304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6D285D-521B-0F1A-C1F1-E7261EF55C4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19DCEA3-F651-9B26-6087-9259E94348F3}"/>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2FF03B7-1A45-1D09-6AFA-5975886B1D07}"/>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5" name="Espace réservé du pied de page 4">
            <a:extLst>
              <a:ext uri="{FF2B5EF4-FFF2-40B4-BE49-F238E27FC236}">
                <a16:creationId xmlns:a16="http://schemas.microsoft.com/office/drawing/2014/main" id="{86A99319-3DA8-6E1A-1EA7-49926D5138A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815D89A-76C3-7277-BB69-B99E5E4F6A07}"/>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2288886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656B2F-07D6-9E62-178E-2491F648F50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DC356FA2-3007-945F-D793-E3587EF68B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11039E66-03E5-B9C0-209B-1A3984021A4D}"/>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5" name="Espace réservé du pied de page 4">
            <a:extLst>
              <a:ext uri="{FF2B5EF4-FFF2-40B4-BE49-F238E27FC236}">
                <a16:creationId xmlns:a16="http://schemas.microsoft.com/office/drawing/2014/main" id="{1D880027-6723-D637-7F20-FC6E6C3D09C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30C704D-D9C3-C2CC-08CB-C8E6FE7F3757}"/>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1419650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4C6C3F-517A-FAD4-09A8-F96102F250F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8238340-6061-7161-4DA6-4FEA025539E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DAE762E-6E98-981F-DE00-B519C21384A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2FADE55B-9CB2-8DF6-839B-4C2AD4D94934}"/>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6" name="Espace réservé du pied de page 5">
            <a:extLst>
              <a:ext uri="{FF2B5EF4-FFF2-40B4-BE49-F238E27FC236}">
                <a16:creationId xmlns:a16="http://schemas.microsoft.com/office/drawing/2014/main" id="{3BACF86B-D024-4940-B706-6EABEE4BD42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8188525-D9D3-9314-EE8C-04B774F53F30}"/>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1769580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29FD6D-2871-D3C5-519F-BF2FB57F36A4}"/>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6617997-98FB-022C-D9AB-1D20B078DA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0561845-1E61-9367-33BF-04CFAC728A3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B9691AE-9267-A48C-4C26-69B9F3D936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D05F34F-77DB-70F1-10AE-06F42D4E2F5F}"/>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C5BF1D7-D1C7-D835-7C06-B1B178AFD7CC}"/>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8" name="Espace réservé du pied de page 7">
            <a:extLst>
              <a:ext uri="{FF2B5EF4-FFF2-40B4-BE49-F238E27FC236}">
                <a16:creationId xmlns:a16="http://schemas.microsoft.com/office/drawing/2014/main" id="{A016263D-35B0-62CE-DF5F-E5A655922653}"/>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E1944A30-69A6-A75D-747D-398FCD39AFE5}"/>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3891671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6F9503-734B-50BE-47F7-8B6989E0A3F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2B384F00-4332-46A0-8C2C-5125BD5492AC}"/>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4" name="Espace réservé du pied de page 3">
            <a:extLst>
              <a:ext uri="{FF2B5EF4-FFF2-40B4-BE49-F238E27FC236}">
                <a16:creationId xmlns:a16="http://schemas.microsoft.com/office/drawing/2014/main" id="{883623CE-3C8F-9B6D-0B43-EF504BD41A2C}"/>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E008C935-26A5-F8CC-12A9-3782D6E4F1E7}"/>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1900719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D52AB0B-69C5-350B-353E-6853116D6E81}"/>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3" name="Espace réservé du pied de page 2">
            <a:extLst>
              <a:ext uri="{FF2B5EF4-FFF2-40B4-BE49-F238E27FC236}">
                <a16:creationId xmlns:a16="http://schemas.microsoft.com/office/drawing/2014/main" id="{E6CFC1B1-A34B-D5EA-E4B9-36AA5C5205E0}"/>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E08AA83C-8A99-8A53-23BD-6042C08AE522}"/>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2061473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86F7EC-CF56-AF70-E64B-9109ED66779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A18FE54D-C1D3-B481-05B7-82C82BA089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9A80A02-121A-D901-A89A-8EF07E45B0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21DB3A1-BD94-49F3-01A9-8B32E74A7DEB}"/>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6" name="Espace réservé du pied de page 5">
            <a:extLst>
              <a:ext uri="{FF2B5EF4-FFF2-40B4-BE49-F238E27FC236}">
                <a16:creationId xmlns:a16="http://schemas.microsoft.com/office/drawing/2014/main" id="{291E4814-5E37-593D-D180-007B97547F8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7DBA9C5-EC7B-763B-E26A-963FF1BB0D86}"/>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3876775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BB5100-4F2F-1CEC-81AC-1AE32C92F02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6CA2F28-35BD-2D46-456B-FC03CD4942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A1669E32-F7B7-600A-4853-D6C21EC0C5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12383BB-A48F-475B-693E-67DD6D1D8E2B}"/>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6" name="Espace réservé du pied de page 5">
            <a:extLst>
              <a:ext uri="{FF2B5EF4-FFF2-40B4-BE49-F238E27FC236}">
                <a16:creationId xmlns:a16="http://schemas.microsoft.com/office/drawing/2014/main" id="{9571B41E-BA97-2C81-ADFA-7E4380D164A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2892840-ACD1-D8AD-FC09-4C3EC17EBFA8}"/>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3627586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277A71-53AD-4905-2653-98F08D5E0723}"/>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889438B-418A-949C-313D-22BB465C842C}"/>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C795BAC-4359-D93A-6BF6-B9D55DB4F2BE}"/>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5" name="Espace réservé du pied de page 4">
            <a:extLst>
              <a:ext uri="{FF2B5EF4-FFF2-40B4-BE49-F238E27FC236}">
                <a16:creationId xmlns:a16="http://schemas.microsoft.com/office/drawing/2014/main" id="{7094D4EF-6814-5A9F-0C2D-BDC0F666BF3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002F8DF-1C0B-EDA8-C42B-C7C29C94EC2C}"/>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2112456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F595B16-D70F-BE17-F450-292F6B78EB5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A54631D6-A8CF-33A2-8E73-F7104A5CD5A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C5F323D-12A0-B8B4-B587-114B8AE2854B}"/>
              </a:ext>
            </a:extLst>
          </p:cNvPr>
          <p:cNvSpPr>
            <a:spLocks noGrp="1"/>
          </p:cNvSpPr>
          <p:nvPr>
            <p:ph type="dt" sz="half" idx="10"/>
          </p:nvPr>
        </p:nvSpPr>
        <p:spPr/>
        <p:txBody>
          <a:bodyPr/>
          <a:lstStyle/>
          <a:p>
            <a:fld id="{08151155-6971-4214-B623-D00C200C2F2C}" type="datetimeFigureOut">
              <a:rPr lang="fr-FR" smtClean="0"/>
              <a:t>13/10/2025</a:t>
            </a:fld>
            <a:endParaRPr lang="fr-FR"/>
          </a:p>
        </p:txBody>
      </p:sp>
      <p:sp>
        <p:nvSpPr>
          <p:cNvPr id="5" name="Espace réservé du pied de page 4">
            <a:extLst>
              <a:ext uri="{FF2B5EF4-FFF2-40B4-BE49-F238E27FC236}">
                <a16:creationId xmlns:a16="http://schemas.microsoft.com/office/drawing/2014/main" id="{D772A869-8B59-5A07-A2E9-3C4E42E6FD5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AEDE717-B8A0-DA8B-EEB7-6613B3C8404A}"/>
              </a:ext>
            </a:extLst>
          </p:cNvPr>
          <p:cNvSpPr>
            <a:spLocks noGrp="1"/>
          </p:cNvSpPr>
          <p:nvPr>
            <p:ph type="sldNum" sz="quarter" idx="12"/>
          </p:nvPr>
        </p:nvSpPr>
        <p:spPr/>
        <p:txBody>
          <a:bodyPr/>
          <a:lstStyle/>
          <a:p>
            <a:fld id="{5CFAC97D-DEE9-4BA1-B26C-70F0EFAFB8E2}" type="slidenum">
              <a:rPr lang="fr-FR" smtClean="0"/>
              <a:t>‹N°›</a:t>
            </a:fld>
            <a:endParaRPr lang="fr-FR"/>
          </a:p>
        </p:txBody>
      </p:sp>
    </p:spTree>
    <p:extLst>
      <p:ext uri="{BB962C8B-B14F-4D97-AF65-F5344CB8AC3E}">
        <p14:creationId xmlns:p14="http://schemas.microsoft.com/office/powerpoint/2010/main" val="1674013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68728941-AD9F-3896-BC03-9C775B641D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56BDF910-DB70-7713-0BE2-83E7B0F7F3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5DDFC4F-8EFD-1282-EB22-C3A67B5913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151155-6971-4214-B623-D00C200C2F2C}" type="datetimeFigureOut">
              <a:rPr lang="fr-FR" smtClean="0"/>
              <a:t>13/10/2025</a:t>
            </a:fld>
            <a:endParaRPr lang="fr-FR"/>
          </a:p>
        </p:txBody>
      </p:sp>
      <p:sp>
        <p:nvSpPr>
          <p:cNvPr id="5" name="Espace réservé du pied de page 4">
            <a:extLst>
              <a:ext uri="{FF2B5EF4-FFF2-40B4-BE49-F238E27FC236}">
                <a16:creationId xmlns:a16="http://schemas.microsoft.com/office/drawing/2014/main" id="{EDCBFA2B-C811-F278-1176-409F58757B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AE3659D-E9E0-5CD6-626A-4EEA721125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CFAC97D-DEE9-4BA1-B26C-70F0EFAFB8E2}" type="slidenum">
              <a:rPr lang="fr-FR" smtClean="0"/>
              <a:t>‹N°›</a:t>
            </a:fld>
            <a:endParaRPr lang="fr-FR"/>
          </a:p>
        </p:txBody>
      </p:sp>
    </p:spTree>
    <p:extLst>
      <p:ext uri="{BB962C8B-B14F-4D97-AF65-F5344CB8AC3E}">
        <p14:creationId xmlns:p14="http://schemas.microsoft.com/office/powerpoint/2010/main" val="3691151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E6A78-A49D-73C9-E85C-83C0CC4FFAC8}"/>
            </a:ext>
          </a:extLst>
        </p:cNvPr>
        <p:cNvGrpSpPr/>
        <p:nvPr/>
      </p:nvGrpSpPr>
      <p:grpSpPr>
        <a:xfrm>
          <a:off x="0" y="0"/>
          <a:ext cx="0" cy="0"/>
          <a:chOff x="0" y="0"/>
          <a:chExt cx="0" cy="0"/>
        </a:xfrm>
      </p:grpSpPr>
      <p:pic>
        <p:nvPicPr>
          <p:cNvPr id="1026" name="Picture 2" descr="FMS - Authentification">
            <a:extLst>
              <a:ext uri="{FF2B5EF4-FFF2-40B4-BE49-F238E27FC236}">
                <a16:creationId xmlns:a16="http://schemas.microsoft.com/office/drawing/2014/main" id="{CF562570-6DFB-32CC-680C-2034D406F46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628" t="4638" r="22777" b="12042"/>
          <a:stretch>
            <a:fillRect/>
          </a:stretch>
        </p:blipFill>
        <p:spPr bwMode="auto">
          <a:xfrm>
            <a:off x="4921315" y="770041"/>
            <a:ext cx="2199166" cy="2172695"/>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702BF6AB-88C3-DC20-4A08-D7617F0963CB}"/>
              </a:ext>
            </a:extLst>
          </p:cNvPr>
          <p:cNvSpPr txBox="1"/>
          <p:nvPr/>
        </p:nvSpPr>
        <p:spPr>
          <a:xfrm>
            <a:off x="3330449" y="2967335"/>
            <a:ext cx="5380897" cy="923330"/>
          </a:xfrm>
          <a:prstGeom prst="rect">
            <a:avLst/>
          </a:prstGeom>
          <a:noFill/>
        </p:spPr>
        <p:txBody>
          <a:bodyPr wrap="none" rtlCol="0">
            <a:spAutoFit/>
          </a:bodyPr>
          <a:lstStyle/>
          <a:p>
            <a:r>
              <a:rPr lang="fr-FR" sz="5400" b="1" dirty="0">
                <a:latin typeface="Calibri" panose="020F0502020204030204" pitchFamily="34" charset="0"/>
                <a:ea typeface="Calibri" panose="020F0502020204030204" pitchFamily="34" charset="0"/>
                <a:cs typeface="Calibri" panose="020F0502020204030204" pitchFamily="34" charset="0"/>
              </a:rPr>
              <a:t>Péritonites Aigües</a:t>
            </a:r>
          </a:p>
        </p:txBody>
      </p:sp>
      <p:sp>
        <p:nvSpPr>
          <p:cNvPr id="2" name="ZoneTexte 1">
            <a:extLst>
              <a:ext uri="{FF2B5EF4-FFF2-40B4-BE49-F238E27FC236}">
                <a16:creationId xmlns:a16="http://schemas.microsoft.com/office/drawing/2014/main" id="{C214E06A-BD35-775C-D474-C0E92433EBFB}"/>
              </a:ext>
            </a:extLst>
          </p:cNvPr>
          <p:cNvSpPr txBox="1"/>
          <p:nvPr/>
        </p:nvSpPr>
        <p:spPr>
          <a:xfrm>
            <a:off x="4630374" y="4681814"/>
            <a:ext cx="2931252" cy="523220"/>
          </a:xfrm>
          <a:prstGeom prst="rect">
            <a:avLst/>
          </a:prstGeom>
          <a:noFill/>
        </p:spPr>
        <p:txBody>
          <a:bodyPr wrap="none" rtlCol="0">
            <a:spAutoFit/>
          </a:bodyPr>
          <a:lstStyle/>
          <a:p>
            <a:r>
              <a:rPr lang="fr-FR" sz="2800" dirty="0" err="1">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Nozha</a:t>
            </a:r>
            <a:r>
              <a:rPr lang="fr-FR" sz="28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 </a:t>
            </a:r>
            <a:r>
              <a:rPr lang="fr-FR" sz="2800" dirty="0" err="1">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Toumi</a:t>
            </a:r>
            <a:r>
              <a:rPr lang="fr-FR" sz="28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 </a:t>
            </a:r>
            <a:r>
              <a:rPr lang="fr-FR" sz="2800" dirty="0" err="1">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Kallel</a:t>
            </a:r>
            <a:endParaRPr lang="fr-FR" sz="28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3" name="ZoneTexte 2">
            <a:extLst>
              <a:ext uri="{FF2B5EF4-FFF2-40B4-BE49-F238E27FC236}">
                <a16:creationId xmlns:a16="http://schemas.microsoft.com/office/drawing/2014/main" id="{110F74F0-997E-C844-5BAE-160BEED4AE5B}"/>
              </a:ext>
            </a:extLst>
          </p:cNvPr>
          <p:cNvSpPr txBox="1"/>
          <p:nvPr/>
        </p:nvSpPr>
        <p:spPr>
          <a:xfrm>
            <a:off x="2388842" y="5564739"/>
            <a:ext cx="7609134" cy="523220"/>
          </a:xfrm>
          <a:prstGeom prst="rect">
            <a:avLst/>
          </a:prstGeom>
          <a:noFill/>
        </p:spPr>
        <p:txBody>
          <a:bodyPr wrap="none" rtlCol="0">
            <a:spAutoFit/>
          </a:bodyPr>
          <a:lstStyle/>
          <a:p>
            <a:r>
              <a:rPr lang="fr-FR" sz="2800" dirty="0" err="1">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Pr.Ag.Imagerie</a:t>
            </a:r>
            <a:r>
              <a:rPr lang="fr-FR" sz="2800" dirty="0">
                <a:solidFill>
                  <a:schemeClr val="bg2">
                    <a:lumMod val="50000"/>
                  </a:schemeClr>
                </a:solidFill>
                <a:latin typeface="Calibri" panose="020F0502020204030204" pitchFamily="34" charset="0"/>
                <a:ea typeface="Calibri" panose="020F0502020204030204" pitchFamily="34" charset="0"/>
                <a:cs typeface="Calibri" panose="020F0502020204030204" pitchFamily="34" charset="0"/>
              </a:rPr>
              <a:t> médicale CHU Habib Bourguiba Sfax</a:t>
            </a:r>
          </a:p>
        </p:txBody>
      </p:sp>
    </p:spTree>
    <p:extLst>
      <p:ext uri="{BB962C8B-B14F-4D97-AF65-F5344CB8AC3E}">
        <p14:creationId xmlns:p14="http://schemas.microsoft.com/office/powerpoint/2010/main" val="920508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8C6369-E9D3-E7DA-2CF7-D518238AC2AB}"/>
              </a:ext>
            </a:extLst>
          </p:cNvPr>
          <p:cNvSpPr>
            <a:spLocks noGrp="1"/>
          </p:cNvSpPr>
          <p:nvPr>
            <p:ph type="title"/>
          </p:nvPr>
        </p:nvSpPr>
        <p:spPr/>
        <p:txBody>
          <a:bodyPr/>
          <a:lstStyle/>
          <a:p>
            <a:r>
              <a:rPr lang="fr-FR" dirty="0">
                <a:latin typeface="Arial" panose="020B0604020202020204" pitchFamily="34" charset="0"/>
                <a:cs typeface="Arial" panose="020B0604020202020204" pitchFamily="34" charset="0"/>
              </a:rPr>
              <a:t>Péritonites aigües</a:t>
            </a:r>
          </a:p>
        </p:txBody>
      </p:sp>
      <p:sp>
        <p:nvSpPr>
          <p:cNvPr id="7" name="Titre 1">
            <a:extLst>
              <a:ext uri="{FF2B5EF4-FFF2-40B4-BE49-F238E27FC236}">
                <a16:creationId xmlns:a16="http://schemas.microsoft.com/office/drawing/2014/main" id="{40F18F03-587E-F0D4-2787-0A64A5930C2B}"/>
              </a:ext>
            </a:extLst>
          </p:cNvPr>
          <p:cNvSpPr txBox="1">
            <a:spLocks/>
          </p:cNvSpPr>
          <p:nvPr/>
        </p:nvSpPr>
        <p:spPr>
          <a:xfrm>
            <a:off x="838200" y="2364934"/>
            <a:ext cx="10819300" cy="1688592"/>
          </a:xfrm>
          <a:prstGeom prst="rect">
            <a:avLst/>
          </a:prstGeom>
          <a:ln w="19050">
            <a:solidFill>
              <a:schemeClr val="tx1"/>
            </a:solid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1500"/>
              </a:spcAft>
            </a:pPr>
            <a:r>
              <a:rPr lang="fr-FR" sz="2800" b="1" dirty="0">
                <a:latin typeface="Times New Roman" panose="02020603050405020304" pitchFamily="18" charset="0"/>
                <a:cs typeface="Times New Roman" panose="02020603050405020304" pitchFamily="18" charset="0"/>
              </a:rPr>
              <a:t>Objectifs :</a:t>
            </a:r>
            <a:endParaRPr lang="fr-FR" sz="2800" dirty="0">
              <a:latin typeface="Times New Roman" panose="02020603050405020304" pitchFamily="18" charset="0"/>
              <a:cs typeface="Times New Roman" panose="02020603050405020304" pitchFamily="18" charset="0"/>
            </a:endParaRPr>
          </a:p>
          <a:p>
            <a:r>
              <a:rPr lang="fr-FR" sz="2800" dirty="0">
                <a:latin typeface="Times New Roman" panose="02020603050405020304" pitchFamily="18" charset="0"/>
                <a:cs typeface="Times New Roman" panose="02020603050405020304" pitchFamily="18" charset="0"/>
              </a:rPr>
              <a:t>7- Établir le diagnostic étiologique d’une PA à partir des données cliniques et paracliniques </a:t>
            </a:r>
          </a:p>
        </p:txBody>
      </p:sp>
    </p:spTree>
    <p:extLst>
      <p:ext uri="{BB962C8B-B14F-4D97-AF65-F5344CB8AC3E}">
        <p14:creationId xmlns:p14="http://schemas.microsoft.com/office/powerpoint/2010/main" val="1877302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D52B5F3-50F9-6362-7F47-AEC51E1E8FC7}"/>
              </a:ext>
            </a:extLst>
          </p:cNvPr>
          <p:cNvSpPr>
            <a:spLocks noGrp="1"/>
          </p:cNvSpPr>
          <p:nvPr>
            <p:ph idx="1"/>
          </p:nvPr>
        </p:nvSpPr>
        <p:spPr>
          <a:xfrm>
            <a:off x="838200" y="1541145"/>
            <a:ext cx="10515600" cy="3406775"/>
          </a:xfrm>
        </p:spPr>
        <p:txBody>
          <a:bodyPr anchor="ctr" anchorCtr="0"/>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 Le pneumopéritoine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constant en cas de perforation d’un organe creux</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important en cas de perforation colique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Témoigne de la présence de germes anaérobie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Peut être unilatérale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Peut être remplacé par un NHA sous phrénique</a:t>
            </a:r>
          </a:p>
        </p:txBody>
      </p:sp>
      <p:pic>
        <p:nvPicPr>
          <p:cNvPr id="4" name="Image 3">
            <a:extLst>
              <a:ext uri="{FF2B5EF4-FFF2-40B4-BE49-F238E27FC236}">
                <a16:creationId xmlns:a16="http://schemas.microsoft.com/office/drawing/2014/main" id="{DF8215C2-C369-6FC8-5635-9751D2498841}"/>
              </a:ext>
            </a:extLst>
          </p:cNvPr>
          <p:cNvPicPr>
            <a:picLocks noChangeAspect="1"/>
          </p:cNvPicPr>
          <p:nvPr/>
        </p:nvPicPr>
        <p:blipFill>
          <a:blip r:embed="rId2"/>
          <a:stretch>
            <a:fillRect/>
          </a:stretch>
        </p:blipFill>
        <p:spPr>
          <a:xfrm>
            <a:off x="9486900" y="2128837"/>
            <a:ext cx="2362200" cy="26003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63158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549FC-FD67-C593-699F-54D8A284152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3D3A287-E0D2-874B-29FA-456E2644EF48}"/>
              </a:ext>
            </a:extLst>
          </p:cNvPr>
          <p:cNvSpPr>
            <a:spLocks noGrp="1"/>
          </p:cNvSpPr>
          <p:nvPr>
            <p:ph idx="1"/>
          </p:nvPr>
        </p:nvSpPr>
        <p:spPr>
          <a:xfrm>
            <a:off x="838200" y="1541145"/>
            <a:ext cx="10515600" cy="3406775"/>
          </a:xfrm>
        </p:spPr>
        <p:txBody>
          <a:bodyPr anchor="ctr" anchorCtr="0"/>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 Le pneumopéritoine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constant en cas de perforation d’un organe creux</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Est important en cas de perforation colique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Témoigne de la présence de germes anaérobie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Peut être unilatérale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Peut être remplacé par un NHA sous phrénique</a:t>
            </a:r>
          </a:p>
        </p:txBody>
      </p:sp>
      <p:pic>
        <p:nvPicPr>
          <p:cNvPr id="4" name="Image 3">
            <a:extLst>
              <a:ext uri="{FF2B5EF4-FFF2-40B4-BE49-F238E27FC236}">
                <a16:creationId xmlns:a16="http://schemas.microsoft.com/office/drawing/2014/main" id="{20059608-B2AB-1F0F-6A07-06DA6D109ACB}"/>
              </a:ext>
            </a:extLst>
          </p:cNvPr>
          <p:cNvPicPr>
            <a:picLocks noChangeAspect="1"/>
          </p:cNvPicPr>
          <p:nvPr/>
        </p:nvPicPr>
        <p:blipFill>
          <a:blip r:embed="rId2"/>
          <a:stretch>
            <a:fillRect/>
          </a:stretch>
        </p:blipFill>
        <p:spPr>
          <a:xfrm>
            <a:off x="9486900" y="2128837"/>
            <a:ext cx="2362200" cy="260032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813779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3A668-45BD-5521-3424-A12E99C958F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17F9F15-F817-FD15-A6C1-FC4892648D2B}"/>
              </a:ext>
            </a:extLst>
          </p:cNvPr>
          <p:cNvSpPr>
            <a:spLocks noGrp="1"/>
          </p:cNvSpPr>
          <p:nvPr>
            <p:ph idx="1"/>
          </p:nvPr>
        </p:nvSpPr>
        <p:spPr>
          <a:xfrm>
            <a:off x="838200" y="1541145"/>
            <a:ext cx="1051560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 Le scanner abdominal au cours d’un syndrome péritonéal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indispensable au diagnostic positif</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Peut mettre en évidence un pneumopéritoine localisé</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Permet de rechercher l’étiologie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contre-indiqué en présence d’une insuffisance rénale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utile en cas de péritonite asthénique</a:t>
            </a:r>
          </a:p>
        </p:txBody>
      </p:sp>
    </p:spTree>
    <p:extLst>
      <p:ext uri="{BB962C8B-B14F-4D97-AF65-F5344CB8AC3E}">
        <p14:creationId xmlns:p14="http://schemas.microsoft.com/office/powerpoint/2010/main" val="3802743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4639E-2205-7FE3-7F7C-D612DEDD864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152DF6F-3937-972E-E12A-48AABAD0146B}"/>
              </a:ext>
            </a:extLst>
          </p:cNvPr>
          <p:cNvSpPr>
            <a:spLocks noGrp="1"/>
          </p:cNvSpPr>
          <p:nvPr>
            <p:ph idx="1"/>
          </p:nvPr>
        </p:nvSpPr>
        <p:spPr>
          <a:xfrm>
            <a:off x="838200" y="1541145"/>
            <a:ext cx="1051560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2/ Le scanner abdominal au cours d’un syndrome péritonéal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indispensable au diagnostic positif</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Peut mettre en évidence un pneumopéritoine localisé</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Permet de rechercher l’étiologie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Est contre-indiqué en présence d’une insuffisance rénale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Est utile en cas de péritonite asthénique</a:t>
            </a:r>
          </a:p>
        </p:txBody>
      </p:sp>
    </p:spTree>
    <p:extLst>
      <p:ext uri="{BB962C8B-B14F-4D97-AF65-F5344CB8AC3E}">
        <p14:creationId xmlns:p14="http://schemas.microsoft.com/office/powerpoint/2010/main" val="237384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D073A02A-B954-061C-BB6D-AD83E0971764}"/>
            </a:ext>
          </a:extLst>
        </p:cNvPr>
        <p:cNvGrpSpPr/>
        <p:nvPr/>
      </p:nvGrpSpPr>
      <p:grpSpPr>
        <a:xfrm>
          <a:off x="0" y="0"/>
          <a:ext cx="0" cy="0"/>
          <a:chOff x="0" y="0"/>
          <a:chExt cx="0" cy="0"/>
        </a:xfrm>
      </p:grpSpPr>
      <p:sp>
        <p:nvSpPr>
          <p:cNvPr id="7" name="Titre 1">
            <a:extLst>
              <a:ext uri="{FF2B5EF4-FFF2-40B4-BE49-F238E27FC236}">
                <a16:creationId xmlns:a16="http://schemas.microsoft.com/office/drawing/2014/main" id="{D21E3DAE-0942-6A8A-8543-865E3DEBFF43}"/>
              </a:ext>
            </a:extLst>
          </p:cNvPr>
          <p:cNvSpPr txBox="1">
            <a:spLocks/>
          </p:cNvSpPr>
          <p:nvPr/>
        </p:nvSpPr>
        <p:spPr>
          <a:xfrm>
            <a:off x="754635" y="1570798"/>
            <a:ext cx="10849761" cy="3385344"/>
          </a:xfrm>
          <a:prstGeom prst="rect">
            <a:avLst/>
          </a:prstGeom>
          <a:ln w="19050">
            <a:solidFill>
              <a:schemeClr val="tx1"/>
            </a:solidFill>
          </a:ln>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50000"/>
              </a:lnSpc>
              <a:spcAft>
                <a:spcPts val="1500"/>
              </a:spcAft>
            </a:pPr>
            <a:r>
              <a:rPr lang="fr-FR" sz="2400" dirty="0">
                <a:latin typeface="Times New Roman" panose="02020603050405020304" pitchFamily="18" charset="0"/>
                <a:cs typeface="Times New Roman" panose="02020603050405020304" pitchFamily="18" charset="0"/>
              </a:rPr>
              <a:t>appendiculaire... De ce fait, il est de plus en plus souvent fait en première intention avant l'Abdomen sans préparation (celui-ci devenant inutile). Il est cependant nécessaire de vérifier auparavant </a:t>
            </a:r>
            <a:r>
              <a:rPr lang="fr-FR" sz="2400" dirty="0">
                <a:highlight>
                  <a:srgbClr val="FF0000"/>
                </a:highlight>
                <a:latin typeface="Times New Roman" panose="02020603050405020304" pitchFamily="18" charset="0"/>
                <a:cs typeface="Times New Roman" panose="02020603050405020304" pitchFamily="18" charset="0"/>
              </a:rPr>
              <a:t>la bonne qualité </a:t>
            </a:r>
            <a:r>
              <a:rPr lang="fr-FR" sz="2400" dirty="0">
                <a:solidFill>
                  <a:srgbClr val="0070C0"/>
                </a:solidFill>
                <a:latin typeface="Times New Roman" panose="02020603050405020304" pitchFamily="18" charset="0"/>
                <a:cs typeface="Times New Roman" panose="02020603050405020304" pitchFamily="18" charset="0"/>
              </a:rPr>
              <a:t>l'intégrité </a:t>
            </a:r>
            <a:r>
              <a:rPr lang="fr-FR" sz="2400" dirty="0">
                <a:latin typeface="Times New Roman" panose="02020603050405020304" pitchFamily="18" charset="0"/>
                <a:cs typeface="Times New Roman" panose="02020603050405020304" pitchFamily="18" charset="0"/>
              </a:rPr>
              <a:t>de la fonction rénale. Si celle-ci est altérée, il doit être fait sans injection de produit de contraste </a:t>
            </a:r>
            <a:r>
              <a:rPr lang="fr-FR" sz="2400" dirty="0">
                <a:solidFill>
                  <a:srgbClr val="0070C0"/>
                </a:solidFill>
                <a:latin typeface="Times New Roman" panose="02020603050405020304" pitchFamily="18" charset="0"/>
                <a:cs typeface="Times New Roman" panose="02020603050405020304" pitchFamily="18" charset="0"/>
              </a:rPr>
              <a:t>ou réalisé après brève protocole de réhydratation si l'état du patient le permet et sans retarder la prise en charge</a:t>
            </a:r>
            <a:r>
              <a:rPr lang="fr-FR" sz="2400" dirty="0">
                <a:latin typeface="Times New Roman" panose="02020603050405020304" pitchFamily="18" charset="0"/>
                <a:cs typeface="Times New Roman" panose="02020603050405020304" pitchFamily="18" charset="0"/>
              </a:rPr>
              <a:t>. Dans cette forme typique, les examens complémentaires sont peu utiles pour le diagnostic positif, leur intérêt est d'apprécier le retentissement de la péritonite.</a:t>
            </a:r>
          </a:p>
        </p:txBody>
      </p:sp>
    </p:spTree>
    <p:extLst>
      <p:ext uri="{BB962C8B-B14F-4D97-AF65-F5344CB8AC3E}">
        <p14:creationId xmlns:p14="http://schemas.microsoft.com/office/powerpoint/2010/main" val="193603101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CAF09-14B3-9873-BD49-50C53449C0A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5010DFB-CC1C-9183-6CEC-FD7DB29D5BF5}"/>
              </a:ext>
            </a:extLst>
          </p:cNvPr>
          <p:cNvSpPr>
            <a:spLocks noGrp="1"/>
          </p:cNvSpPr>
          <p:nvPr>
            <p:ph idx="1"/>
          </p:nvPr>
        </p:nvSpPr>
        <p:spPr>
          <a:xfrm>
            <a:off x="869154" y="1531718"/>
            <a:ext cx="1108456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 Le pneumopéritoine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constamment retrouvé en cas de péritonite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un signe de gravité</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plus important en cas de perforation colique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Traduit la perforation d’un organe creux</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Témoigne de l’existence d’un germe anaérobie</a:t>
            </a:r>
          </a:p>
        </p:txBody>
      </p:sp>
    </p:spTree>
    <p:extLst>
      <p:ext uri="{BB962C8B-B14F-4D97-AF65-F5344CB8AC3E}">
        <p14:creationId xmlns:p14="http://schemas.microsoft.com/office/powerpoint/2010/main" val="1106629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9C00E-4C10-7E8D-378E-1EB3B1EA93BE}"/>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0A1262B-8E16-D9F8-F744-B6AC8186654A}"/>
              </a:ext>
            </a:extLst>
          </p:cNvPr>
          <p:cNvSpPr>
            <a:spLocks noGrp="1"/>
          </p:cNvSpPr>
          <p:nvPr>
            <p:ph idx="1"/>
          </p:nvPr>
        </p:nvSpPr>
        <p:spPr>
          <a:xfrm>
            <a:off x="869154" y="1531718"/>
            <a:ext cx="1108456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3/ Le pneumopéritoine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constamment retrouvé en cas de péritonite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un signe de gravité</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Est plus important en cas de perforation colique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Traduit la perforation d’un organe creux</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Témoigne de l’existence d’un germe anaérobie</a:t>
            </a:r>
          </a:p>
        </p:txBody>
      </p:sp>
    </p:spTree>
    <p:extLst>
      <p:ext uri="{BB962C8B-B14F-4D97-AF65-F5344CB8AC3E}">
        <p14:creationId xmlns:p14="http://schemas.microsoft.com/office/powerpoint/2010/main" val="3871447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6CC01-F154-C65B-88FC-4F14536B216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E75A4A4-774B-6C09-D3BC-A123C763EDE0}"/>
              </a:ext>
            </a:extLst>
          </p:cNvPr>
          <p:cNvSpPr>
            <a:spLocks noGrp="1"/>
          </p:cNvSpPr>
          <p:nvPr>
            <p:ph idx="1"/>
          </p:nvPr>
        </p:nvSpPr>
        <p:spPr>
          <a:xfrm>
            <a:off x="838200" y="1541145"/>
            <a:ext cx="1106932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4/ À propos les abcès sous phréniques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diagnostic positif repose sur la clinique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niveau hydro-aérique à la radiographie ASP est constant</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 radiographie du thorax peut montrer une pleurésie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L’échographie abdominale est un examen sensible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scanner montre une image hypodense</a:t>
            </a:r>
          </a:p>
        </p:txBody>
      </p:sp>
    </p:spTree>
    <p:extLst>
      <p:ext uri="{BB962C8B-B14F-4D97-AF65-F5344CB8AC3E}">
        <p14:creationId xmlns:p14="http://schemas.microsoft.com/office/powerpoint/2010/main" val="2824375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3BE18-9AED-6991-A5DF-2DA3A212D5B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BBA4212-6D1D-5C6E-F293-795D680F3881}"/>
              </a:ext>
            </a:extLst>
          </p:cNvPr>
          <p:cNvSpPr>
            <a:spLocks noGrp="1"/>
          </p:cNvSpPr>
          <p:nvPr>
            <p:ph idx="1"/>
          </p:nvPr>
        </p:nvSpPr>
        <p:spPr>
          <a:xfrm>
            <a:off x="838200" y="1541145"/>
            <a:ext cx="1106932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4/ À propos les abcès sous phréniques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diagnostic positif repose sur la clinique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niveau hydro-aérique à la radiographie ASP est constant</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La radiographie du thorax peut montrer une pleurésie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L’échographie abdominale est un examen sensible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Le scanner montre une image hypodense</a:t>
            </a:r>
          </a:p>
        </p:txBody>
      </p:sp>
    </p:spTree>
    <p:extLst>
      <p:ext uri="{BB962C8B-B14F-4D97-AF65-F5344CB8AC3E}">
        <p14:creationId xmlns:p14="http://schemas.microsoft.com/office/powerpoint/2010/main" val="3791630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7A4D0-3E3F-3E46-EBB5-00BC851F382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D1D5E15-CC84-2F9D-6DD8-BF3EC5E8CADF}"/>
              </a:ext>
            </a:extLst>
          </p:cNvPr>
          <p:cNvSpPr>
            <a:spLocks noGrp="1"/>
          </p:cNvSpPr>
          <p:nvPr>
            <p:ph idx="1"/>
          </p:nvPr>
        </p:nvSpPr>
        <p:spPr>
          <a:xfrm>
            <a:off x="838200" y="1541145"/>
            <a:ext cx="1106932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5/ Le pneumopéritoine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inconstant en cas de perforation d’ulcère duodénal</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présent en cas de péritonite biliaire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constant en cas de perforation appendiculaire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volumineux en cas de perforation colique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visible sur une radiographie ASP couché de face</a:t>
            </a:r>
          </a:p>
        </p:txBody>
      </p:sp>
    </p:spTree>
    <p:extLst>
      <p:ext uri="{BB962C8B-B14F-4D97-AF65-F5344CB8AC3E}">
        <p14:creationId xmlns:p14="http://schemas.microsoft.com/office/powerpoint/2010/main" val="1179806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8BC95-E8F6-5F98-072B-D74CE38F01CE}"/>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4FB5186-034D-80D5-7899-ED5588284FC2}"/>
              </a:ext>
            </a:extLst>
          </p:cNvPr>
          <p:cNvSpPr>
            <a:spLocks noGrp="1"/>
          </p:cNvSpPr>
          <p:nvPr>
            <p:ph idx="1"/>
          </p:nvPr>
        </p:nvSpPr>
        <p:spPr>
          <a:xfrm>
            <a:off x="838200" y="1541145"/>
            <a:ext cx="1106932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5/ Le pneumopéritoine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Est inconstant en cas de perforation d’ulcère duodénal</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présent en cas de péritonite biliaire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constant en cas de perforation appendiculaire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Est volumineux en cas de perforation colique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visible sur une radiographie ASP couché de face</a:t>
            </a:r>
          </a:p>
        </p:txBody>
      </p:sp>
    </p:spTree>
    <p:extLst>
      <p:ext uri="{BB962C8B-B14F-4D97-AF65-F5344CB8AC3E}">
        <p14:creationId xmlns:p14="http://schemas.microsoft.com/office/powerpoint/2010/main" val="2998562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A7246-5A1D-0566-81AC-B93DF6B0D52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D0D339D-C278-643A-2D98-003107ED1A98}"/>
              </a:ext>
            </a:extLst>
          </p:cNvPr>
          <p:cNvSpPr>
            <a:spLocks noGrp="1"/>
          </p:cNvSpPr>
          <p:nvPr>
            <p:ph idx="1"/>
          </p:nvPr>
        </p:nvSpPr>
        <p:spPr>
          <a:xfrm>
            <a:off x="345440" y="1541145"/>
            <a:ext cx="11617174" cy="3406775"/>
          </a:xfrm>
        </p:spPr>
        <p:txBody>
          <a:bodyPr anchor="ctr" anchorCtr="0">
            <a:normAutofit fontScale="77500" lnSpcReduction="20000"/>
          </a:bodyPr>
          <a:lstStyle/>
          <a:p>
            <a:pPr marL="0" indent="0">
              <a:lnSpc>
                <a:spcPct val="120000"/>
              </a:lnSpc>
              <a:buNone/>
            </a:pPr>
            <a:r>
              <a:rPr lang="fr-FR" b="1" dirty="0">
                <a:latin typeface="Calibri" panose="020F0502020204030204" pitchFamily="34" charset="0"/>
                <a:ea typeface="Calibri" panose="020F0502020204030204" pitchFamily="34" charset="0"/>
                <a:cs typeface="Calibri" panose="020F0502020204030204" pitchFamily="34" charset="0"/>
              </a:rPr>
              <a:t>6/ </a:t>
            </a:r>
            <a:r>
              <a:rPr lang="fr-FR" dirty="0">
                <a:latin typeface="Calibri" panose="020F0502020204030204" pitchFamily="34" charset="0"/>
                <a:ea typeface="Calibri" panose="020F0502020204030204" pitchFamily="34" charset="0"/>
                <a:cs typeface="Calibri" panose="020F0502020204030204" pitchFamily="34" charset="0"/>
              </a:rPr>
              <a:t>Un homme âgé de 27ans, tabagique, suivi pour ulcère duodénal, consulte pour douleur abdominale en coup de poignard d’apparition brutale.</a:t>
            </a:r>
          </a:p>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Le bilan biologique trouve des GB = 17000 et CRP = 20</a:t>
            </a:r>
          </a:p>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Que demandez vous de première intention ?</a:t>
            </a:r>
          </a:p>
          <a:p>
            <a:pPr marL="514350" indent="-334963">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cliché d’abdomen sans préparation</a:t>
            </a:r>
          </a:p>
          <a:p>
            <a:pPr marL="514350" indent="-334963">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cliché centré sur les coupoles diaphragmatiques</a:t>
            </a:r>
          </a:p>
          <a:p>
            <a:pPr marL="514350" indent="-334963">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scanner sans injection de contraste</a:t>
            </a:r>
          </a:p>
          <a:p>
            <a:pPr marL="514350" indent="-334963">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scanner sans et avec injection de PDC iodé</a:t>
            </a:r>
          </a:p>
          <a:p>
            <a:pPr marL="514350" indent="-334963">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L’échographie abdominale</a:t>
            </a:r>
          </a:p>
        </p:txBody>
      </p:sp>
    </p:spTree>
    <p:extLst>
      <p:ext uri="{BB962C8B-B14F-4D97-AF65-F5344CB8AC3E}">
        <p14:creationId xmlns:p14="http://schemas.microsoft.com/office/powerpoint/2010/main" val="889468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E2EB9-9EF9-02B1-5D0A-04D25B27B5F5}"/>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1A37568-1FA7-E7F4-F432-F09A8B1D0963}"/>
              </a:ext>
            </a:extLst>
          </p:cNvPr>
          <p:cNvSpPr>
            <a:spLocks noGrp="1"/>
          </p:cNvSpPr>
          <p:nvPr>
            <p:ph idx="1"/>
          </p:nvPr>
        </p:nvSpPr>
        <p:spPr>
          <a:xfrm>
            <a:off x="345440" y="1541145"/>
            <a:ext cx="11617174" cy="3406775"/>
          </a:xfrm>
        </p:spPr>
        <p:txBody>
          <a:bodyPr anchor="ctr" anchorCtr="0">
            <a:normAutofit fontScale="77500" lnSpcReduction="20000"/>
          </a:bodyPr>
          <a:lstStyle/>
          <a:p>
            <a:pPr marL="0" indent="0">
              <a:lnSpc>
                <a:spcPct val="120000"/>
              </a:lnSpc>
              <a:buNone/>
            </a:pPr>
            <a:r>
              <a:rPr lang="fr-FR" b="1" dirty="0">
                <a:latin typeface="Calibri" panose="020F0502020204030204" pitchFamily="34" charset="0"/>
                <a:ea typeface="Calibri" panose="020F0502020204030204" pitchFamily="34" charset="0"/>
                <a:cs typeface="Calibri" panose="020F0502020204030204" pitchFamily="34" charset="0"/>
              </a:rPr>
              <a:t>6/ </a:t>
            </a:r>
            <a:r>
              <a:rPr lang="fr-FR" dirty="0">
                <a:latin typeface="Calibri" panose="020F0502020204030204" pitchFamily="34" charset="0"/>
                <a:ea typeface="Calibri" panose="020F0502020204030204" pitchFamily="34" charset="0"/>
                <a:cs typeface="Calibri" panose="020F0502020204030204" pitchFamily="34" charset="0"/>
              </a:rPr>
              <a:t>Un homme âgé de 27ans, tabagique, suivi pour ulcère duodénal, consulte pour douleur abdominale en coup de poignard d’apparition brutale.</a:t>
            </a:r>
          </a:p>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Le bilan biologique trouve des GB = 17000 et CRP = 20</a:t>
            </a:r>
          </a:p>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Que demandez vous de première intention ?</a:t>
            </a:r>
          </a:p>
          <a:p>
            <a:pPr marL="514350" indent="-334963">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cliché d’abdomen sans préparation</a:t>
            </a:r>
          </a:p>
          <a:p>
            <a:pPr marL="514350" indent="-334963">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 cliché centré sur les coupoles diaphragmatiques</a:t>
            </a:r>
          </a:p>
          <a:p>
            <a:pPr marL="514350" indent="-334963">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scanner sans injection de contraste</a:t>
            </a:r>
          </a:p>
          <a:p>
            <a:pPr marL="514350" indent="-334963">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scanner sans et avec injection de PDC iodé</a:t>
            </a:r>
          </a:p>
          <a:p>
            <a:pPr marL="514350" indent="-334963">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L’échographie abdominale</a:t>
            </a:r>
          </a:p>
        </p:txBody>
      </p:sp>
    </p:spTree>
    <p:extLst>
      <p:ext uri="{BB962C8B-B14F-4D97-AF65-F5344CB8AC3E}">
        <p14:creationId xmlns:p14="http://schemas.microsoft.com/office/powerpoint/2010/main" val="19892826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852CB6-3EC4-0923-2E85-A594C6FF566C}"/>
              </a:ext>
            </a:extLst>
          </p:cNvPr>
          <p:cNvSpPr txBox="1">
            <a:spLocks/>
          </p:cNvSpPr>
          <p:nvPr/>
        </p:nvSpPr>
        <p:spPr>
          <a:xfrm>
            <a:off x="1109687" y="735753"/>
            <a:ext cx="9972626" cy="5386494"/>
          </a:xfrm>
          <a:prstGeom prst="rect">
            <a:avLst/>
          </a:prstGeom>
          <a:ln w="19050">
            <a:solidFill>
              <a:schemeClr val="tx1"/>
            </a:solidFill>
          </a:ln>
        </p:spPr>
        <p:txBody>
          <a:bodyPr vert="horz" wrap="square" lIns="180000" tIns="180000" rIns="180000" bIns="18000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50000"/>
              </a:lnSpc>
            </a:pPr>
            <a:r>
              <a:rPr lang="fr-FR" sz="2000" u="sng" dirty="0">
                <a:latin typeface="Times New Roman" panose="02020603050405020304" pitchFamily="18" charset="0"/>
                <a:cs typeface="Times New Roman" panose="02020603050405020304" pitchFamily="18" charset="0"/>
              </a:rPr>
              <a:t>b. Radiographies d’abdomen sans préparation :</a:t>
            </a:r>
          </a:p>
          <a:p>
            <a:pPr algn="just">
              <a:lnSpc>
                <a:spcPct val="150000"/>
              </a:lnSpc>
            </a:pPr>
            <a:r>
              <a:rPr lang="fr-FR" sz="2000" dirty="0">
                <a:latin typeface="Times New Roman" panose="02020603050405020304" pitchFamily="18" charset="0"/>
                <a:cs typeface="Times New Roman" panose="02020603050405020304" pitchFamily="18" charset="0"/>
              </a:rPr>
              <a:t>Réalisées avec une radiographie de thorax de face </a:t>
            </a:r>
            <a:r>
              <a:rPr lang="fr-FR" sz="2000" dirty="0">
                <a:solidFill>
                  <a:srgbClr val="0070C0"/>
                </a:solidFill>
                <a:latin typeface="Times New Roman" panose="02020603050405020304" pitchFamily="18" charset="0"/>
                <a:cs typeface="Times New Roman" panose="02020603050405020304" pitchFamily="18" charset="0"/>
              </a:rPr>
              <a:t>debout</a:t>
            </a:r>
            <a:r>
              <a:rPr lang="fr-FR" sz="2000" dirty="0">
                <a:latin typeface="Times New Roman" panose="02020603050405020304" pitchFamily="18" charset="0"/>
                <a:cs typeface="Times New Roman" panose="02020603050405020304" pitchFamily="18" charset="0"/>
              </a:rPr>
              <a:t> (ou des clichés centrés sur les coupoles), elles ont pour but de rechercher un pneumopéritoine visible sous la forme d’un croissant clair gazeux sous-diaphragmatique uni- ou bilatéral, signant la perforation d’un organe  creux. En cas d’épanchement liquidien associé, un niveau hydro-aérique sous- diaphragmatique peut remplacer l’image de pneumopéritoine. La péritonite s’accompagne le plus souvent de  signes d’iléus avec une dilatation gazeuse du grêle. </a:t>
            </a:r>
            <a:r>
              <a:rPr lang="fr-FR" sz="2000" dirty="0">
                <a:highlight>
                  <a:srgbClr val="FF0000"/>
                </a:highlight>
                <a:latin typeface="Times New Roman" panose="02020603050405020304" pitchFamily="18" charset="0"/>
                <a:cs typeface="Times New Roman" panose="02020603050405020304" pitchFamily="18" charset="0"/>
              </a:rPr>
              <a:t>Si</a:t>
            </a:r>
            <a:r>
              <a:rPr lang="fr-FR" sz="2000" dirty="0">
                <a:latin typeface="Times New Roman" panose="02020603050405020304" pitchFamily="18" charset="0"/>
                <a:cs typeface="Times New Roman" panose="02020603050405020304" pitchFamily="18" charset="0"/>
              </a:rPr>
              <a:t> la présence d’un pneumopéritoine associé à  des signes péritonéaux affirme la perforation d’un organe creux, toutes les péritonites ne s’accompagnent pas d’un pneumopéritoine. Avec la disponibilité actuelle des scanners en urgence 24 h/24, les radiographies sans préparation sont de moins en moins pratiquées dans ce contexte.</a:t>
            </a:r>
          </a:p>
        </p:txBody>
      </p:sp>
    </p:spTree>
    <p:extLst>
      <p:ext uri="{BB962C8B-B14F-4D97-AF65-F5344CB8AC3E}">
        <p14:creationId xmlns:p14="http://schemas.microsoft.com/office/powerpoint/2010/main" val="2509486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1C365-2491-4F6A-11ED-D10EB860C841}"/>
            </a:ext>
          </a:extLst>
        </p:cNvPr>
        <p:cNvGrpSpPr/>
        <p:nvPr/>
      </p:nvGrpSpPr>
      <p:grpSpPr>
        <a:xfrm>
          <a:off x="0" y="0"/>
          <a:ext cx="0" cy="0"/>
          <a:chOff x="0" y="0"/>
          <a:chExt cx="0" cy="0"/>
        </a:xfrm>
      </p:grpSpPr>
      <p:sp>
        <p:nvSpPr>
          <p:cNvPr id="2" name="Espace réservé du contenu 2">
            <a:extLst>
              <a:ext uri="{FF2B5EF4-FFF2-40B4-BE49-F238E27FC236}">
                <a16:creationId xmlns:a16="http://schemas.microsoft.com/office/drawing/2014/main" id="{95EDA98D-BDE9-ABE1-AA90-02BB37C31EB5}"/>
              </a:ext>
            </a:extLst>
          </p:cNvPr>
          <p:cNvSpPr txBox="1">
            <a:spLocks/>
          </p:cNvSpPr>
          <p:nvPr/>
        </p:nvSpPr>
        <p:spPr>
          <a:xfrm>
            <a:off x="441823" y="1725612"/>
            <a:ext cx="11617174" cy="3406775"/>
          </a:xfrm>
          <a:prstGeom prst="rect">
            <a:avLst/>
          </a:prstGeom>
        </p:spPr>
        <p:txBody>
          <a:bodyPr vert="horz" lIns="91440" tIns="45720" rIns="91440" bIns="45720" rtlCol="0" anchor="ctr" anchorCtr="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fr-FR" b="1" dirty="0">
                <a:latin typeface="Calibri" panose="020F0502020204030204" pitchFamily="34" charset="0"/>
                <a:ea typeface="Calibri" panose="020F0502020204030204" pitchFamily="34" charset="0"/>
                <a:cs typeface="Calibri" panose="020F0502020204030204" pitchFamily="34" charset="0"/>
              </a:rPr>
              <a:t>7/ </a:t>
            </a:r>
            <a:r>
              <a:rPr lang="fr-FR" dirty="0">
                <a:latin typeface="Calibri" panose="020F0502020204030204" pitchFamily="34" charset="0"/>
                <a:ea typeface="Calibri" panose="020F0502020204030204" pitchFamily="34" charset="0"/>
                <a:cs typeface="Calibri" panose="020F0502020204030204" pitchFamily="34" charset="0"/>
              </a:rPr>
              <a:t>Un homme âgé de 27ans, tabagique, suivi pour ulcère duodénal, consulte pour douleur abdominale en coup de poignard d’apparition brutale.</a:t>
            </a:r>
          </a:p>
          <a:p>
            <a:pPr marL="0" indent="0">
              <a:buFont typeface="Arial" panose="020B0604020202020204" pitchFamily="34" charset="0"/>
              <a:buNone/>
            </a:pPr>
            <a:r>
              <a:rPr lang="fr-FR" dirty="0">
                <a:latin typeface="Calibri" panose="020F0502020204030204" pitchFamily="34" charset="0"/>
                <a:ea typeface="Calibri" panose="020F0502020204030204" pitchFamily="34" charset="0"/>
                <a:cs typeface="Calibri" panose="020F0502020204030204" pitchFamily="34" charset="0"/>
              </a:rPr>
              <a:t>Le bilan biologique trouve des GB = 17000 et CRP = 20</a:t>
            </a:r>
          </a:p>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Afin de confirmer le diagnostic d’une péritonite, le meilleur examen est?</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L’ASP</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cliché centré sur les coupoles diaphragmatiques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TOGD</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scanner sans et avec injection de PDC iodé</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échographie abdominale</a:t>
            </a:r>
          </a:p>
        </p:txBody>
      </p:sp>
    </p:spTree>
    <p:extLst>
      <p:ext uri="{BB962C8B-B14F-4D97-AF65-F5344CB8AC3E}">
        <p14:creationId xmlns:p14="http://schemas.microsoft.com/office/powerpoint/2010/main" val="1868612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2862A-32D9-E35F-FE08-1DF15ABF4830}"/>
            </a:ext>
          </a:extLst>
        </p:cNvPr>
        <p:cNvGrpSpPr/>
        <p:nvPr/>
      </p:nvGrpSpPr>
      <p:grpSpPr>
        <a:xfrm>
          <a:off x="0" y="0"/>
          <a:ext cx="0" cy="0"/>
          <a:chOff x="0" y="0"/>
          <a:chExt cx="0" cy="0"/>
        </a:xfrm>
      </p:grpSpPr>
      <p:sp>
        <p:nvSpPr>
          <p:cNvPr id="2" name="Espace réservé du contenu 2">
            <a:extLst>
              <a:ext uri="{FF2B5EF4-FFF2-40B4-BE49-F238E27FC236}">
                <a16:creationId xmlns:a16="http://schemas.microsoft.com/office/drawing/2014/main" id="{9A7F70BE-1A1A-4C14-8FF6-196FCD14AD31}"/>
              </a:ext>
            </a:extLst>
          </p:cNvPr>
          <p:cNvSpPr txBox="1">
            <a:spLocks/>
          </p:cNvSpPr>
          <p:nvPr/>
        </p:nvSpPr>
        <p:spPr>
          <a:xfrm>
            <a:off x="441823" y="1725612"/>
            <a:ext cx="11617174" cy="3406775"/>
          </a:xfrm>
          <a:prstGeom prst="rect">
            <a:avLst/>
          </a:prstGeom>
        </p:spPr>
        <p:txBody>
          <a:bodyPr vert="horz" lIns="91440" tIns="45720" rIns="91440" bIns="45720" rtlCol="0" anchor="ctr" anchorCtr="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fr-FR" b="1" dirty="0">
                <a:latin typeface="Calibri" panose="020F0502020204030204" pitchFamily="34" charset="0"/>
                <a:ea typeface="Calibri" panose="020F0502020204030204" pitchFamily="34" charset="0"/>
                <a:cs typeface="Calibri" panose="020F0502020204030204" pitchFamily="34" charset="0"/>
              </a:rPr>
              <a:t>7/ </a:t>
            </a:r>
            <a:r>
              <a:rPr lang="fr-FR" dirty="0">
                <a:latin typeface="Calibri" panose="020F0502020204030204" pitchFamily="34" charset="0"/>
                <a:ea typeface="Calibri" panose="020F0502020204030204" pitchFamily="34" charset="0"/>
                <a:cs typeface="Calibri" panose="020F0502020204030204" pitchFamily="34" charset="0"/>
              </a:rPr>
              <a:t>Un homme âgé de 27ans, tabagique, suivi pour ulcère duodénal, consulte pour douleur abdominale en coup de poignard d’apparition brutale.</a:t>
            </a:r>
          </a:p>
          <a:p>
            <a:pPr marL="0" indent="0">
              <a:buFont typeface="Arial" panose="020B0604020202020204" pitchFamily="34" charset="0"/>
              <a:buNone/>
            </a:pPr>
            <a:r>
              <a:rPr lang="fr-FR" dirty="0">
                <a:latin typeface="Calibri" panose="020F0502020204030204" pitchFamily="34" charset="0"/>
                <a:ea typeface="Calibri" panose="020F0502020204030204" pitchFamily="34" charset="0"/>
                <a:cs typeface="Calibri" panose="020F0502020204030204" pitchFamily="34" charset="0"/>
              </a:rPr>
              <a:t>Le bilan biologique trouve des GB = 17000 et CRP = 20</a:t>
            </a:r>
          </a:p>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Afin de confirmer le diagnostic d’une péritonite, le meilleur examen est?</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L’ASP</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cliché centré sur les coupoles diaphragmatiques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TOGD</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 scanner sans et avec injection de PDC iodé</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échographie abdominale</a:t>
            </a:r>
          </a:p>
        </p:txBody>
      </p:sp>
    </p:spTree>
    <p:extLst>
      <p:ext uri="{BB962C8B-B14F-4D97-AF65-F5344CB8AC3E}">
        <p14:creationId xmlns:p14="http://schemas.microsoft.com/office/powerpoint/2010/main" val="17707070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FBED4-7003-D1C2-0215-D5154286BE1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BC64370-42E3-8B2E-3DE4-2A175D34F923}"/>
              </a:ext>
            </a:extLst>
          </p:cNvPr>
          <p:cNvSpPr>
            <a:spLocks noGrp="1"/>
          </p:cNvSpPr>
          <p:nvPr>
            <p:ph idx="1"/>
          </p:nvPr>
        </p:nvSpPr>
        <p:spPr>
          <a:xfrm>
            <a:off x="345440" y="1541145"/>
            <a:ext cx="1157224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8/ Dans le cadre d’exploration d’une péritonite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scanner abdominal est le meilleur examen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scanner est de plus en plus considéré comme l’examen de première intention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 sensibilité de l’échographie est insuffisante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cliché d’ASP sans anomalie n’élimine pas le diagnostic</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L’opacification digestive est systématique</a:t>
            </a:r>
          </a:p>
        </p:txBody>
      </p:sp>
    </p:spTree>
    <p:extLst>
      <p:ext uri="{BB962C8B-B14F-4D97-AF65-F5344CB8AC3E}">
        <p14:creationId xmlns:p14="http://schemas.microsoft.com/office/powerpoint/2010/main" val="1431563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A7EEC-3466-A67B-78DA-CAAA393E47D3}"/>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9811CAA-0FF3-72B9-258C-E3ADA0A7E657}"/>
              </a:ext>
            </a:extLst>
          </p:cNvPr>
          <p:cNvSpPr>
            <a:spLocks noGrp="1"/>
          </p:cNvSpPr>
          <p:nvPr>
            <p:ph idx="1"/>
          </p:nvPr>
        </p:nvSpPr>
        <p:spPr>
          <a:xfrm>
            <a:off x="345440" y="1541145"/>
            <a:ext cx="1157224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8/ Dans le cadre d’exploration d’une péritonite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Le scanner abdominal est le meilleur examen</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Le scanner est de plus en plus considéré comme l’examen de première intention</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La sensibilité de l’échographie est insuffisante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 cliché d’ASP sans anomalie n’élimine pas le diagnostic</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L’opacification digestive est systématique</a:t>
            </a:r>
          </a:p>
        </p:txBody>
      </p:sp>
    </p:spTree>
    <p:extLst>
      <p:ext uri="{BB962C8B-B14F-4D97-AF65-F5344CB8AC3E}">
        <p14:creationId xmlns:p14="http://schemas.microsoft.com/office/powerpoint/2010/main" val="40068187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BB55D-7F5D-3BC2-BE4B-33A152B0086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E20BECD-C69D-0499-B521-E36F7565C30B}"/>
              </a:ext>
            </a:extLst>
          </p:cNvPr>
          <p:cNvSpPr>
            <a:spLocks noGrp="1"/>
          </p:cNvSpPr>
          <p:nvPr>
            <p:ph idx="1"/>
          </p:nvPr>
        </p:nvSpPr>
        <p:spPr>
          <a:xfrm>
            <a:off x="406190" y="1569425"/>
            <a:ext cx="112453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9/ Concernant la péritonite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diagnostic est clinique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Les examens radiologiques ne sont pas systématiques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bilan radiologique normal n’élimine pas le diagnostic</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bilan biologique permet d’orienter vers l’étiologie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pneumopéritoine est obligatoire afin de retenir le diagnostic</a:t>
            </a:r>
          </a:p>
        </p:txBody>
      </p:sp>
    </p:spTree>
    <p:extLst>
      <p:ext uri="{BB962C8B-B14F-4D97-AF65-F5344CB8AC3E}">
        <p14:creationId xmlns:p14="http://schemas.microsoft.com/office/powerpoint/2010/main" val="27595724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50C91-A51C-6841-50C6-EDEED2E45B4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F7E0E40-C169-4AA9-10D4-15F46A6DA929}"/>
              </a:ext>
            </a:extLst>
          </p:cNvPr>
          <p:cNvSpPr>
            <a:spLocks noGrp="1"/>
          </p:cNvSpPr>
          <p:nvPr>
            <p:ph idx="1"/>
          </p:nvPr>
        </p:nvSpPr>
        <p:spPr>
          <a:xfrm>
            <a:off x="406190" y="1569425"/>
            <a:ext cx="11245340" cy="3406775"/>
          </a:xfrm>
        </p:spPr>
        <p:txBody>
          <a:bodyPr anchor="ctr" anchorCtr="0">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9/ Concernant la péritonite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Le diagnostic est clinique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Les examens radiologiques ne sont pas systématiques</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 bilan radiologique normal n’élimine pas le diagnostic</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bilan biologique permet d’orienter vers l’étiologie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pneumopéritoine est obligatoire afin de retenir le diagnostic</a:t>
            </a:r>
          </a:p>
        </p:txBody>
      </p:sp>
    </p:spTree>
    <p:extLst>
      <p:ext uri="{BB962C8B-B14F-4D97-AF65-F5344CB8AC3E}">
        <p14:creationId xmlns:p14="http://schemas.microsoft.com/office/powerpoint/2010/main" val="517160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ECA14B6B-BF44-CDD7-6A14-EB681380DA57}"/>
              </a:ext>
            </a:extLst>
          </p:cNvPr>
          <p:cNvSpPr txBox="1">
            <a:spLocks/>
          </p:cNvSpPr>
          <p:nvPr/>
        </p:nvSpPr>
        <p:spPr>
          <a:xfrm>
            <a:off x="1362563" y="438621"/>
            <a:ext cx="9466873" cy="1774516"/>
          </a:xfrm>
          <a:prstGeom prst="rect">
            <a:avLst/>
          </a:prstGeom>
          <a:ln w="28575">
            <a:solidFill>
              <a:srgbClr val="FF0000"/>
            </a:solidFill>
          </a:ln>
        </p:spPr>
        <p:txBody>
          <a:bodyPr vert="horz" wrap="square" lIns="144000" tIns="36000" rIns="144000" bIns="3600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50000"/>
              </a:lnSpc>
            </a:pPr>
            <a:r>
              <a:rPr lang="fr-FR" sz="1900" dirty="0">
                <a:latin typeface="Times New Roman" panose="02020603050405020304" pitchFamily="18" charset="0"/>
                <a:cs typeface="Times New Roman" panose="02020603050405020304" pitchFamily="18" charset="0"/>
              </a:rPr>
              <a:t>En l'absence de choc, quelques examens paracliniques simples peuvent aider à la prise en charge en précisant la cause et le retentissement de la péritonite. Le diagnostic de péritonite est clinique chez un malade ayant une contracture, la normalité des examens paracliniques ne doit pas remettre en cause le diagnostic.</a:t>
            </a:r>
          </a:p>
        </p:txBody>
      </p:sp>
      <p:sp>
        <p:nvSpPr>
          <p:cNvPr id="5" name="Titre 1">
            <a:extLst>
              <a:ext uri="{FF2B5EF4-FFF2-40B4-BE49-F238E27FC236}">
                <a16:creationId xmlns:a16="http://schemas.microsoft.com/office/drawing/2014/main" id="{42D7AC64-18AA-19AF-E5B6-CAB103874FB6}"/>
              </a:ext>
            </a:extLst>
          </p:cNvPr>
          <p:cNvSpPr txBox="1">
            <a:spLocks/>
          </p:cNvSpPr>
          <p:nvPr/>
        </p:nvSpPr>
        <p:spPr>
          <a:xfrm>
            <a:off x="1362563" y="2507860"/>
            <a:ext cx="9466873" cy="3528842"/>
          </a:xfrm>
          <a:prstGeom prst="rect">
            <a:avLst/>
          </a:prstGeom>
          <a:ln w="28575">
            <a:solidFill>
              <a:srgbClr val="FF0000"/>
            </a:solidFill>
          </a:ln>
        </p:spPr>
        <p:txBody>
          <a:bodyPr vert="horz" wrap="square" lIns="144000" tIns="36000" rIns="144000" bIns="3600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50000"/>
              </a:lnSpc>
            </a:pPr>
            <a:r>
              <a:rPr lang="fr-FR" sz="1900" u="sng" dirty="0">
                <a:latin typeface="Times New Roman" panose="02020603050405020304" pitchFamily="18" charset="0"/>
                <a:cs typeface="Times New Roman" panose="02020603050405020304" pitchFamily="18" charset="0"/>
              </a:rPr>
              <a:t>c. Scanner abdominal :</a:t>
            </a:r>
          </a:p>
          <a:p>
            <a:pPr algn="just">
              <a:lnSpc>
                <a:spcPct val="150000"/>
              </a:lnSpc>
            </a:pPr>
            <a:r>
              <a:rPr lang="fr-FR" sz="1900" dirty="0">
                <a:latin typeface="Times New Roman" panose="02020603050405020304" pitchFamily="18" charset="0"/>
                <a:cs typeface="Times New Roman" panose="02020603050405020304" pitchFamily="18" charset="0"/>
              </a:rPr>
              <a:t>Il est utile lorsque l'examen clinique est douteux (immunodéprimé, péritonite asthénique du vieillard) ou difficile (obèse, péritonite postopératoire, traumatisé de l'abdomen) ou </a:t>
            </a:r>
            <a:r>
              <a:rPr lang="fr-FR" sz="1900" dirty="0">
                <a:solidFill>
                  <a:srgbClr val="0070C0"/>
                </a:solidFill>
                <a:latin typeface="Times New Roman" panose="02020603050405020304" pitchFamily="18" charset="0"/>
                <a:cs typeface="Times New Roman" panose="02020603050405020304" pitchFamily="18" charset="0"/>
              </a:rPr>
              <a:t>péritonite décapitée par les antibiotiques</a:t>
            </a:r>
            <a:r>
              <a:rPr lang="fr-FR" sz="1900" dirty="0">
                <a:latin typeface="Times New Roman" panose="02020603050405020304" pitchFamily="18" charset="0"/>
                <a:cs typeface="Times New Roman" panose="02020603050405020304" pitchFamily="18" charset="0"/>
              </a:rPr>
              <a:t>. Il peut aider au diagnostic en mettant en évidence un petit pneumopéritoine non visible sur les radiographies standard ou un épanchement liquidien intra-</a:t>
            </a:r>
          </a:p>
          <a:p>
            <a:pPr algn="just">
              <a:lnSpc>
                <a:spcPct val="150000"/>
              </a:lnSpc>
            </a:pPr>
            <a:r>
              <a:rPr lang="fr-FR" sz="1900" dirty="0">
                <a:latin typeface="Times New Roman" panose="02020603050405020304" pitchFamily="18" charset="0"/>
                <a:cs typeface="Times New Roman" panose="02020603050405020304" pitchFamily="18" charset="0"/>
              </a:rPr>
              <a:t>abdominal. Il peut également montrer des signes liés à la cause : diverticulite, infiltration péri-</a:t>
            </a:r>
          </a:p>
          <a:p>
            <a:pPr algn="just">
              <a:lnSpc>
                <a:spcPct val="150000"/>
              </a:lnSpc>
            </a:pPr>
            <a:r>
              <a:rPr lang="fr-FR" sz="1900" dirty="0">
                <a:latin typeface="Times New Roman" panose="02020603050405020304" pitchFamily="18" charset="0"/>
                <a:cs typeface="Times New Roman" panose="02020603050405020304" pitchFamily="18" charset="0"/>
              </a:rPr>
              <a:t>appendiculaire... De ce fait, il est de plus en plus souvent fait en première intention avant l'Abdomen sans préparation (celui-ci devenant inutile). Il est cependant nécessaire de vérifier</a:t>
            </a:r>
          </a:p>
        </p:txBody>
      </p:sp>
    </p:spTree>
    <p:extLst>
      <p:ext uri="{BB962C8B-B14F-4D97-AF65-F5344CB8AC3E}">
        <p14:creationId xmlns:p14="http://schemas.microsoft.com/office/powerpoint/2010/main" val="3920088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2AA1B-4351-371B-D330-D49785A292BC}"/>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A62A90C-1BDE-A0D0-B045-A13A2BFC6171}"/>
              </a:ext>
            </a:extLst>
          </p:cNvPr>
          <p:cNvSpPr>
            <a:spLocks noGrp="1"/>
          </p:cNvSpPr>
          <p:nvPr>
            <p:ph idx="1"/>
          </p:nvPr>
        </p:nvSpPr>
        <p:spPr>
          <a:xfrm>
            <a:off x="345440" y="1541145"/>
            <a:ext cx="1157224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10/ Les signes radiologiques de péritonite sont les suivants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clarté sous diaphragmatique uni- ou bilatérale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niveau hydro-aérique inter-hépato-diaphragmatique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Des NHA peu nombreux, plus hauts que larges que hauts, de disposition périphérique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Une matité déclive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bilan radiologique peut être sans anomalie</a:t>
            </a:r>
          </a:p>
        </p:txBody>
      </p:sp>
    </p:spTree>
    <p:extLst>
      <p:ext uri="{BB962C8B-B14F-4D97-AF65-F5344CB8AC3E}">
        <p14:creationId xmlns:p14="http://schemas.microsoft.com/office/powerpoint/2010/main" val="1016152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84039-F364-68A4-D867-CAB802ABE99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E9DF367-7EC4-AFA4-328D-457E7624D246}"/>
              </a:ext>
            </a:extLst>
          </p:cNvPr>
          <p:cNvSpPr>
            <a:spLocks noGrp="1"/>
          </p:cNvSpPr>
          <p:nvPr>
            <p:ph idx="1"/>
          </p:nvPr>
        </p:nvSpPr>
        <p:spPr>
          <a:xfrm>
            <a:off x="345440" y="1541145"/>
            <a:ext cx="1157224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10/ Les signes radiologiques de péritonite sont les suivants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Une clarté sous diaphragmatique uni- ou bilatérale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 niveau hydro-aérique inter-hépato-diaphragmatique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Des NHA peu nombreux, plus hauts que larges que hauts, de disposition périphérique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Une matité déclive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bilan radiologique peut être sans anomalie</a:t>
            </a:r>
          </a:p>
        </p:txBody>
      </p:sp>
    </p:spTree>
    <p:extLst>
      <p:ext uri="{BB962C8B-B14F-4D97-AF65-F5344CB8AC3E}">
        <p14:creationId xmlns:p14="http://schemas.microsoft.com/office/powerpoint/2010/main" val="24976052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956FA-7808-A485-3AE0-5C03FDE7AF0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06A378F-4B11-BBD2-D789-56057781D784}"/>
              </a:ext>
            </a:extLst>
          </p:cNvPr>
          <p:cNvSpPr>
            <a:spLocks noGrp="1"/>
          </p:cNvSpPr>
          <p:nvPr>
            <p:ph idx="1"/>
          </p:nvPr>
        </p:nvSpPr>
        <p:spPr>
          <a:xfrm>
            <a:off x="345440" y="1541145"/>
            <a:ext cx="1157224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11/ Dans le cadre d’une péritonite, le scanner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l’examen de choix (de référence)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Décrit un pneumopéritoine et/ou un épanchement liquidien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Peut montrer des signes liés à la cause de péritonite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Nécessite une injection de PDC iodé et une opacification digestive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demandé de première intention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indispensable pour poser le diagnostic de péritonite</a:t>
            </a:r>
          </a:p>
        </p:txBody>
      </p:sp>
    </p:spTree>
    <p:extLst>
      <p:ext uri="{BB962C8B-B14F-4D97-AF65-F5344CB8AC3E}">
        <p14:creationId xmlns:p14="http://schemas.microsoft.com/office/powerpoint/2010/main" val="39166338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F8C22-0DC6-230C-FAAD-90C1D0EF300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DB21D95-D2B5-0739-428A-D9A603E33E59}"/>
              </a:ext>
            </a:extLst>
          </p:cNvPr>
          <p:cNvSpPr>
            <a:spLocks noGrp="1"/>
          </p:cNvSpPr>
          <p:nvPr>
            <p:ph idx="1"/>
          </p:nvPr>
        </p:nvSpPr>
        <p:spPr>
          <a:xfrm>
            <a:off x="345440" y="1541145"/>
            <a:ext cx="1157224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11/ Dans le cadre d’une péritonite, le scanner :</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Est l’examen de choix (de référence)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Décrit un pneumopéritoine et/ou un épanchement liquidien</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Peut montrer des signes liés à la cause de péritonite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Nécessite une injection de PDC iodé et une opacification digestive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demandé de première intention</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Est indispensable pour poser le diagnostic de péritonite</a:t>
            </a:r>
          </a:p>
        </p:txBody>
      </p:sp>
    </p:spTree>
    <p:extLst>
      <p:ext uri="{BB962C8B-B14F-4D97-AF65-F5344CB8AC3E}">
        <p14:creationId xmlns:p14="http://schemas.microsoft.com/office/powerpoint/2010/main" val="13794937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DE984-EE93-ED6E-37A6-8323909EC9E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5B6060B-DE4C-2CA9-C131-F84EB5ACB8F9}"/>
              </a:ext>
            </a:extLst>
          </p:cNvPr>
          <p:cNvSpPr>
            <a:spLocks noGrp="1"/>
          </p:cNvSpPr>
          <p:nvPr>
            <p:ph idx="1"/>
          </p:nvPr>
        </p:nvSpPr>
        <p:spPr>
          <a:xfrm>
            <a:off x="345440" y="1541145"/>
            <a:ext cx="1157224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12/ Concernant l’abcès sous phrénique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Il se traduit par un NHA et des troubles ventilatoires de la base pulmonaire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L’échographie peut parfois montrer l’abcès</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scanner montre une collection hydro-aérique sous phrénique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Son traitement repose sur le drainage percutané et/ou chirurgical</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Il traduit l’existence d’un germe anaérobie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NHA sous phrénique est constamment retrouvé sur un cliché d’ASP</a:t>
            </a:r>
          </a:p>
        </p:txBody>
      </p:sp>
    </p:spTree>
    <p:extLst>
      <p:ext uri="{BB962C8B-B14F-4D97-AF65-F5344CB8AC3E}">
        <p14:creationId xmlns:p14="http://schemas.microsoft.com/office/powerpoint/2010/main" val="2148131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EDA1B-D405-F249-94DB-6C51EEB975DF}"/>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7E92B47-DE86-842D-0A00-839BF7427E2B}"/>
              </a:ext>
            </a:extLst>
          </p:cNvPr>
          <p:cNvSpPr>
            <a:spLocks noGrp="1"/>
          </p:cNvSpPr>
          <p:nvPr>
            <p:ph idx="1"/>
          </p:nvPr>
        </p:nvSpPr>
        <p:spPr>
          <a:xfrm>
            <a:off x="345440" y="1541145"/>
            <a:ext cx="11572240" cy="3406775"/>
          </a:xfrm>
        </p:spPr>
        <p:txBody>
          <a:bodyPr anchor="ctr" anchorCtr="0">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12/ Concernant l’abcès sous phrénique :</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Il se traduit par un NHA et des troubles ventilatoires de la base pulmonaire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L’échographie peut parfois montrer l’abcès</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Le scanner montre une collection hydro-aérique sous phrénique</a:t>
            </a:r>
          </a:p>
          <a:p>
            <a:pPr marL="514350" indent="-422275">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Son traitement repose sur le drainage percutané et/ou chirurgical</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Il traduit l’existence d’un germe anaérobie</a:t>
            </a:r>
          </a:p>
          <a:p>
            <a:pPr marL="514350" indent="-422275">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NHA sous phrénique est constamment retrouvé sur un cliché d’ASP</a:t>
            </a:r>
          </a:p>
        </p:txBody>
      </p:sp>
    </p:spTree>
    <p:extLst>
      <p:ext uri="{BB962C8B-B14F-4D97-AF65-F5344CB8AC3E}">
        <p14:creationId xmlns:p14="http://schemas.microsoft.com/office/powerpoint/2010/main" val="18689881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19BC3-045E-3585-F761-E17C93A59BD6}"/>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3C32142-C560-B752-DF2E-CE8B4ACF98D9}"/>
              </a:ext>
            </a:extLst>
          </p:cNvPr>
          <p:cNvSpPr>
            <a:spLocks noGrp="1"/>
          </p:cNvSpPr>
          <p:nvPr>
            <p:ph idx="1"/>
          </p:nvPr>
        </p:nvSpPr>
        <p:spPr>
          <a:xfrm>
            <a:off x="439812" y="281436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1- En faveur du diagnostic de péritonite aigue généralisée par perforation d'ulcère gastroduodénal, quel est l’examen à réaliser de première intention dans ce cas pour étayer le diagnostic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La FOGD</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ASP debout</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échographie abdominale</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scanner abdominal</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TOGD</a:t>
            </a:r>
          </a:p>
        </p:txBody>
      </p:sp>
      <p:sp>
        <p:nvSpPr>
          <p:cNvPr id="2" name="Espace réservé du contenu 2">
            <a:extLst>
              <a:ext uri="{FF2B5EF4-FFF2-40B4-BE49-F238E27FC236}">
                <a16:creationId xmlns:a16="http://schemas.microsoft.com/office/drawing/2014/main" id="{1E1D50BA-A253-67D3-CE90-800B9C4161F7}"/>
              </a:ext>
            </a:extLst>
          </p:cNvPr>
          <p:cNvSpPr txBox="1">
            <a:spLocks/>
          </p:cNvSpPr>
          <p:nvPr/>
        </p:nvSpPr>
        <p:spPr>
          <a:xfrm>
            <a:off x="309880" y="727869"/>
            <a:ext cx="11572240" cy="2177415"/>
          </a:xfrm>
          <a:prstGeom prst="rect">
            <a:avLst/>
          </a:prstGeom>
        </p:spPr>
        <p:txBody>
          <a:bodyPr vert="horz" lIns="91440" tIns="45720" rIns="91440" bIns="45720" rtlCol="0" anchor="ctr" anchorCtr="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Un homme de 32 ans consulte pour douleurs épigastriques intenses évoluant depuis 3 heures,</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associées à des vomissements bilieux.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L'interrogatoire révèle la prise de comprimés non précisés prescrits à l'occasion d'une entorse de la cheville.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L'examen trouve une TO à 37,6 °C, un pouls à 105 bpm, une tension artérielle à 13/7, une contracture abdominale et une douleur vive au toucher rectal. </a:t>
            </a:r>
          </a:p>
        </p:txBody>
      </p:sp>
      <p:sp>
        <p:nvSpPr>
          <p:cNvPr id="4" name="Espace réservé du contenu 2">
            <a:extLst>
              <a:ext uri="{FF2B5EF4-FFF2-40B4-BE49-F238E27FC236}">
                <a16:creationId xmlns:a16="http://schemas.microsoft.com/office/drawing/2014/main" id="{29BAF111-818A-9C45-5E56-F9DDEF2868AB}"/>
              </a:ext>
            </a:extLst>
          </p:cNvPr>
          <p:cNvSpPr txBox="1">
            <a:spLocks/>
          </p:cNvSpPr>
          <p:nvPr/>
        </p:nvSpPr>
        <p:spPr>
          <a:xfrm>
            <a:off x="309880" y="27289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1 :</a:t>
            </a:r>
          </a:p>
        </p:txBody>
      </p:sp>
    </p:spTree>
    <p:extLst>
      <p:ext uri="{BB962C8B-B14F-4D97-AF65-F5344CB8AC3E}">
        <p14:creationId xmlns:p14="http://schemas.microsoft.com/office/powerpoint/2010/main" val="13684984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B772E-84FF-0850-A9C3-D2139FF5729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FB9D4E5-F19B-BE62-C322-CE1680EEECE8}"/>
              </a:ext>
            </a:extLst>
          </p:cNvPr>
          <p:cNvSpPr>
            <a:spLocks noGrp="1"/>
          </p:cNvSpPr>
          <p:nvPr>
            <p:ph idx="1"/>
          </p:nvPr>
        </p:nvSpPr>
        <p:spPr>
          <a:xfrm>
            <a:off x="439812" y="2814360"/>
            <a:ext cx="11176000" cy="3406775"/>
          </a:xfrm>
        </p:spPr>
        <p:txBody>
          <a:bodyPr anchor="ctr" anchorCtr="0">
            <a:normAutofit/>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1- En faveur du diagnostic de péritonite aigue généralisée par perforation d'ulcère gastroduodénal, quel est l’examen à réaliser de première intention dans ce cas pour étayer le diagnostic  :</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La FOGD</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ASP debout</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échographie abdominale</a:t>
            </a:r>
          </a:p>
          <a:p>
            <a:pPr marL="514350" indent="-422275">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Un scanner abdominal</a:t>
            </a:r>
          </a:p>
          <a:p>
            <a:pPr marL="514350" indent="-422275">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TOGD</a:t>
            </a:r>
          </a:p>
        </p:txBody>
      </p:sp>
      <p:sp>
        <p:nvSpPr>
          <p:cNvPr id="2" name="Espace réservé du contenu 2">
            <a:extLst>
              <a:ext uri="{FF2B5EF4-FFF2-40B4-BE49-F238E27FC236}">
                <a16:creationId xmlns:a16="http://schemas.microsoft.com/office/drawing/2014/main" id="{7B270296-962A-1D92-2176-212D2AFFB600}"/>
              </a:ext>
            </a:extLst>
          </p:cNvPr>
          <p:cNvSpPr txBox="1">
            <a:spLocks/>
          </p:cNvSpPr>
          <p:nvPr/>
        </p:nvSpPr>
        <p:spPr>
          <a:xfrm>
            <a:off x="309880" y="727869"/>
            <a:ext cx="11572240" cy="2177415"/>
          </a:xfrm>
          <a:prstGeom prst="rect">
            <a:avLst/>
          </a:prstGeom>
        </p:spPr>
        <p:txBody>
          <a:bodyPr vert="horz" lIns="91440" tIns="45720" rIns="91440" bIns="45720" rtlCol="0" anchor="ctr" anchorCtr="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Un homme de 32 ans consulte pour douleurs épigastriques intenses évoluant depuis 3 heures,</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associées à des vomissements bilieux.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L'interrogatoire révèle la prise de comprimés non précisés prescrits à l'occasion d'une entorse de la cheville. </a:t>
            </a:r>
          </a:p>
          <a:p>
            <a:pPr marL="0" indent="0">
              <a:lnSpc>
                <a:spcPct val="100000"/>
              </a:lnSpc>
              <a:spcBef>
                <a:spcPts val="0"/>
              </a:spcBef>
              <a:buNone/>
            </a:pPr>
            <a:r>
              <a:rPr lang="fr-FR" sz="2400" dirty="0">
                <a:latin typeface="Calibri" panose="020F0502020204030204" pitchFamily="34" charset="0"/>
                <a:ea typeface="Calibri" panose="020F0502020204030204" pitchFamily="34" charset="0"/>
                <a:cs typeface="Calibri" panose="020F0502020204030204" pitchFamily="34" charset="0"/>
              </a:rPr>
              <a:t>L'examen trouve une TO à 37,6 °C, un pouls à 105 bpm, une tension artérielle à 13/7, une contracture abdominale et une douleur vive au toucher rectal. </a:t>
            </a:r>
          </a:p>
        </p:txBody>
      </p:sp>
      <p:sp>
        <p:nvSpPr>
          <p:cNvPr id="4" name="Espace réservé du contenu 2">
            <a:extLst>
              <a:ext uri="{FF2B5EF4-FFF2-40B4-BE49-F238E27FC236}">
                <a16:creationId xmlns:a16="http://schemas.microsoft.com/office/drawing/2014/main" id="{E49B1FE8-8D57-C3E0-27A6-630735CAAC3D}"/>
              </a:ext>
            </a:extLst>
          </p:cNvPr>
          <p:cNvSpPr txBox="1">
            <a:spLocks/>
          </p:cNvSpPr>
          <p:nvPr/>
        </p:nvSpPr>
        <p:spPr>
          <a:xfrm>
            <a:off x="309880" y="27289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1 :</a:t>
            </a:r>
          </a:p>
        </p:txBody>
      </p:sp>
    </p:spTree>
    <p:extLst>
      <p:ext uri="{BB962C8B-B14F-4D97-AF65-F5344CB8AC3E}">
        <p14:creationId xmlns:p14="http://schemas.microsoft.com/office/powerpoint/2010/main" val="21673113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55FA0-96A5-E55D-D295-0825BD908A9C}"/>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9F16C30-F070-B58A-3C43-46AE2CDC1A6B}"/>
              </a:ext>
            </a:extLst>
          </p:cNvPr>
          <p:cNvSpPr>
            <a:spLocks noGrp="1"/>
          </p:cNvSpPr>
          <p:nvPr>
            <p:ph idx="1"/>
          </p:nvPr>
        </p:nvSpPr>
        <p:spPr>
          <a:xfrm>
            <a:off x="477520" y="3704734"/>
            <a:ext cx="10778084" cy="2337291"/>
          </a:xfrm>
        </p:spPr>
        <p:txBody>
          <a:bodyPr anchor="ctr" anchorCtr="0">
            <a:normAutofit fontScale="92500" lnSpcReduction="20000"/>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1- Le(s) signe(s) en faveur de l'origine appendiculaire de la péritonite est (sont) :</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NHA centraux</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Contracture abdominale diffuse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Début et prédominance des signes à droite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Douleur au TR</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Syndrome infectieux</a:t>
            </a:r>
          </a:p>
        </p:txBody>
      </p:sp>
      <p:sp>
        <p:nvSpPr>
          <p:cNvPr id="2" name="Espace réservé du contenu 2">
            <a:extLst>
              <a:ext uri="{FF2B5EF4-FFF2-40B4-BE49-F238E27FC236}">
                <a16:creationId xmlns:a16="http://schemas.microsoft.com/office/drawing/2014/main" id="{7ACD7141-714B-8E10-AA85-151FBA841304}"/>
              </a:ext>
            </a:extLst>
          </p:cNvPr>
          <p:cNvSpPr txBox="1">
            <a:spLocks/>
          </p:cNvSpPr>
          <p:nvPr/>
        </p:nvSpPr>
        <p:spPr>
          <a:xfrm>
            <a:off x="309880" y="937419"/>
            <a:ext cx="11572240" cy="2767315"/>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Une jeune fille de 15 ans, sans antécédents particuliers, est hospitalisée en urgence.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Le tableau initial dans la matinée était marqué par des douleurs de la fosse iliaque droite, avec malaise, nausée et fièvre à 37,8°C.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Après une accalmie partielle de quelques heures, sont progressivement apparus des douleurs abdominales diffuses et des vomissements avec arrêt du transit.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L'examen de l'abdomen montre une défense abdominale diffuse prédominant dans la fosse iliaque droite.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La température est à 39,8°C, il y a une leucocytose à 23 700 globules blancs.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L'abdomen sans préparation debout de face met en évidence des niveaux hydroaériques centraux multiples.</a:t>
            </a:r>
          </a:p>
        </p:txBody>
      </p:sp>
      <p:sp>
        <p:nvSpPr>
          <p:cNvPr id="4" name="Espace réservé du contenu 2">
            <a:extLst>
              <a:ext uri="{FF2B5EF4-FFF2-40B4-BE49-F238E27FC236}">
                <a16:creationId xmlns:a16="http://schemas.microsoft.com/office/drawing/2014/main" id="{85211578-3ABF-7C64-6801-6F3E956A726C}"/>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2 :</a:t>
            </a:r>
          </a:p>
        </p:txBody>
      </p:sp>
    </p:spTree>
    <p:extLst>
      <p:ext uri="{BB962C8B-B14F-4D97-AF65-F5344CB8AC3E}">
        <p14:creationId xmlns:p14="http://schemas.microsoft.com/office/powerpoint/2010/main" val="31257665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81C6-1DCC-B35D-BDE2-9BFC35E04D3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AB14AA6-FE5B-5ED1-19EE-202D98F58D63}"/>
              </a:ext>
            </a:extLst>
          </p:cNvPr>
          <p:cNvSpPr>
            <a:spLocks noGrp="1"/>
          </p:cNvSpPr>
          <p:nvPr>
            <p:ph idx="1"/>
          </p:nvPr>
        </p:nvSpPr>
        <p:spPr>
          <a:xfrm>
            <a:off x="477520" y="3704734"/>
            <a:ext cx="10778084" cy="2337291"/>
          </a:xfrm>
        </p:spPr>
        <p:txBody>
          <a:bodyPr anchor="ctr" anchorCtr="0">
            <a:normAutofit fontScale="92500" lnSpcReduction="20000"/>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1- Le(s) signe(s) en faveur de l'origine appendiculaire de la péritonite est (sont) :</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NHA centraux</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Contracture abdominale diffuse</a:t>
            </a:r>
          </a:p>
          <a:p>
            <a:pPr marL="442913" indent="-350838">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Début et prédominance des signes à droite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Douleur au TR</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Syndrome infectieux</a:t>
            </a:r>
          </a:p>
        </p:txBody>
      </p:sp>
      <p:sp>
        <p:nvSpPr>
          <p:cNvPr id="2" name="Espace réservé du contenu 2">
            <a:extLst>
              <a:ext uri="{FF2B5EF4-FFF2-40B4-BE49-F238E27FC236}">
                <a16:creationId xmlns:a16="http://schemas.microsoft.com/office/drawing/2014/main" id="{AC487A24-629D-983A-67A5-F183C79B4572}"/>
              </a:ext>
            </a:extLst>
          </p:cNvPr>
          <p:cNvSpPr txBox="1">
            <a:spLocks/>
          </p:cNvSpPr>
          <p:nvPr/>
        </p:nvSpPr>
        <p:spPr>
          <a:xfrm>
            <a:off x="309880" y="937419"/>
            <a:ext cx="11572240" cy="2767315"/>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Une jeune fille de 15 ans, sans antécédents particuliers, est hospitalisée en urgence.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Le tableau initial dans la matinée était marqué par des douleurs de la fosse iliaque droite, avec malaise, nausée et fièvre à 37,8°C.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Après une accalmie partielle de quelques heures, sont progressivement apparus des douleurs abdominales diffuses et des vomissements avec arrêt du transit.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L'examen de l'abdomen montre une défense abdominale diffuse prédominant dans la fosse iliaque droite.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La température est à 39,8°C, il y a une leucocytose à 23 700 globules blancs.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L'abdomen sans préparation debout de face met en évidence des niveaux hydroaériques centraux multiples.</a:t>
            </a:r>
          </a:p>
        </p:txBody>
      </p:sp>
      <p:sp>
        <p:nvSpPr>
          <p:cNvPr id="4" name="Espace réservé du contenu 2">
            <a:extLst>
              <a:ext uri="{FF2B5EF4-FFF2-40B4-BE49-F238E27FC236}">
                <a16:creationId xmlns:a16="http://schemas.microsoft.com/office/drawing/2014/main" id="{2E53FFDA-5558-57C6-E150-4E6ED7B1A34D}"/>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2 :</a:t>
            </a:r>
          </a:p>
        </p:txBody>
      </p:sp>
    </p:spTree>
    <p:extLst>
      <p:ext uri="{BB962C8B-B14F-4D97-AF65-F5344CB8AC3E}">
        <p14:creationId xmlns:p14="http://schemas.microsoft.com/office/powerpoint/2010/main" val="14953927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EE91B-8B30-33B5-EE69-EF84F1C3E441}"/>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C5ACA8F-D0CD-BF4E-4177-C9D3B81B750A}"/>
              </a:ext>
            </a:extLst>
          </p:cNvPr>
          <p:cNvSpPr>
            <a:spLocks noGrp="1"/>
          </p:cNvSpPr>
          <p:nvPr>
            <p:ph idx="1"/>
          </p:nvPr>
        </p:nvSpPr>
        <p:spPr>
          <a:xfrm>
            <a:off x="477520" y="3704734"/>
            <a:ext cx="10778084" cy="2337291"/>
          </a:xfrm>
        </p:spPr>
        <p:txBody>
          <a:bodyPr anchor="ctr" anchorCtr="0">
            <a:normAutofit fontScale="92500" lnSpcReduction="20000"/>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2- Comment peut-on expliquer les NHA du grêle :</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Appendice </a:t>
            </a:r>
            <a:r>
              <a:rPr lang="fr-FR" sz="2400" dirty="0" err="1">
                <a:latin typeface="Calibri" panose="020F0502020204030204" pitchFamily="34" charset="0"/>
                <a:ea typeface="Calibri" panose="020F0502020204030204" pitchFamily="34" charset="0"/>
                <a:cs typeface="Calibri" panose="020F0502020204030204" pitchFamily="34" charset="0"/>
              </a:rPr>
              <a:t>mésocœliaque</a:t>
            </a:r>
            <a:endParaRPr lang="fr-FR" sz="2400" dirty="0">
              <a:latin typeface="Calibri" panose="020F0502020204030204" pitchFamily="34" charset="0"/>
              <a:ea typeface="Calibri" panose="020F0502020204030204" pitchFamily="34" charset="0"/>
              <a:cs typeface="Calibri" panose="020F0502020204030204" pitchFamily="34" charset="0"/>
            </a:endParaRP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Entérocolite nécrosante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Occlusion par invagination</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Occlusion sur bride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Iléus paralytique par irritation péritonéale</a:t>
            </a:r>
          </a:p>
        </p:txBody>
      </p:sp>
      <p:sp>
        <p:nvSpPr>
          <p:cNvPr id="2" name="Espace réservé du contenu 2">
            <a:extLst>
              <a:ext uri="{FF2B5EF4-FFF2-40B4-BE49-F238E27FC236}">
                <a16:creationId xmlns:a16="http://schemas.microsoft.com/office/drawing/2014/main" id="{2489D222-4FFA-405A-EF56-AB66285AF493}"/>
              </a:ext>
            </a:extLst>
          </p:cNvPr>
          <p:cNvSpPr txBox="1">
            <a:spLocks/>
          </p:cNvSpPr>
          <p:nvPr/>
        </p:nvSpPr>
        <p:spPr>
          <a:xfrm>
            <a:off x="309880" y="937419"/>
            <a:ext cx="11572240" cy="2767315"/>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Une jeune fille de 15 ans, sans antécédents particuliers, est hospitalisée en urgence.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Le tableau initial dans la matinée était marqué par des douleurs de la fosse iliaque droite, avec malaise, nausée et fièvre à 37,8°C.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Après une accalmie partielle de quelques heures, sont progressivement apparus des douleurs abdominales diffuses et des vomissements avec arrêt du transit.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L'examen de l'abdomen montre une défense abdominale diffuse prédominant dans la fosse iliaque droite.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La température est à 39,8°C, il y a une leucocytose à 23 700 globules blancs.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L'abdomen sans préparation debout de face met en évidence des niveaux hydroaériques centraux multiples.</a:t>
            </a:r>
          </a:p>
        </p:txBody>
      </p:sp>
      <p:sp>
        <p:nvSpPr>
          <p:cNvPr id="4" name="Espace réservé du contenu 2">
            <a:extLst>
              <a:ext uri="{FF2B5EF4-FFF2-40B4-BE49-F238E27FC236}">
                <a16:creationId xmlns:a16="http://schemas.microsoft.com/office/drawing/2014/main" id="{D8D3F423-C88B-6A57-022E-642F6A3DB90E}"/>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2 :</a:t>
            </a:r>
          </a:p>
        </p:txBody>
      </p:sp>
    </p:spTree>
    <p:extLst>
      <p:ext uri="{BB962C8B-B14F-4D97-AF65-F5344CB8AC3E}">
        <p14:creationId xmlns:p14="http://schemas.microsoft.com/office/powerpoint/2010/main" val="9123203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86FF1-2C1F-B14E-A5B9-1B11ABD50866}"/>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15BE7A3-B23A-376D-0789-BD816594A34D}"/>
              </a:ext>
            </a:extLst>
          </p:cNvPr>
          <p:cNvSpPr>
            <a:spLocks noGrp="1"/>
          </p:cNvSpPr>
          <p:nvPr>
            <p:ph idx="1"/>
          </p:nvPr>
        </p:nvSpPr>
        <p:spPr>
          <a:xfrm>
            <a:off x="477520" y="3704734"/>
            <a:ext cx="10778084" cy="2337291"/>
          </a:xfrm>
        </p:spPr>
        <p:txBody>
          <a:bodyPr anchor="ctr" anchorCtr="0">
            <a:normAutofit fontScale="92500" lnSpcReduction="20000"/>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2- Comment peut-on expliquer les NHA du grêle :</a:t>
            </a:r>
          </a:p>
          <a:p>
            <a:pPr marL="442913" indent="-350838">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Appendice </a:t>
            </a:r>
            <a:r>
              <a:rPr lang="fr-FR" sz="2400" dirty="0" err="1">
                <a:solidFill>
                  <a:srgbClr val="FF0000"/>
                </a:solidFill>
                <a:latin typeface="Calibri" panose="020F0502020204030204" pitchFamily="34" charset="0"/>
                <a:ea typeface="Calibri" panose="020F0502020204030204" pitchFamily="34" charset="0"/>
                <a:cs typeface="Calibri" panose="020F0502020204030204" pitchFamily="34" charset="0"/>
              </a:rPr>
              <a:t>mésocœliaque</a:t>
            </a:r>
            <a:endPar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Entérocolite nécrosante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Occlusion par invagination</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Occlusion sur bride</a:t>
            </a:r>
          </a:p>
          <a:p>
            <a:pPr marL="442913" indent="-350838">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Iléus paralytique par irritation péritonéale</a:t>
            </a:r>
          </a:p>
        </p:txBody>
      </p:sp>
      <p:sp>
        <p:nvSpPr>
          <p:cNvPr id="2" name="Espace réservé du contenu 2">
            <a:extLst>
              <a:ext uri="{FF2B5EF4-FFF2-40B4-BE49-F238E27FC236}">
                <a16:creationId xmlns:a16="http://schemas.microsoft.com/office/drawing/2014/main" id="{A779F139-3C26-FC0C-9F8B-D8451B9AB633}"/>
              </a:ext>
            </a:extLst>
          </p:cNvPr>
          <p:cNvSpPr txBox="1">
            <a:spLocks/>
          </p:cNvSpPr>
          <p:nvPr/>
        </p:nvSpPr>
        <p:spPr>
          <a:xfrm>
            <a:off x="309880" y="937419"/>
            <a:ext cx="11572240" cy="2767315"/>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Une jeune fille de 15 ans, sans antécédents particuliers, est hospitalisée en urgence.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Le tableau initial dans la matinée était marqué par des douleurs de la fosse iliaque droite, avec malaise, nausée et fièvre à 37,8°C.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Après une accalmie partielle de quelques heures, sont progressivement apparus des douleurs abdominales diffuses et des vomissements avec arrêt du transit.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L'examen de l'abdomen montre une défense abdominale diffuse prédominant dans la fosse iliaque droite.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La température est à 39,8°C, il y a une leucocytose à 23 700 globules blancs.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L'abdomen sans préparation debout de face met en évidence des niveaux hydroaériques centraux multiples.</a:t>
            </a:r>
          </a:p>
        </p:txBody>
      </p:sp>
      <p:sp>
        <p:nvSpPr>
          <p:cNvPr id="4" name="Espace réservé du contenu 2">
            <a:extLst>
              <a:ext uri="{FF2B5EF4-FFF2-40B4-BE49-F238E27FC236}">
                <a16:creationId xmlns:a16="http://schemas.microsoft.com/office/drawing/2014/main" id="{5A3F3D3E-EE91-3F05-84D1-F0914D90A4A2}"/>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2 :</a:t>
            </a:r>
          </a:p>
        </p:txBody>
      </p:sp>
    </p:spTree>
    <p:extLst>
      <p:ext uri="{BB962C8B-B14F-4D97-AF65-F5344CB8AC3E}">
        <p14:creationId xmlns:p14="http://schemas.microsoft.com/office/powerpoint/2010/main" val="9291317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B2F34-F797-DEA4-5C3C-7B30F125B023}"/>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FDB7E657-6303-023C-9DB2-248DBC7BE84B}"/>
              </a:ext>
            </a:extLst>
          </p:cNvPr>
          <p:cNvSpPr>
            <a:spLocks noGrp="1"/>
          </p:cNvSpPr>
          <p:nvPr>
            <p:ph idx="1"/>
          </p:nvPr>
        </p:nvSpPr>
        <p:spPr>
          <a:xfrm>
            <a:off x="477520" y="3704734"/>
            <a:ext cx="10778084" cy="2337291"/>
          </a:xfrm>
        </p:spPr>
        <p:txBody>
          <a:bodyPr anchor="ctr" anchorCtr="0">
            <a:normAutofit fontScale="92500" lnSpcReduction="20000"/>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3- Que préconisez vous pour cette patiente ?</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Coelioscopie diagnostique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Toilette péritonéale et appendicectomie en urgence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Scanner abdominal avec injection</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Échographie abdominale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Antibiothérapie probabiliste</a:t>
            </a:r>
          </a:p>
        </p:txBody>
      </p:sp>
      <p:sp>
        <p:nvSpPr>
          <p:cNvPr id="2" name="Espace réservé du contenu 2">
            <a:extLst>
              <a:ext uri="{FF2B5EF4-FFF2-40B4-BE49-F238E27FC236}">
                <a16:creationId xmlns:a16="http://schemas.microsoft.com/office/drawing/2014/main" id="{70591032-FCAB-3DD2-38EB-0DA5DFF0508A}"/>
              </a:ext>
            </a:extLst>
          </p:cNvPr>
          <p:cNvSpPr txBox="1">
            <a:spLocks/>
          </p:cNvSpPr>
          <p:nvPr/>
        </p:nvSpPr>
        <p:spPr>
          <a:xfrm>
            <a:off x="309880" y="937419"/>
            <a:ext cx="11572240" cy="2767315"/>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Une jeune fille de 15 ans, sans antécédents particuliers, est hospitalisée en urgence.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Le tableau initial dans la matinée était marqué par des douleurs de la fosse iliaque droite, avec malaise, nausée et fièvre à 37,8°C.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Après une accalmie partielle de quelques heures, sont progressivement apparus des douleurs abdominales diffuses et des vomissements avec arrêt du transit.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L'examen de l'abdomen montre une défense abdominale diffuse prédominant dans la fosse iliaque droite.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La température est à 39,8°C, il y a une leucocytose à 23 700 globules blancs.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L'abdomen sans préparation debout de face met en évidence des niveaux hydroaériques centraux multiples.</a:t>
            </a:r>
          </a:p>
        </p:txBody>
      </p:sp>
      <p:sp>
        <p:nvSpPr>
          <p:cNvPr id="4" name="Espace réservé du contenu 2">
            <a:extLst>
              <a:ext uri="{FF2B5EF4-FFF2-40B4-BE49-F238E27FC236}">
                <a16:creationId xmlns:a16="http://schemas.microsoft.com/office/drawing/2014/main" id="{730EFB03-1DE5-5D52-E01B-C30FF03B62D9}"/>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2 :</a:t>
            </a:r>
          </a:p>
        </p:txBody>
      </p:sp>
    </p:spTree>
    <p:extLst>
      <p:ext uri="{BB962C8B-B14F-4D97-AF65-F5344CB8AC3E}">
        <p14:creationId xmlns:p14="http://schemas.microsoft.com/office/powerpoint/2010/main" val="24064844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7E4B1-4B03-A516-0614-8B2333E00CDC}"/>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03D21BD-ED75-13D2-9706-48AD3FB37AA1}"/>
              </a:ext>
            </a:extLst>
          </p:cNvPr>
          <p:cNvSpPr>
            <a:spLocks noGrp="1"/>
          </p:cNvSpPr>
          <p:nvPr>
            <p:ph idx="1"/>
          </p:nvPr>
        </p:nvSpPr>
        <p:spPr>
          <a:xfrm>
            <a:off x="477520" y="3704734"/>
            <a:ext cx="10778084" cy="2337291"/>
          </a:xfrm>
        </p:spPr>
        <p:txBody>
          <a:bodyPr anchor="ctr" anchorCtr="0">
            <a:normAutofit fontScale="92500" lnSpcReduction="20000"/>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3- Que préconisez vous pour cette patiente ?</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Coelioscopie diagnostique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Toilette péritonéale et appendicectomie en urgence</a:t>
            </a:r>
          </a:p>
          <a:p>
            <a:pPr marL="442913" indent="-350838">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Scanner abdominal avec injection</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Échographie abdominale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Antibiothérapie probabiliste</a:t>
            </a:r>
          </a:p>
        </p:txBody>
      </p:sp>
      <p:sp>
        <p:nvSpPr>
          <p:cNvPr id="2" name="Espace réservé du contenu 2">
            <a:extLst>
              <a:ext uri="{FF2B5EF4-FFF2-40B4-BE49-F238E27FC236}">
                <a16:creationId xmlns:a16="http://schemas.microsoft.com/office/drawing/2014/main" id="{852C4945-556B-7A62-67B2-9E1678E69A3D}"/>
              </a:ext>
            </a:extLst>
          </p:cNvPr>
          <p:cNvSpPr txBox="1">
            <a:spLocks/>
          </p:cNvSpPr>
          <p:nvPr/>
        </p:nvSpPr>
        <p:spPr>
          <a:xfrm>
            <a:off x="309880" y="937419"/>
            <a:ext cx="11572240" cy="2767315"/>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Une jeune fille de 15 ans, sans antécédents particuliers, est hospitalisée en urgence.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Le tableau initial dans la matinée était marqué par des douleurs de la fosse iliaque droite, avec malaise, nausée et fièvre à 37,8°C.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Après une accalmie partielle de quelques heures, sont progressivement apparus des douleurs abdominales diffuses et des vomissements avec arrêt du transit.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L'examen de l'abdomen montre une défense abdominale diffuse prédominant dans la fosse iliaque droite.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La température est à 39,8°C, il y a une leucocytose à 23 700 globules blancs.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L'abdomen sans préparation debout de face met en évidence des niveaux hydroaériques centraux multiples.</a:t>
            </a:r>
          </a:p>
        </p:txBody>
      </p:sp>
      <p:sp>
        <p:nvSpPr>
          <p:cNvPr id="4" name="Espace réservé du contenu 2">
            <a:extLst>
              <a:ext uri="{FF2B5EF4-FFF2-40B4-BE49-F238E27FC236}">
                <a16:creationId xmlns:a16="http://schemas.microsoft.com/office/drawing/2014/main" id="{2528652F-C543-E9CF-22C0-2FF40E00BE15}"/>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2 :</a:t>
            </a:r>
          </a:p>
        </p:txBody>
      </p:sp>
    </p:spTree>
    <p:extLst>
      <p:ext uri="{BB962C8B-B14F-4D97-AF65-F5344CB8AC3E}">
        <p14:creationId xmlns:p14="http://schemas.microsoft.com/office/powerpoint/2010/main" val="5863263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4B709-DE3E-0A07-6893-BC081D7FE787}"/>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3E371DA-5100-C857-7365-B8EF5238941E}"/>
              </a:ext>
            </a:extLst>
          </p:cNvPr>
          <p:cNvSpPr>
            <a:spLocks noGrp="1"/>
          </p:cNvSpPr>
          <p:nvPr>
            <p:ph idx="1"/>
          </p:nvPr>
        </p:nvSpPr>
        <p:spPr>
          <a:xfrm>
            <a:off x="477520" y="3704734"/>
            <a:ext cx="10778084" cy="2337291"/>
          </a:xfrm>
        </p:spPr>
        <p:txBody>
          <a:bodyPr anchor="ctr" anchorCtr="0">
            <a:normAutofit fontScale="92500" lnSpcReduction="20000"/>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1- Quel(s) examen(s) complémentaires demanderiez-vous pour étayer votre diagnostic ?</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TDM abdominale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échographie abdominale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Aucun examen complémentaire n’est nécessaire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entéro scanner</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dosage de la procalcitonine</a:t>
            </a:r>
          </a:p>
        </p:txBody>
      </p:sp>
      <p:sp>
        <p:nvSpPr>
          <p:cNvPr id="2" name="Espace réservé du contenu 2">
            <a:extLst>
              <a:ext uri="{FF2B5EF4-FFF2-40B4-BE49-F238E27FC236}">
                <a16:creationId xmlns:a16="http://schemas.microsoft.com/office/drawing/2014/main" id="{5A74E14D-8C3F-361E-A2BB-9EA10E04CCD0}"/>
              </a:ext>
            </a:extLst>
          </p:cNvPr>
          <p:cNvSpPr txBox="1">
            <a:spLocks/>
          </p:cNvSpPr>
          <p:nvPr/>
        </p:nvSpPr>
        <p:spPr>
          <a:xfrm>
            <a:off x="309880" y="937419"/>
            <a:ext cx="11572240" cy="2767315"/>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Une jeune fille de 15 ans, sans antécédent particulier, est hospitalisée en urgence à 18 h.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Le tableau initial dans la matinée était marqué par des douleurs de la fosse iliaque droite avec malaise, nausée et fièvre à 37,8 °C.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Après une accalmie de quelques heures, sont progressivement apparues des douleurs abdominales diffuses et des vomissements avec arrêt du transit.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L'examen de l'abdomen montre une contracture abdominale diffuse prédominant dans la fosse iliaque droite.</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La température est à 39,8°C, il y a une leucocytose à 23 700 globules blancs.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L'abdomen sans préparation debout de face met en évidence des niveaux hydroaériques centraux multiples.</a:t>
            </a:r>
          </a:p>
        </p:txBody>
      </p:sp>
      <p:sp>
        <p:nvSpPr>
          <p:cNvPr id="4" name="Espace réservé du contenu 2">
            <a:extLst>
              <a:ext uri="{FF2B5EF4-FFF2-40B4-BE49-F238E27FC236}">
                <a16:creationId xmlns:a16="http://schemas.microsoft.com/office/drawing/2014/main" id="{47D48977-D68D-E8BA-3AEF-B667071F3C8A}"/>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3 :</a:t>
            </a:r>
          </a:p>
        </p:txBody>
      </p:sp>
    </p:spTree>
    <p:extLst>
      <p:ext uri="{BB962C8B-B14F-4D97-AF65-F5344CB8AC3E}">
        <p14:creationId xmlns:p14="http://schemas.microsoft.com/office/powerpoint/2010/main" val="36888739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E8F0B-8222-9E91-C986-E74508063F0D}"/>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4F56560-9F6F-18BA-CA80-09411D8925EC}"/>
              </a:ext>
            </a:extLst>
          </p:cNvPr>
          <p:cNvSpPr>
            <a:spLocks noGrp="1"/>
          </p:cNvSpPr>
          <p:nvPr>
            <p:ph idx="1"/>
          </p:nvPr>
        </p:nvSpPr>
        <p:spPr>
          <a:xfrm>
            <a:off x="477520" y="3704734"/>
            <a:ext cx="10778084" cy="2337291"/>
          </a:xfrm>
        </p:spPr>
        <p:txBody>
          <a:bodyPr anchor="ctr" anchorCtr="0">
            <a:normAutofit fontScale="92500" lnSpcReduction="20000"/>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1- Quel(s) examen(s) complémentaires demanderiez-vous pour étayer votre diagnostic ?</a:t>
            </a:r>
          </a:p>
          <a:p>
            <a:pPr marL="442913" indent="-350838">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Une TDM abdominale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Une échographie abdominale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Aucun examen complémentaire n’est nécessaire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entéro scanner</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dosage de la procalcitonine</a:t>
            </a:r>
          </a:p>
        </p:txBody>
      </p:sp>
      <p:sp>
        <p:nvSpPr>
          <p:cNvPr id="2" name="Espace réservé du contenu 2">
            <a:extLst>
              <a:ext uri="{FF2B5EF4-FFF2-40B4-BE49-F238E27FC236}">
                <a16:creationId xmlns:a16="http://schemas.microsoft.com/office/drawing/2014/main" id="{A4314B8C-30A6-D6BC-6E24-EDBCF27732A9}"/>
              </a:ext>
            </a:extLst>
          </p:cNvPr>
          <p:cNvSpPr txBox="1">
            <a:spLocks/>
          </p:cNvSpPr>
          <p:nvPr/>
        </p:nvSpPr>
        <p:spPr>
          <a:xfrm>
            <a:off x="309880" y="937419"/>
            <a:ext cx="11572240" cy="2767315"/>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Une jeune fille de 15 ans, sans antécédent particulier, est hospitalisée en urgence à 18 h.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Le tableau initial dans la matinée était marqué par des douleurs de la fosse iliaque droite avec malaise, nausée et fièvre à 37,8 °C.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Après une accalmie de quelques heures, sont progressivement apparues des douleurs abdominales diffuses et des vomissements avec arrêt du transit.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L'examen de l'abdomen montre une contracture abdominale diffuse prédominant dans la fosse iliaque droite.</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La température est à 39,8°C, il y a une leucocytose à 23 700 globules blancs.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L'abdomen sans préparation debout de face met en évidence des niveaux hydroaériques centraux multiples.</a:t>
            </a:r>
          </a:p>
        </p:txBody>
      </p:sp>
      <p:sp>
        <p:nvSpPr>
          <p:cNvPr id="4" name="Espace réservé du contenu 2">
            <a:extLst>
              <a:ext uri="{FF2B5EF4-FFF2-40B4-BE49-F238E27FC236}">
                <a16:creationId xmlns:a16="http://schemas.microsoft.com/office/drawing/2014/main" id="{4742AD4B-FF2C-2B73-B3E8-D8771D26AEE3}"/>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3 :</a:t>
            </a:r>
          </a:p>
        </p:txBody>
      </p:sp>
    </p:spTree>
    <p:extLst>
      <p:ext uri="{BB962C8B-B14F-4D97-AF65-F5344CB8AC3E}">
        <p14:creationId xmlns:p14="http://schemas.microsoft.com/office/powerpoint/2010/main" val="6086390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81631-B531-71BE-DC07-E0C9683566A8}"/>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91B648C-22E3-707D-E9CE-4BBF80ACBFB1}"/>
              </a:ext>
            </a:extLst>
          </p:cNvPr>
          <p:cNvSpPr>
            <a:spLocks noGrp="1"/>
          </p:cNvSpPr>
          <p:nvPr>
            <p:ph idx="1"/>
          </p:nvPr>
        </p:nvSpPr>
        <p:spPr>
          <a:xfrm>
            <a:off x="477520" y="3704734"/>
            <a:ext cx="11404600" cy="2687335"/>
          </a:xfrm>
        </p:spPr>
        <p:txBody>
          <a:bodyPr anchor="ctr" anchorCtr="0">
            <a:normAutofit fontScale="92500" lnSpcReduction="10000"/>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2- Parmi les signes suivants, indiquez celui inhabituel dans la péritonite généralisée d’origine appendiculaire ?</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pneumopéritoine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Des douleurs abdominales</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La fièvre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syndrome occlusif</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La contracture</a:t>
            </a:r>
          </a:p>
        </p:txBody>
      </p:sp>
      <p:sp>
        <p:nvSpPr>
          <p:cNvPr id="2" name="Espace réservé du contenu 2">
            <a:extLst>
              <a:ext uri="{FF2B5EF4-FFF2-40B4-BE49-F238E27FC236}">
                <a16:creationId xmlns:a16="http://schemas.microsoft.com/office/drawing/2014/main" id="{357B56A0-BA24-CFB3-0D0A-DCC7F2950AD3}"/>
              </a:ext>
            </a:extLst>
          </p:cNvPr>
          <p:cNvSpPr txBox="1">
            <a:spLocks/>
          </p:cNvSpPr>
          <p:nvPr/>
        </p:nvSpPr>
        <p:spPr>
          <a:xfrm>
            <a:off x="309880" y="937419"/>
            <a:ext cx="11572240" cy="2767315"/>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Une jeune fille de 15 ans, sans antécédent particulier, est hospitalisée en urgence à 18 h.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Le tableau initial dans la matinée était marqué par des douleurs de la fosse iliaque droite avec malaise, nausée et fièvre à 37,8 °C.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Après une accalmie de quelques heures, sont progressivement apparues des douleurs abdominales diffuses et des vomissements avec arrêt du transit.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L'examen de l'abdomen montre une contracture abdominale diffuse prédominant dans la fosse iliaque droite.</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La température est à 39,8°C, il y a une leucocytose à 23 700 globules blancs.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L'abdomen sans préparation debout de face met en évidence des niveaux hydroaériques centraux multiples.</a:t>
            </a:r>
          </a:p>
        </p:txBody>
      </p:sp>
      <p:sp>
        <p:nvSpPr>
          <p:cNvPr id="4" name="Espace réservé du contenu 2">
            <a:extLst>
              <a:ext uri="{FF2B5EF4-FFF2-40B4-BE49-F238E27FC236}">
                <a16:creationId xmlns:a16="http://schemas.microsoft.com/office/drawing/2014/main" id="{94AE0314-8145-082D-FDD5-2A5732CA026B}"/>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3 :</a:t>
            </a:r>
          </a:p>
        </p:txBody>
      </p:sp>
    </p:spTree>
    <p:extLst>
      <p:ext uri="{BB962C8B-B14F-4D97-AF65-F5344CB8AC3E}">
        <p14:creationId xmlns:p14="http://schemas.microsoft.com/office/powerpoint/2010/main" val="42508581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FE9D8-9B83-5AAA-809F-D1EB66CC6262}"/>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E016B32-D6F1-6BEF-2442-85BA16765642}"/>
              </a:ext>
            </a:extLst>
          </p:cNvPr>
          <p:cNvSpPr>
            <a:spLocks noGrp="1"/>
          </p:cNvSpPr>
          <p:nvPr>
            <p:ph idx="1"/>
          </p:nvPr>
        </p:nvSpPr>
        <p:spPr>
          <a:xfrm>
            <a:off x="477520" y="3704734"/>
            <a:ext cx="11404600" cy="2687335"/>
          </a:xfrm>
        </p:spPr>
        <p:txBody>
          <a:bodyPr anchor="ctr" anchorCtr="0">
            <a:normAutofit fontScale="92500" lnSpcReduction="10000"/>
          </a:bodyPr>
          <a:lstStyle/>
          <a:p>
            <a:pPr marL="0" indent="0">
              <a:buNone/>
            </a:pPr>
            <a:r>
              <a:rPr lang="fr-FR" sz="2400" b="1" dirty="0">
                <a:latin typeface="Calibri" panose="020F0502020204030204" pitchFamily="34" charset="0"/>
                <a:ea typeface="Calibri" panose="020F0502020204030204" pitchFamily="34" charset="0"/>
                <a:cs typeface="Calibri" panose="020F0502020204030204" pitchFamily="34" charset="0"/>
              </a:rPr>
              <a:t>2- Parmi les signes suivants, indiquez celui inhabituel dans la péritonite généralisée d’origine appendiculaire ?</a:t>
            </a:r>
          </a:p>
          <a:p>
            <a:pPr marL="442913" indent="-350838">
              <a:buFont typeface="+mj-lt"/>
              <a:buAutoNum type="alphaUcPeriod"/>
            </a:pPr>
            <a:r>
              <a:rPr lang="fr-FR" sz="2400" dirty="0">
                <a:solidFill>
                  <a:srgbClr val="FF0000"/>
                </a:solidFill>
                <a:latin typeface="Calibri" panose="020F0502020204030204" pitchFamily="34" charset="0"/>
                <a:ea typeface="Calibri" panose="020F0502020204030204" pitchFamily="34" charset="0"/>
                <a:cs typeface="Calibri" panose="020F0502020204030204" pitchFamily="34" charset="0"/>
              </a:rPr>
              <a:t>Un pneumopéritoine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Des douleurs abdominales</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La fièvre</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Un syndrome occlusif</a:t>
            </a:r>
          </a:p>
          <a:p>
            <a:pPr marL="442913" indent="-350838">
              <a:buFont typeface="+mj-lt"/>
              <a:buAutoNum type="alphaUcPeriod"/>
            </a:pPr>
            <a:r>
              <a:rPr lang="fr-FR" sz="2400" dirty="0">
                <a:latin typeface="Calibri" panose="020F0502020204030204" pitchFamily="34" charset="0"/>
                <a:ea typeface="Calibri" panose="020F0502020204030204" pitchFamily="34" charset="0"/>
                <a:cs typeface="Calibri" panose="020F0502020204030204" pitchFamily="34" charset="0"/>
              </a:rPr>
              <a:t>La contracture</a:t>
            </a:r>
          </a:p>
        </p:txBody>
      </p:sp>
      <p:sp>
        <p:nvSpPr>
          <p:cNvPr id="2" name="Espace réservé du contenu 2">
            <a:extLst>
              <a:ext uri="{FF2B5EF4-FFF2-40B4-BE49-F238E27FC236}">
                <a16:creationId xmlns:a16="http://schemas.microsoft.com/office/drawing/2014/main" id="{5B5A551B-6BE0-6D50-0C52-DA71344179C9}"/>
              </a:ext>
            </a:extLst>
          </p:cNvPr>
          <p:cNvSpPr txBox="1">
            <a:spLocks/>
          </p:cNvSpPr>
          <p:nvPr/>
        </p:nvSpPr>
        <p:spPr>
          <a:xfrm>
            <a:off x="309880" y="937419"/>
            <a:ext cx="11572240" cy="2767315"/>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Une jeune fille de 15 ans, sans antécédent particulier, est hospitalisée en urgence à 18 h.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Le tableau initial dans la matinée était marqué par des douleurs de la fosse iliaque droite avec malaise, nausée et fièvre à 37,8 °C.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Après une accalmie de quelques heures, sont progressivement apparues des douleurs abdominales diffuses et des vomissements avec arrêt du transit.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L'examen de l'abdomen montre une contracture abdominale diffuse prédominant dans la fosse iliaque droite.</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La température est à 39,8°C, il y a une leucocytose à 23 700 globules blancs. </a:t>
            </a:r>
          </a:p>
          <a:p>
            <a:pPr marL="0" indent="0">
              <a:lnSpc>
                <a:spcPct val="100000"/>
              </a:lnSpc>
              <a:spcBef>
                <a:spcPts val="0"/>
              </a:spcBef>
              <a:buNone/>
            </a:pPr>
            <a:r>
              <a:rPr lang="fr-FR" sz="2000" dirty="0">
                <a:latin typeface="Calibri" panose="020F0502020204030204" pitchFamily="34" charset="0"/>
                <a:ea typeface="Calibri" panose="020F0502020204030204" pitchFamily="34" charset="0"/>
                <a:cs typeface="Calibri" panose="020F0502020204030204" pitchFamily="34" charset="0"/>
              </a:rPr>
              <a:t>L'abdomen sans préparation debout de face met en évidence des niveaux hydroaériques centraux multiples.</a:t>
            </a:r>
          </a:p>
        </p:txBody>
      </p:sp>
      <p:sp>
        <p:nvSpPr>
          <p:cNvPr id="4" name="Espace réservé du contenu 2">
            <a:extLst>
              <a:ext uri="{FF2B5EF4-FFF2-40B4-BE49-F238E27FC236}">
                <a16:creationId xmlns:a16="http://schemas.microsoft.com/office/drawing/2014/main" id="{E02C1158-6889-05CE-B56B-E56D99F508F5}"/>
              </a:ext>
            </a:extLst>
          </p:cNvPr>
          <p:cNvSpPr txBox="1">
            <a:spLocks/>
          </p:cNvSpPr>
          <p:nvPr/>
        </p:nvSpPr>
        <p:spPr>
          <a:xfrm>
            <a:off x="309880" y="465931"/>
            <a:ext cx="2225040" cy="471488"/>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fr-FR" sz="2400" b="1" u="sng" dirty="0">
                <a:latin typeface="Calibri" panose="020F0502020204030204" pitchFamily="34" charset="0"/>
                <a:ea typeface="Calibri" panose="020F0502020204030204" pitchFamily="34" charset="0"/>
                <a:cs typeface="Calibri" panose="020F0502020204030204" pitchFamily="34" charset="0"/>
              </a:rPr>
              <a:t>Cas Clinique 3 :</a:t>
            </a:r>
          </a:p>
        </p:txBody>
      </p:sp>
    </p:spTree>
    <p:extLst>
      <p:ext uri="{BB962C8B-B14F-4D97-AF65-F5344CB8AC3E}">
        <p14:creationId xmlns:p14="http://schemas.microsoft.com/office/powerpoint/2010/main" val="12440672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2717A-5D35-5793-E288-B23793A5D82A}"/>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1B63DC5-A0F8-C015-9492-F26DC7B92BEC}"/>
              </a:ext>
            </a:extLst>
          </p:cNvPr>
          <p:cNvSpPr>
            <a:spLocks noGrp="1"/>
          </p:cNvSpPr>
          <p:nvPr>
            <p:ph idx="1"/>
          </p:nvPr>
        </p:nvSpPr>
        <p:spPr>
          <a:xfrm>
            <a:off x="345440" y="1541145"/>
            <a:ext cx="11572240" cy="3406775"/>
          </a:xfrm>
        </p:spPr>
        <p:txBody>
          <a:bodyPr anchor="ctr" anchorCtr="0">
            <a:normAutofit fontScale="77500" lnSpcReduction="2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13/ Parmi les propositions suivantes concernant le diagnostic de péritonite post-opératoire, retenez les deux propositions inexactes :</a:t>
            </a:r>
          </a:p>
          <a:p>
            <a:pPr marL="514350" indent="-422275">
              <a:lnSpc>
                <a:spcPct val="120000"/>
              </a:lnSpc>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pneumopéritoine peut persister plusieurs semaines après une laparotomie non compliquée</a:t>
            </a:r>
          </a:p>
          <a:p>
            <a:pPr marL="514350" indent="-422275">
              <a:lnSpc>
                <a:spcPct val="120000"/>
              </a:lnSpc>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L’échographie est plus performante qu’un examen  TDM</a:t>
            </a:r>
          </a:p>
          <a:p>
            <a:pPr marL="514350" indent="-422275">
              <a:lnSpc>
                <a:spcPct val="120000"/>
              </a:lnSpc>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Un examen morphologique normal élimine le diagnostic de péritonite post opératoire</a:t>
            </a:r>
          </a:p>
          <a:p>
            <a:pPr marL="514350" indent="-422275">
              <a:lnSpc>
                <a:spcPct val="120000"/>
              </a:lnSpc>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caractère </a:t>
            </a:r>
            <a:r>
              <a:rPr lang="fr-FR" dirty="0" err="1">
                <a:latin typeface="Calibri" panose="020F0502020204030204" pitchFamily="34" charset="0"/>
                <a:ea typeface="Calibri" panose="020F0502020204030204" pitchFamily="34" charset="0"/>
                <a:cs typeface="Calibri" panose="020F0502020204030204" pitchFamily="34" charset="0"/>
              </a:rPr>
              <a:t>multimicrobien</a:t>
            </a:r>
            <a:r>
              <a:rPr lang="fr-FR" dirty="0">
                <a:latin typeface="Calibri" panose="020F0502020204030204" pitchFamily="34" charset="0"/>
                <a:ea typeface="Calibri" panose="020F0502020204030204" pitchFamily="34" charset="0"/>
                <a:cs typeface="Calibri" panose="020F0502020204030204" pitchFamily="34" charset="0"/>
              </a:rPr>
              <a:t> d’une bactériémie est évocateur du diagnostic</a:t>
            </a:r>
          </a:p>
          <a:p>
            <a:pPr marL="514350" indent="-422275">
              <a:lnSpc>
                <a:spcPct val="120000"/>
              </a:lnSpc>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 réapparition d’hémocultures positives au décours du traitement antibiotique d’une bactériémie correspond dans le tiers des cas à un foyer septique abdominal passé inaperçu</a:t>
            </a:r>
          </a:p>
        </p:txBody>
      </p:sp>
    </p:spTree>
    <p:extLst>
      <p:ext uri="{BB962C8B-B14F-4D97-AF65-F5344CB8AC3E}">
        <p14:creationId xmlns:p14="http://schemas.microsoft.com/office/powerpoint/2010/main" val="24775200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E2205-521B-6B67-4EF7-87FFF4D5C639}"/>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CCA2084-BE8F-5819-26BC-373A10AF030E}"/>
              </a:ext>
            </a:extLst>
          </p:cNvPr>
          <p:cNvSpPr>
            <a:spLocks noGrp="1"/>
          </p:cNvSpPr>
          <p:nvPr>
            <p:ph idx="1"/>
          </p:nvPr>
        </p:nvSpPr>
        <p:spPr>
          <a:xfrm>
            <a:off x="345440" y="1541145"/>
            <a:ext cx="11572240" cy="3406775"/>
          </a:xfrm>
        </p:spPr>
        <p:txBody>
          <a:bodyPr anchor="ctr" anchorCtr="0">
            <a:normAutofit fontScale="77500" lnSpcReduction="2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13/ Parmi les propositions suivantes concernant le diagnostic de péritonite post-opératoire, retenez les deux propositions inexactes :</a:t>
            </a:r>
          </a:p>
          <a:p>
            <a:pPr marL="514350" indent="-422275">
              <a:lnSpc>
                <a:spcPct val="120000"/>
              </a:lnSpc>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pneumopéritoine peut persister plusieurs semaines après une laparotomie non compliquée</a:t>
            </a:r>
          </a:p>
          <a:p>
            <a:pPr marL="514350" indent="-422275">
              <a:lnSpc>
                <a:spcPct val="120000"/>
              </a:lnSpc>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L’échographie est plus performante qu’un examen  TDM</a:t>
            </a:r>
          </a:p>
          <a:p>
            <a:pPr marL="514350" indent="-422275">
              <a:lnSpc>
                <a:spcPct val="120000"/>
              </a:lnSpc>
              <a:buFont typeface="+mj-lt"/>
              <a:buAutoNum type="alphaUcPeriod"/>
            </a:pPr>
            <a:r>
              <a:rPr lang="fr-FR" dirty="0">
                <a:solidFill>
                  <a:srgbClr val="FF0000"/>
                </a:solidFill>
                <a:latin typeface="Calibri" panose="020F0502020204030204" pitchFamily="34" charset="0"/>
                <a:ea typeface="Calibri" panose="020F0502020204030204" pitchFamily="34" charset="0"/>
                <a:cs typeface="Calibri" panose="020F0502020204030204" pitchFamily="34" charset="0"/>
              </a:rPr>
              <a:t>Un examen morphologique normal élimine le diagnostic de péritonite post opératoire</a:t>
            </a:r>
          </a:p>
          <a:p>
            <a:pPr marL="514350" indent="-422275">
              <a:lnSpc>
                <a:spcPct val="120000"/>
              </a:lnSpc>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Le caractère </a:t>
            </a:r>
            <a:r>
              <a:rPr lang="fr-FR" dirty="0" err="1">
                <a:latin typeface="Calibri" panose="020F0502020204030204" pitchFamily="34" charset="0"/>
                <a:ea typeface="Calibri" panose="020F0502020204030204" pitchFamily="34" charset="0"/>
                <a:cs typeface="Calibri" panose="020F0502020204030204" pitchFamily="34" charset="0"/>
              </a:rPr>
              <a:t>multimicrobien</a:t>
            </a:r>
            <a:r>
              <a:rPr lang="fr-FR" dirty="0">
                <a:latin typeface="Calibri" panose="020F0502020204030204" pitchFamily="34" charset="0"/>
                <a:ea typeface="Calibri" panose="020F0502020204030204" pitchFamily="34" charset="0"/>
                <a:cs typeface="Calibri" panose="020F0502020204030204" pitchFamily="34" charset="0"/>
              </a:rPr>
              <a:t> d’une bactériémie est évocateur du diagnostic</a:t>
            </a:r>
          </a:p>
          <a:p>
            <a:pPr marL="514350" indent="-422275">
              <a:lnSpc>
                <a:spcPct val="120000"/>
              </a:lnSpc>
              <a:buFont typeface="+mj-lt"/>
              <a:buAutoNum type="alphaUcPeriod"/>
            </a:pPr>
            <a:r>
              <a:rPr lang="fr-FR" dirty="0">
                <a:latin typeface="Calibri" panose="020F0502020204030204" pitchFamily="34" charset="0"/>
                <a:ea typeface="Calibri" panose="020F0502020204030204" pitchFamily="34" charset="0"/>
                <a:cs typeface="Calibri" panose="020F0502020204030204" pitchFamily="34" charset="0"/>
              </a:rPr>
              <a:t>La réapparition d’hémocultures positives au décours du traitement antibiotique d’une bactériémie correspond dans le tiers des cas à un foyer septique abdominal passé inaperçu</a:t>
            </a:r>
          </a:p>
        </p:txBody>
      </p:sp>
    </p:spTree>
    <p:extLst>
      <p:ext uri="{BB962C8B-B14F-4D97-AF65-F5344CB8AC3E}">
        <p14:creationId xmlns:p14="http://schemas.microsoft.com/office/powerpoint/2010/main" val="19479981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F29D53-D0CA-79C0-43BC-FC442C2D0496}"/>
              </a:ext>
            </a:extLst>
          </p:cNvPr>
          <p:cNvSpPr txBox="1">
            <a:spLocks/>
          </p:cNvSpPr>
          <p:nvPr/>
        </p:nvSpPr>
        <p:spPr>
          <a:xfrm>
            <a:off x="1016000" y="1984977"/>
            <a:ext cx="10225087" cy="2325692"/>
          </a:xfrm>
          <a:prstGeom prst="rect">
            <a:avLst/>
          </a:prstGeom>
          <a:ln w="28575">
            <a:solidFill>
              <a:srgbClr val="FF0000"/>
            </a:solidFill>
          </a:ln>
        </p:spPr>
        <p:txBody>
          <a:bodyPr vert="horz" wrap="square" lIns="144000" tIns="36000" rIns="144000" bIns="3600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50000"/>
              </a:lnSpc>
            </a:pPr>
            <a:r>
              <a:rPr lang="fr-FR" sz="2000" dirty="0">
                <a:latin typeface="Times New Roman" panose="02020603050405020304" pitchFamily="18" charset="0"/>
                <a:cs typeface="Times New Roman" panose="02020603050405020304" pitchFamily="18" charset="0"/>
              </a:rPr>
              <a:t>La péritonite post opératoire doit être évoquée chaque fois que les sites opératoires sont perturbées. Les examens morphologiques et essentiellement le scanner avec opacification digestive et vasculaire prennent tout leur intérêt pour établir le diagnostic. La prise en charge chirurgicale encadrée par une réanimation, doit être précoce avant l'installation des défaillances multi viscérales qui sont de mauvais pronostic.</a:t>
            </a:r>
          </a:p>
        </p:txBody>
      </p:sp>
    </p:spTree>
    <p:extLst>
      <p:ext uri="{BB962C8B-B14F-4D97-AF65-F5344CB8AC3E}">
        <p14:creationId xmlns:p14="http://schemas.microsoft.com/office/powerpoint/2010/main" val="8540900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TotalTime>
  <Words>3634</Words>
  <Application>Microsoft Office PowerPoint</Application>
  <PresentationFormat>Grand écran</PresentationFormat>
  <Paragraphs>337</Paragraphs>
  <Slides>44</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44</vt:i4>
      </vt:variant>
    </vt:vector>
  </HeadingPairs>
  <TitlesOfParts>
    <vt:vector size="50" baseType="lpstr">
      <vt:lpstr>Aptos</vt:lpstr>
      <vt:lpstr>Aptos Display</vt:lpstr>
      <vt:lpstr>Arial</vt:lpstr>
      <vt:lpstr>Calibri</vt:lpstr>
      <vt:lpstr>Times New Roman</vt:lpstr>
      <vt:lpstr>Thème Office</vt:lpstr>
      <vt:lpstr>Présentation PowerPoint</vt:lpstr>
      <vt:lpstr>Péritonites aigües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zied.kammoun</dc:creator>
  <cp:lastModifiedBy>zied.kammoun</cp:lastModifiedBy>
  <cp:revision>1</cp:revision>
  <dcterms:created xsi:type="dcterms:W3CDTF">2025-09-30T22:37:59Z</dcterms:created>
  <dcterms:modified xsi:type="dcterms:W3CDTF">2025-10-13T10:19:40Z</dcterms:modified>
</cp:coreProperties>
</file>