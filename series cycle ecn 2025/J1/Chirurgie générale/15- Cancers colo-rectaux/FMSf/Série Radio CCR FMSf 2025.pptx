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82" r:id="rId3"/>
    <p:sldId id="383" r:id="rId4"/>
    <p:sldId id="260" r:id="rId5"/>
    <p:sldId id="384" r:id="rId6"/>
    <p:sldId id="262" r:id="rId7"/>
    <p:sldId id="385" r:id="rId8"/>
    <p:sldId id="263" r:id="rId9"/>
    <p:sldId id="386" r:id="rId10"/>
    <p:sldId id="357" r:id="rId11"/>
    <p:sldId id="371" r:id="rId12"/>
    <p:sldId id="387" r:id="rId13"/>
    <p:sldId id="372" r:id="rId14"/>
    <p:sldId id="388" r:id="rId15"/>
    <p:sldId id="373" r:id="rId16"/>
    <p:sldId id="374" r:id="rId17"/>
    <p:sldId id="375" r:id="rId18"/>
    <p:sldId id="389" r:id="rId19"/>
    <p:sldId id="376" r:id="rId20"/>
    <p:sldId id="390" r:id="rId21"/>
    <p:sldId id="265" r:id="rId22"/>
    <p:sldId id="391" r:id="rId23"/>
    <p:sldId id="313" r:id="rId24"/>
    <p:sldId id="392" r:id="rId25"/>
    <p:sldId id="377" r:id="rId26"/>
    <p:sldId id="270" r:id="rId27"/>
    <p:sldId id="393" r:id="rId28"/>
    <p:sldId id="271" r:id="rId29"/>
    <p:sldId id="394" r:id="rId30"/>
    <p:sldId id="272" r:id="rId31"/>
    <p:sldId id="395" r:id="rId32"/>
    <p:sldId id="379" r:id="rId33"/>
    <p:sldId id="396" r:id="rId34"/>
    <p:sldId id="380" r:id="rId35"/>
    <p:sldId id="397" r:id="rId36"/>
    <p:sldId id="381" r:id="rId37"/>
    <p:sldId id="398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5B9BD5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D6419-9F15-4645-8B1B-7EE0BF0F65BF}" v="76" dt="2025-10-13T13:06:05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.kammoun" userId="bf0d7764-83a7-4f46-aeea-edade3febd2d" providerId="ADAL" clId="{72E36F06-32C1-4FB1-8856-62AA5C4D770F}"/>
    <pc:docChg chg="undo custSel addSld delSld modSld sldOrd">
      <pc:chgData name="zied.kammoun" userId="bf0d7764-83a7-4f46-aeea-edade3febd2d" providerId="ADAL" clId="{72E36F06-32C1-4FB1-8856-62AA5C4D770F}" dt="2025-10-13T13:06:21.030" v="6376" actId="207"/>
      <pc:docMkLst>
        <pc:docMk/>
      </pc:docMkLst>
      <pc:sldChg chg="del">
        <pc:chgData name="zied.kammoun" userId="bf0d7764-83a7-4f46-aeea-edade3febd2d" providerId="ADAL" clId="{72E36F06-32C1-4FB1-8856-62AA5C4D770F}" dt="2025-09-30T22:45:10.381" v="0" actId="47"/>
        <pc:sldMkLst>
          <pc:docMk/>
          <pc:sldMk cId="3310117618" sldId="256"/>
        </pc:sldMkLst>
      </pc:sldChg>
      <pc:sldChg chg="addSp delSp modSp del mod">
        <pc:chgData name="zied.kammoun" userId="bf0d7764-83a7-4f46-aeea-edade3febd2d" providerId="ADAL" clId="{72E36F06-32C1-4FB1-8856-62AA5C4D770F}" dt="2025-10-01T01:18:43.213" v="2581" actId="47"/>
        <pc:sldMkLst>
          <pc:docMk/>
          <pc:sldMk cId="1877302455" sldId="257"/>
        </pc:sldMkLst>
      </pc:sldChg>
      <pc:sldChg chg="modSp mod">
        <pc:chgData name="zied.kammoun" userId="bf0d7764-83a7-4f46-aeea-edade3febd2d" providerId="ADAL" clId="{72E36F06-32C1-4FB1-8856-62AA5C4D770F}" dt="2025-10-03T22:39:06.599" v="5440" actId="6549"/>
        <pc:sldMkLst>
          <pc:docMk/>
          <pc:sldMk cId="920508864" sldId="258"/>
        </pc:sldMkLst>
        <pc:spChg chg="mod">
          <ac:chgData name="zied.kammoun" userId="bf0d7764-83a7-4f46-aeea-edade3febd2d" providerId="ADAL" clId="{72E36F06-32C1-4FB1-8856-62AA5C4D770F}" dt="2025-10-03T22:39:06.599" v="5440" actId="6549"/>
          <ac:spMkLst>
            <pc:docMk/>
            <pc:sldMk cId="920508864" sldId="258"/>
            <ac:spMk id="8" creationId="{702BF6AB-88C3-DC20-4A08-D7617F0963CB}"/>
          </ac:spMkLst>
        </pc:spChg>
      </pc:sldChg>
      <pc:sldChg chg="addSp delSp modSp new del mod ord">
        <pc:chgData name="zied.kammoun" userId="bf0d7764-83a7-4f46-aeea-edade3febd2d" providerId="ADAL" clId="{72E36F06-32C1-4FB1-8856-62AA5C4D770F}" dt="2025-10-13T12:33:37.587" v="6319" actId="47"/>
        <pc:sldMkLst>
          <pc:docMk/>
          <pc:sldMk cId="63158710" sldId="259"/>
        </pc:sldMkLst>
      </pc:sldChg>
      <pc:sldChg chg="modSp add mod ord">
        <pc:chgData name="zied.kammoun" userId="bf0d7764-83a7-4f46-aeea-edade3febd2d" providerId="ADAL" clId="{72E36F06-32C1-4FB1-8856-62AA5C4D770F}" dt="2025-10-03T22:41:51.124" v="5503" actId="20577"/>
        <pc:sldMkLst>
          <pc:docMk/>
          <pc:sldMk cId="3802743959" sldId="260"/>
        </pc:sldMkLst>
        <pc:spChg chg="mod">
          <ac:chgData name="zied.kammoun" userId="bf0d7764-83a7-4f46-aeea-edade3febd2d" providerId="ADAL" clId="{72E36F06-32C1-4FB1-8856-62AA5C4D770F}" dt="2025-10-03T22:41:51.124" v="5503" actId="20577"/>
          <ac:spMkLst>
            <pc:docMk/>
            <pc:sldMk cId="3802743959" sldId="260"/>
            <ac:spMk id="3" creationId="{117F9F15-F817-FD15-A6C1-FC4892648D2B}"/>
          </ac:spMkLst>
        </pc:spChg>
      </pc:sldChg>
      <pc:sldChg chg="addSp delSp modSp new del mod ord">
        <pc:chgData name="zied.kammoun" userId="bf0d7764-83a7-4f46-aeea-edade3febd2d" providerId="ADAL" clId="{72E36F06-32C1-4FB1-8856-62AA5C4D770F}" dt="2025-10-01T00:12:59.634" v="1359" actId="47"/>
        <pc:sldMkLst>
          <pc:docMk/>
          <pc:sldMk cId="1792942109" sldId="261"/>
        </pc:sldMkLst>
      </pc:sldChg>
      <pc:sldChg chg="modSp add mod">
        <pc:chgData name="zied.kammoun" userId="bf0d7764-83a7-4f46-aeea-edade3febd2d" providerId="ADAL" clId="{72E36F06-32C1-4FB1-8856-62AA5C4D770F}" dt="2025-10-03T22:42:17.692" v="5519" actId="20577"/>
        <pc:sldMkLst>
          <pc:docMk/>
          <pc:sldMk cId="1106629892" sldId="262"/>
        </pc:sldMkLst>
        <pc:spChg chg="mod">
          <ac:chgData name="zied.kammoun" userId="bf0d7764-83a7-4f46-aeea-edade3febd2d" providerId="ADAL" clId="{72E36F06-32C1-4FB1-8856-62AA5C4D770F}" dt="2025-10-03T22:42:17.692" v="5519" actId="20577"/>
          <ac:spMkLst>
            <pc:docMk/>
            <pc:sldMk cId="1106629892" sldId="262"/>
            <ac:spMk id="3" creationId="{25010DFB-CC1C-9183-6CEC-FD7DB29D5BF5}"/>
          </ac:spMkLst>
        </pc:spChg>
      </pc:sldChg>
      <pc:sldChg chg="new del">
        <pc:chgData name="zied.kammoun" userId="bf0d7764-83a7-4f46-aeea-edade3febd2d" providerId="ADAL" clId="{72E36F06-32C1-4FB1-8856-62AA5C4D770F}" dt="2025-09-30T22:57:55.916" v="193" actId="47"/>
        <pc:sldMkLst>
          <pc:docMk/>
          <pc:sldMk cId="659004240" sldId="263"/>
        </pc:sldMkLst>
      </pc:sldChg>
      <pc:sldChg chg="modSp add mod">
        <pc:chgData name="zied.kammoun" userId="bf0d7764-83a7-4f46-aeea-edade3febd2d" providerId="ADAL" clId="{72E36F06-32C1-4FB1-8856-62AA5C4D770F}" dt="2025-10-03T22:42:46.966" v="5539" actId="20577"/>
        <pc:sldMkLst>
          <pc:docMk/>
          <pc:sldMk cId="2824375647" sldId="263"/>
        </pc:sldMkLst>
        <pc:spChg chg="mod">
          <ac:chgData name="zied.kammoun" userId="bf0d7764-83a7-4f46-aeea-edade3febd2d" providerId="ADAL" clId="{72E36F06-32C1-4FB1-8856-62AA5C4D770F}" dt="2025-10-03T22:42:46.966" v="5539" actId="20577"/>
          <ac:spMkLst>
            <pc:docMk/>
            <pc:sldMk cId="2824375647" sldId="263"/>
            <ac:spMk id="3" creationId="{CE75A4A4-774B-6C09-D3BC-A123C763EDE0}"/>
          </ac:spMkLst>
        </pc:spChg>
      </pc:sldChg>
      <pc:sldChg chg="modSp add del mod ord">
        <pc:chgData name="zied.kammoun" userId="bf0d7764-83a7-4f46-aeea-edade3febd2d" providerId="ADAL" clId="{72E36F06-32C1-4FB1-8856-62AA5C4D770F}" dt="2025-10-01T00:13:01.471" v="1360" actId="47"/>
        <pc:sldMkLst>
          <pc:docMk/>
          <pc:sldMk cId="3607179458" sldId="264"/>
        </pc:sldMkLst>
      </pc:sldChg>
      <pc:sldChg chg="modSp add mod">
        <pc:chgData name="zied.kammoun" userId="bf0d7764-83a7-4f46-aeea-edade3febd2d" providerId="ADAL" clId="{72E36F06-32C1-4FB1-8856-62AA5C4D770F}" dt="2025-10-03T23:03:43.236" v="6070" actId="20577"/>
        <pc:sldMkLst>
          <pc:docMk/>
          <pc:sldMk cId="1179806339" sldId="265"/>
        </pc:sldMkLst>
        <pc:spChg chg="mod">
          <ac:chgData name="zied.kammoun" userId="bf0d7764-83a7-4f46-aeea-edade3febd2d" providerId="ADAL" clId="{72E36F06-32C1-4FB1-8856-62AA5C4D770F}" dt="2025-10-03T23:03:43.236" v="6070" actId="20577"/>
          <ac:spMkLst>
            <pc:docMk/>
            <pc:sldMk cId="1179806339" sldId="265"/>
            <ac:spMk id="3" creationId="{CD1D5E15-CC84-2F9D-6DD8-BF3EC5E8CADF}"/>
          </ac:spMkLst>
        </pc:spChg>
      </pc:sldChg>
      <pc:sldChg chg="modSp add del mod">
        <pc:chgData name="zied.kammoun" userId="bf0d7764-83a7-4f46-aeea-edade3febd2d" providerId="ADAL" clId="{72E36F06-32C1-4FB1-8856-62AA5C4D770F}" dt="2025-10-01T00:13:03.886" v="1361" actId="47"/>
        <pc:sldMkLst>
          <pc:docMk/>
          <pc:sldMk cId="1648161091" sldId="266"/>
        </pc:sldMkLst>
      </pc:sldChg>
      <pc:sldChg chg="new del">
        <pc:chgData name="zied.kammoun" userId="bf0d7764-83a7-4f46-aeea-edade3febd2d" providerId="ADAL" clId="{72E36F06-32C1-4FB1-8856-62AA5C4D770F}" dt="2025-09-30T23:24:34.749" v="689" actId="47"/>
        <pc:sldMkLst>
          <pc:docMk/>
          <pc:sldMk cId="4185143226" sldId="267"/>
        </pc:sldMkLst>
      </pc:sldChg>
      <pc:sldChg chg="modSp add del mod ord">
        <pc:chgData name="zied.kammoun" userId="bf0d7764-83a7-4f46-aeea-edade3febd2d" providerId="ADAL" clId="{72E36F06-32C1-4FB1-8856-62AA5C4D770F}" dt="2025-10-01T00:51:47.363" v="2054" actId="47"/>
        <pc:sldMkLst>
          <pc:docMk/>
          <pc:sldMk cId="889468942" sldId="268"/>
        </pc:sldMkLst>
      </pc:sldChg>
      <pc:sldChg chg="modSp add del mod ord">
        <pc:chgData name="zied.kammoun" userId="bf0d7764-83a7-4f46-aeea-edade3febd2d" providerId="ADAL" clId="{72E36F06-32C1-4FB1-8856-62AA5C4D770F}" dt="2025-10-01T00:13:06.089" v="1362" actId="47"/>
        <pc:sldMkLst>
          <pc:docMk/>
          <pc:sldMk cId="3553934563" sldId="269"/>
        </pc:sldMkLst>
      </pc:sldChg>
      <pc:sldChg chg="modSp add mod ord">
        <pc:chgData name="zied.kammoun" userId="bf0d7764-83a7-4f46-aeea-edade3febd2d" providerId="ADAL" clId="{72E36F06-32C1-4FB1-8856-62AA5C4D770F}" dt="2025-10-03T23:08:44.622" v="6164" actId="20577"/>
        <pc:sldMkLst>
          <pc:docMk/>
          <pc:sldMk cId="1868612620" sldId="270"/>
        </pc:sldMkLst>
        <pc:spChg chg="mod">
          <ac:chgData name="zied.kammoun" userId="bf0d7764-83a7-4f46-aeea-edade3febd2d" providerId="ADAL" clId="{72E36F06-32C1-4FB1-8856-62AA5C4D770F}" dt="2025-10-03T23:08:44.622" v="6164" actId="20577"/>
          <ac:spMkLst>
            <pc:docMk/>
            <pc:sldMk cId="1868612620" sldId="270"/>
            <ac:spMk id="3" creationId="{A88A54D3-7833-54EB-AE9F-2570EDBBA543}"/>
          </ac:spMkLst>
        </pc:spChg>
      </pc:sldChg>
      <pc:sldChg chg="modSp add mod">
        <pc:chgData name="zied.kammoun" userId="bf0d7764-83a7-4f46-aeea-edade3febd2d" providerId="ADAL" clId="{72E36F06-32C1-4FB1-8856-62AA5C4D770F}" dt="2025-10-03T23:09:17.709" v="6177" actId="20577"/>
        <pc:sldMkLst>
          <pc:docMk/>
          <pc:sldMk cId="1431563936" sldId="271"/>
        </pc:sldMkLst>
        <pc:spChg chg="mod">
          <ac:chgData name="zied.kammoun" userId="bf0d7764-83a7-4f46-aeea-edade3febd2d" providerId="ADAL" clId="{72E36F06-32C1-4FB1-8856-62AA5C4D770F}" dt="2025-10-03T23:09:17.709" v="6177" actId="20577"/>
          <ac:spMkLst>
            <pc:docMk/>
            <pc:sldMk cId="1431563936" sldId="271"/>
            <ac:spMk id="3" creationId="{0BC64370-42E3-8B2E-3DE4-2A175D34F923}"/>
          </ac:spMkLst>
        </pc:spChg>
      </pc:sldChg>
      <pc:sldChg chg="modSp add mod">
        <pc:chgData name="zied.kammoun" userId="bf0d7764-83a7-4f46-aeea-edade3febd2d" providerId="ADAL" clId="{72E36F06-32C1-4FB1-8856-62AA5C4D770F}" dt="2025-10-03T23:10:32.813" v="6193" actId="20577"/>
        <pc:sldMkLst>
          <pc:docMk/>
          <pc:sldMk cId="2759572477" sldId="272"/>
        </pc:sldMkLst>
        <pc:spChg chg="mod">
          <ac:chgData name="zied.kammoun" userId="bf0d7764-83a7-4f46-aeea-edade3febd2d" providerId="ADAL" clId="{72E36F06-32C1-4FB1-8856-62AA5C4D770F}" dt="2025-10-03T23:10:32.813" v="6193" actId="20577"/>
          <ac:spMkLst>
            <pc:docMk/>
            <pc:sldMk cId="2759572477" sldId="272"/>
            <ac:spMk id="3" creationId="{4E20BECD-C69D-0499-B521-E36F7565C30B}"/>
          </ac:spMkLst>
        </pc:spChg>
      </pc:sldChg>
      <pc:sldChg chg="modSp add del mod">
        <pc:chgData name="zied.kammoun" userId="bf0d7764-83a7-4f46-aeea-edade3febd2d" providerId="ADAL" clId="{72E36F06-32C1-4FB1-8856-62AA5C4D770F}" dt="2025-10-03T23:14:15.446" v="6315" actId="47"/>
        <pc:sldMkLst>
          <pc:docMk/>
          <pc:sldMk cId="1016152298" sldId="273"/>
        </pc:sldMkLst>
      </pc:sldChg>
      <pc:sldChg chg="modSp add del mod ord">
        <pc:chgData name="zied.kammoun" userId="bf0d7764-83a7-4f46-aeea-edade3febd2d" providerId="ADAL" clId="{72E36F06-32C1-4FB1-8856-62AA5C4D770F}" dt="2025-10-01T00:13:08.883" v="1363" actId="47"/>
        <pc:sldMkLst>
          <pc:docMk/>
          <pc:sldMk cId="1453881286" sldId="274"/>
        </pc:sldMkLst>
      </pc:sldChg>
      <pc:sldChg chg="modSp add del mod ord">
        <pc:chgData name="zied.kammoun" userId="bf0d7764-83a7-4f46-aeea-edade3febd2d" providerId="ADAL" clId="{72E36F06-32C1-4FB1-8856-62AA5C4D770F}" dt="2025-10-03T23:14:15.261" v="6314" actId="47"/>
        <pc:sldMkLst>
          <pc:docMk/>
          <pc:sldMk cId="3916633893" sldId="275"/>
        </pc:sldMkLst>
      </pc:sldChg>
      <pc:sldChg chg="modSp add del mod">
        <pc:chgData name="zied.kammoun" userId="bf0d7764-83a7-4f46-aeea-edade3febd2d" providerId="ADAL" clId="{72E36F06-32C1-4FB1-8856-62AA5C4D770F}" dt="2025-10-03T23:14:15.081" v="6313" actId="47"/>
        <pc:sldMkLst>
          <pc:docMk/>
          <pc:sldMk cId="214813196" sldId="276"/>
        </pc:sldMkLst>
      </pc:sldChg>
      <pc:sldChg chg="modSp add del mod">
        <pc:chgData name="zied.kammoun" userId="bf0d7764-83a7-4f46-aeea-edade3febd2d" providerId="ADAL" clId="{72E36F06-32C1-4FB1-8856-62AA5C4D770F}" dt="2025-10-01T00:19:36.922" v="1540" actId="47"/>
        <pc:sldMkLst>
          <pc:docMk/>
          <pc:sldMk cId="1248009517" sldId="277"/>
        </pc:sldMkLst>
      </pc:sldChg>
      <pc:sldChg chg="modSp add del mod">
        <pc:chgData name="zied.kammoun" userId="bf0d7764-83a7-4f46-aeea-edade3febd2d" providerId="ADAL" clId="{72E36F06-32C1-4FB1-8856-62AA5C4D770F}" dt="2025-10-01T00:19:36.922" v="1540" actId="47"/>
        <pc:sldMkLst>
          <pc:docMk/>
          <pc:sldMk cId="1379372501" sldId="278"/>
        </pc:sldMkLst>
      </pc:sldChg>
      <pc:sldChg chg="addSp modSp add del mod">
        <pc:chgData name="zied.kammoun" userId="bf0d7764-83a7-4f46-aeea-edade3febd2d" providerId="ADAL" clId="{72E36F06-32C1-4FB1-8856-62AA5C4D770F}" dt="2025-10-01T00:49:05.553" v="2025" actId="47"/>
        <pc:sldMkLst>
          <pc:docMk/>
          <pc:sldMk cId="1368498474" sldId="279"/>
        </pc:sldMkLst>
      </pc:sldChg>
      <pc:sldChg chg="modSp add del mod">
        <pc:chgData name="zied.kammoun" userId="bf0d7764-83a7-4f46-aeea-edade3febd2d" providerId="ADAL" clId="{72E36F06-32C1-4FB1-8856-62AA5C4D770F}" dt="2025-09-30T23:22:37.796" v="655" actId="47"/>
        <pc:sldMkLst>
          <pc:docMk/>
          <pc:sldMk cId="118492565" sldId="280"/>
        </pc:sldMkLst>
      </pc:sldChg>
      <pc:sldChg chg="addSp modSp add del mod ord">
        <pc:chgData name="zied.kammoun" userId="bf0d7764-83a7-4f46-aeea-edade3febd2d" providerId="ADAL" clId="{72E36F06-32C1-4FB1-8856-62AA5C4D770F}" dt="2025-10-01T00:49:05.553" v="2025" actId="47"/>
        <pc:sldMkLst>
          <pc:docMk/>
          <pc:sldMk cId="3125766512" sldId="281"/>
        </pc:sldMkLst>
      </pc:sldChg>
      <pc:sldChg chg="add del">
        <pc:chgData name="zied.kammoun" userId="bf0d7764-83a7-4f46-aeea-edade3febd2d" providerId="ADAL" clId="{72E36F06-32C1-4FB1-8856-62AA5C4D770F}" dt="2025-09-30T23:23:01.013" v="669" actId="47"/>
        <pc:sldMkLst>
          <pc:docMk/>
          <pc:sldMk cId="3187131697" sldId="282"/>
        </pc:sldMkLst>
      </pc:sldChg>
      <pc:sldChg chg="addSp delSp modSp add del mod">
        <pc:chgData name="zied.kammoun" userId="bf0d7764-83a7-4f46-aeea-edade3febd2d" providerId="ADAL" clId="{72E36F06-32C1-4FB1-8856-62AA5C4D770F}" dt="2025-10-01T00:21:02.715" v="1574" actId="47"/>
        <pc:sldMkLst>
          <pc:docMk/>
          <pc:sldMk cId="3744921545" sldId="283"/>
        </pc:sldMkLst>
      </pc:sldChg>
      <pc:sldChg chg="modSp add del mod">
        <pc:chgData name="zied.kammoun" userId="bf0d7764-83a7-4f46-aeea-edade3febd2d" providerId="ADAL" clId="{72E36F06-32C1-4FB1-8856-62AA5C4D770F}" dt="2025-10-01T00:24:08.792" v="1639" actId="47"/>
        <pc:sldMkLst>
          <pc:docMk/>
          <pc:sldMk cId="2790828321" sldId="284"/>
        </pc:sldMkLst>
      </pc:sldChg>
      <pc:sldChg chg="modSp add del mod">
        <pc:chgData name="zied.kammoun" userId="bf0d7764-83a7-4f46-aeea-edade3febd2d" providerId="ADAL" clId="{72E36F06-32C1-4FB1-8856-62AA5C4D770F}" dt="2025-10-01T00:29:05.091" v="1727" actId="47"/>
        <pc:sldMkLst>
          <pc:docMk/>
          <pc:sldMk cId="2420317429" sldId="285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549909467" sldId="286"/>
        </pc:sldMkLst>
      </pc:sldChg>
      <pc:sldChg chg="modSp new del">
        <pc:chgData name="zied.kammoun" userId="bf0d7764-83a7-4f46-aeea-edade3febd2d" providerId="ADAL" clId="{72E36F06-32C1-4FB1-8856-62AA5C4D770F}" dt="2025-10-01T00:00:29.961" v="1241" actId="47"/>
        <pc:sldMkLst>
          <pc:docMk/>
          <pc:sldMk cId="1135338933" sldId="287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2347740902" sldId="288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2162310301" sldId="289"/>
        </pc:sldMkLst>
      </pc:sldChg>
      <pc:sldChg chg="modSp add del mod ord">
        <pc:chgData name="zied.kammoun" userId="bf0d7764-83a7-4f46-aeea-edade3febd2d" providerId="ADAL" clId="{72E36F06-32C1-4FB1-8856-62AA5C4D770F}" dt="2025-10-01T00:29:27.412" v="1728" actId="47"/>
        <pc:sldMkLst>
          <pc:docMk/>
          <pc:sldMk cId="784284077" sldId="290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958563997" sldId="291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353504055" sldId="292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1143350954" sldId="293"/>
        </pc:sldMkLst>
      </pc:sldChg>
      <pc:sldChg chg="addSp delSp 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1640814719" sldId="294"/>
        </pc:sldMkLst>
      </pc:sldChg>
      <pc:sldChg chg="addSp delSp 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771176868" sldId="295"/>
        </pc:sldMkLst>
      </pc:sldChg>
      <pc:sldChg chg="addSp 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886450806" sldId="296"/>
        </pc:sldMkLst>
      </pc:sldChg>
      <pc:sldChg chg="modSp add del mod">
        <pc:chgData name="zied.kammoun" userId="bf0d7764-83a7-4f46-aeea-edade3febd2d" providerId="ADAL" clId="{72E36F06-32C1-4FB1-8856-62AA5C4D770F}" dt="2025-09-30T23:44:02.299" v="1096" actId="47"/>
        <pc:sldMkLst>
          <pc:docMk/>
          <pc:sldMk cId="1861936981" sldId="297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1526115995" sldId="298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324018768" sldId="299"/>
        </pc:sldMkLst>
      </pc:sldChg>
      <pc:sldChg chg="add del">
        <pc:chgData name="zied.kammoun" userId="bf0d7764-83a7-4f46-aeea-edade3febd2d" providerId="ADAL" clId="{72E36F06-32C1-4FB1-8856-62AA5C4D770F}" dt="2025-10-01T00:07:00.420" v="1300" actId="47"/>
        <pc:sldMkLst>
          <pc:docMk/>
          <pc:sldMk cId="2486394326" sldId="300"/>
        </pc:sldMkLst>
      </pc:sldChg>
      <pc:sldChg chg="addSp delSp 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070710941" sldId="301"/>
        </pc:sldMkLst>
      </pc:sldChg>
      <pc:sldChg chg="delSp add del mod">
        <pc:chgData name="zied.kammoun" userId="bf0d7764-83a7-4f46-aeea-edade3febd2d" providerId="ADAL" clId="{72E36F06-32C1-4FB1-8856-62AA5C4D770F}" dt="2025-09-30T23:59:09.540" v="1228" actId="47"/>
        <pc:sldMkLst>
          <pc:docMk/>
          <pc:sldMk cId="3482190130" sldId="302"/>
        </pc:sldMkLst>
      </pc:sldChg>
      <pc:sldChg chg="delSp 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724940762" sldId="303"/>
        </pc:sldMkLst>
      </pc:sldChg>
      <pc:sldChg chg="modSp add del mod">
        <pc:chgData name="zied.kammoun" userId="bf0d7764-83a7-4f46-aeea-edade3febd2d" providerId="ADAL" clId="{72E36F06-32C1-4FB1-8856-62AA5C4D770F}" dt="2025-10-01T00:29:27.412" v="1728" actId="47"/>
        <pc:sldMkLst>
          <pc:docMk/>
          <pc:sldMk cId="3456771438" sldId="304"/>
        </pc:sldMkLst>
      </pc:sldChg>
      <pc:sldChg chg="addSp delSp modSp new del mod">
        <pc:chgData name="zied.kammoun" userId="bf0d7764-83a7-4f46-aeea-edade3febd2d" providerId="ADAL" clId="{72E36F06-32C1-4FB1-8856-62AA5C4D770F}" dt="2025-10-01T00:13:15.747" v="1364" actId="47"/>
        <pc:sldMkLst>
          <pc:docMk/>
          <pc:sldMk cId="910475589" sldId="305"/>
        </pc:sldMkLst>
      </pc:sldChg>
      <pc:sldChg chg="modSp add del mod">
        <pc:chgData name="zied.kammoun" userId="bf0d7764-83a7-4f46-aeea-edade3febd2d" providerId="ADAL" clId="{72E36F06-32C1-4FB1-8856-62AA5C4D770F}" dt="2025-10-01T00:49:05.553" v="2025" actId="47"/>
        <pc:sldMkLst>
          <pc:docMk/>
          <pc:sldMk cId="912320380" sldId="305"/>
        </pc:sldMkLst>
      </pc:sldChg>
      <pc:sldChg chg="modSp add del mod">
        <pc:chgData name="zied.kammoun" userId="bf0d7764-83a7-4f46-aeea-edade3febd2d" providerId="ADAL" clId="{72E36F06-32C1-4FB1-8856-62AA5C4D770F}" dt="2025-10-01T00:23:59.511" v="1638" actId="47"/>
        <pc:sldMkLst>
          <pc:docMk/>
          <pc:sldMk cId="1006108788" sldId="305"/>
        </pc:sldMkLst>
      </pc:sldChg>
      <pc:sldChg chg="modSp add del mod">
        <pc:chgData name="zied.kammoun" userId="bf0d7764-83a7-4f46-aeea-edade3febd2d" providerId="ADAL" clId="{72E36F06-32C1-4FB1-8856-62AA5C4D770F}" dt="2025-10-01T00:49:05.553" v="2025" actId="47"/>
        <pc:sldMkLst>
          <pc:docMk/>
          <pc:sldMk cId="2406484448" sldId="306"/>
        </pc:sldMkLst>
      </pc:sldChg>
      <pc:sldChg chg="modSp add del mod">
        <pc:chgData name="zied.kammoun" userId="bf0d7764-83a7-4f46-aeea-edade3febd2d" providerId="ADAL" clId="{72E36F06-32C1-4FB1-8856-62AA5C4D770F}" dt="2025-10-01T00:49:05.553" v="2025" actId="47"/>
        <pc:sldMkLst>
          <pc:docMk/>
          <pc:sldMk cId="3688873995" sldId="307"/>
        </pc:sldMkLst>
      </pc:sldChg>
      <pc:sldChg chg="modSp add del mod">
        <pc:chgData name="zied.kammoun" userId="bf0d7764-83a7-4f46-aeea-edade3febd2d" providerId="ADAL" clId="{72E36F06-32C1-4FB1-8856-62AA5C4D770F}" dt="2025-10-01T00:49:05.553" v="2025" actId="47"/>
        <pc:sldMkLst>
          <pc:docMk/>
          <pc:sldMk cId="4250858193" sldId="308"/>
        </pc:sldMkLst>
      </pc:sldChg>
      <pc:sldChg chg="modSp add del mod">
        <pc:chgData name="zied.kammoun" userId="bf0d7764-83a7-4f46-aeea-edade3febd2d" providerId="ADAL" clId="{72E36F06-32C1-4FB1-8856-62AA5C4D770F}" dt="2025-10-01T00:55:58.456" v="2110" actId="47"/>
        <pc:sldMkLst>
          <pc:docMk/>
          <pc:sldMk cId="2477520025" sldId="309"/>
        </pc:sldMkLst>
      </pc:sldChg>
      <pc:sldChg chg="addSp modSp new del mod">
        <pc:chgData name="zied.kammoun" userId="bf0d7764-83a7-4f46-aeea-edade3febd2d" providerId="ADAL" clId="{72E36F06-32C1-4FB1-8856-62AA5C4D770F}" dt="2025-10-01T01:29:25.820" v="3750" actId="47"/>
        <pc:sldMkLst>
          <pc:docMk/>
          <pc:sldMk cId="1169127570" sldId="310"/>
        </pc:sldMkLst>
      </pc:sldChg>
      <pc:sldChg chg="addSp delSp modSp add del mod">
        <pc:chgData name="zied.kammoun" userId="bf0d7764-83a7-4f46-aeea-edade3febd2d" providerId="ADAL" clId="{72E36F06-32C1-4FB1-8856-62AA5C4D770F}" dt="2025-10-01T01:29:27.560" v="3751" actId="47"/>
        <pc:sldMkLst>
          <pc:docMk/>
          <pc:sldMk cId="499420856" sldId="311"/>
        </pc:sldMkLst>
      </pc:sldChg>
      <pc:sldChg chg="addSp modSp new del mod">
        <pc:chgData name="zied.kammoun" userId="bf0d7764-83a7-4f46-aeea-edade3febd2d" providerId="ADAL" clId="{72E36F06-32C1-4FB1-8856-62AA5C4D770F}" dt="2025-10-01T01:31:43.503" v="3772" actId="47"/>
        <pc:sldMkLst>
          <pc:docMk/>
          <pc:sldMk cId="3955887033" sldId="312"/>
        </pc:sldMkLst>
      </pc:sldChg>
      <pc:sldChg chg="modSp add mod">
        <pc:chgData name="zied.kammoun" userId="bf0d7764-83a7-4f46-aeea-edade3febd2d" providerId="ADAL" clId="{72E36F06-32C1-4FB1-8856-62AA5C4D770F}" dt="2025-10-03T23:04:31.451" v="6105" actId="20577"/>
        <pc:sldMkLst>
          <pc:docMk/>
          <pc:sldMk cId="1753423246" sldId="313"/>
        </pc:sldMkLst>
        <pc:spChg chg="mod">
          <ac:chgData name="zied.kammoun" userId="bf0d7764-83a7-4f46-aeea-edade3febd2d" providerId="ADAL" clId="{72E36F06-32C1-4FB1-8856-62AA5C4D770F}" dt="2025-10-03T23:04:31.451" v="6105" actId="20577"/>
          <ac:spMkLst>
            <pc:docMk/>
            <pc:sldMk cId="1753423246" sldId="313"/>
            <ac:spMk id="3" creationId="{02AE4787-1C27-E6E3-C1AE-21BCDF31CBB3}"/>
          </ac:spMkLst>
        </pc:spChg>
      </pc:sldChg>
      <pc:sldChg chg="modSp add del mod">
        <pc:chgData name="zied.kammoun" userId="bf0d7764-83a7-4f46-aeea-edade3febd2d" providerId="ADAL" clId="{72E36F06-32C1-4FB1-8856-62AA5C4D770F}" dt="2025-10-03T23:14:14.889" v="6312" actId="47"/>
        <pc:sldMkLst>
          <pc:docMk/>
          <pc:sldMk cId="3932336203" sldId="314"/>
        </pc:sldMkLst>
      </pc:sldChg>
      <pc:sldChg chg="modSp add del mod">
        <pc:chgData name="zied.kammoun" userId="bf0d7764-83a7-4f46-aeea-edade3febd2d" providerId="ADAL" clId="{72E36F06-32C1-4FB1-8856-62AA5C4D770F}" dt="2025-10-03T23:14:14.700" v="6311" actId="47"/>
        <pc:sldMkLst>
          <pc:docMk/>
          <pc:sldMk cId="1744332952" sldId="315"/>
        </pc:sldMkLst>
      </pc:sldChg>
      <pc:sldChg chg="modSp add del mod">
        <pc:chgData name="zied.kammoun" userId="bf0d7764-83a7-4f46-aeea-edade3febd2d" providerId="ADAL" clId="{72E36F06-32C1-4FB1-8856-62AA5C4D770F}" dt="2025-10-03T23:14:14.503" v="6310" actId="47"/>
        <pc:sldMkLst>
          <pc:docMk/>
          <pc:sldMk cId="2982498168" sldId="316"/>
        </pc:sldMkLst>
      </pc:sldChg>
      <pc:sldChg chg="modSp add del mod">
        <pc:chgData name="zied.kammoun" userId="bf0d7764-83a7-4f46-aeea-edade3febd2d" providerId="ADAL" clId="{72E36F06-32C1-4FB1-8856-62AA5C4D770F}" dt="2025-10-03T23:14:14.320" v="6309" actId="47"/>
        <pc:sldMkLst>
          <pc:docMk/>
          <pc:sldMk cId="2004551985" sldId="317"/>
        </pc:sldMkLst>
      </pc:sldChg>
      <pc:sldChg chg="modSp add del mod">
        <pc:chgData name="zied.kammoun" userId="bf0d7764-83a7-4f46-aeea-edade3febd2d" providerId="ADAL" clId="{72E36F06-32C1-4FB1-8856-62AA5C4D770F}" dt="2025-10-03T23:14:13.081" v="6302" actId="47"/>
        <pc:sldMkLst>
          <pc:docMk/>
          <pc:sldMk cId="2621624737" sldId="318"/>
        </pc:sldMkLst>
      </pc:sldChg>
      <pc:sldChg chg="modSp add del mod">
        <pc:chgData name="zied.kammoun" userId="bf0d7764-83a7-4f46-aeea-edade3febd2d" providerId="ADAL" clId="{72E36F06-32C1-4FB1-8856-62AA5C4D770F}" dt="2025-10-03T23:14:12.920" v="6301" actId="47"/>
        <pc:sldMkLst>
          <pc:docMk/>
          <pc:sldMk cId="2281990362" sldId="319"/>
        </pc:sldMkLst>
      </pc:sldChg>
      <pc:sldChg chg="modSp add del mod">
        <pc:chgData name="zied.kammoun" userId="bf0d7764-83a7-4f46-aeea-edade3febd2d" providerId="ADAL" clId="{72E36F06-32C1-4FB1-8856-62AA5C4D770F}" dt="2025-10-03T23:14:12.742" v="6300" actId="47"/>
        <pc:sldMkLst>
          <pc:docMk/>
          <pc:sldMk cId="4192234663" sldId="320"/>
        </pc:sldMkLst>
      </pc:sldChg>
      <pc:sldChg chg="modSp add del mod">
        <pc:chgData name="zied.kammoun" userId="bf0d7764-83a7-4f46-aeea-edade3febd2d" providerId="ADAL" clId="{72E36F06-32C1-4FB1-8856-62AA5C4D770F}" dt="2025-10-03T23:14:12.448" v="6299" actId="47"/>
        <pc:sldMkLst>
          <pc:docMk/>
          <pc:sldMk cId="3809372726" sldId="321"/>
        </pc:sldMkLst>
      </pc:sldChg>
      <pc:sldChg chg="modSp add del mod">
        <pc:chgData name="zied.kammoun" userId="bf0d7764-83a7-4f46-aeea-edade3febd2d" providerId="ADAL" clId="{72E36F06-32C1-4FB1-8856-62AA5C4D770F}" dt="2025-10-03T23:14:12.278" v="6298" actId="47"/>
        <pc:sldMkLst>
          <pc:docMk/>
          <pc:sldMk cId="278285503" sldId="322"/>
        </pc:sldMkLst>
      </pc:sldChg>
      <pc:sldChg chg="modSp add del mod">
        <pc:chgData name="zied.kammoun" userId="bf0d7764-83a7-4f46-aeea-edade3febd2d" providerId="ADAL" clId="{72E36F06-32C1-4FB1-8856-62AA5C4D770F}" dt="2025-10-03T23:14:12.112" v="6297" actId="47"/>
        <pc:sldMkLst>
          <pc:docMk/>
          <pc:sldMk cId="2555634000" sldId="323"/>
        </pc:sldMkLst>
      </pc:sldChg>
      <pc:sldChg chg="modSp add del mod">
        <pc:chgData name="zied.kammoun" userId="bf0d7764-83a7-4f46-aeea-edade3febd2d" providerId="ADAL" clId="{72E36F06-32C1-4FB1-8856-62AA5C4D770F}" dt="2025-10-03T23:14:11.942" v="6296" actId="47"/>
        <pc:sldMkLst>
          <pc:docMk/>
          <pc:sldMk cId="2725923791" sldId="324"/>
        </pc:sldMkLst>
      </pc:sldChg>
      <pc:sldChg chg="modSp add del mod">
        <pc:chgData name="zied.kammoun" userId="bf0d7764-83a7-4f46-aeea-edade3febd2d" providerId="ADAL" clId="{72E36F06-32C1-4FB1-8856-62AA5C4D770F}" dt="2025-10-03T23:14:11.782" v="6295" actId="47"/>
        <pc:sldMkLst>
          <pc:docMk/>
          <pc:sldMk cId="1108709702" sldId="325"/>
        </pc:sldMkLst>
      </pc:sldChg>
      <pc:sldChg chg="modSp add del mod">
        <pc:chgData name="zied.kammoun" userId="bf0d7764-83a7-4f46-aeea-edade3febd2d" providerId="ADAL" clId="{72E36F06-32C1-4FB1-8856-62AA5C4D770F}" dt="2025-10-03T23:14:11.620" v="6294" actId="47"/>
        <pc:sldMkLst>
          <pc:docMk/>
          <pc:sldMk cId="4156166757" sldId="326"/>
        </pc:sldMkLst>
      </pc:sldChg>
      <pc:sldChg chg="modSp add del mod">
        <pc:chgData name="zied.kammoun" userId="bf0d7764-83a7-4f46-aeea-edade3febd2d" providerId="ADAL" clId="{72E36F06-32C1-4FB1-8856-62AA5C4D770F}" dt="2025-10-03T23:14:11.466" v="6293" actId="47"/>
        <pc:sldMkLst>
          <pc:docMk/>
          <pc:sldMk cId="1932069657" sldId="327"/>
        </pc:sldMkLst>
      </pc:sldChg>
      <pc:sldChg chg="addSp modSp add del mod">
        <pc:chgData name="zied.kammoun" userId="bf0d7764-83a7-4f46-aeea-edade3febd2d" providerId="ADAL" clId="{72E36F06-32C1-4FB1-8856-62AA5C4D770F}" dt="2025-10-03T23:14:11.296" v="6292" actId="47"/>
        <pc:sldMkLst>
          <pc:docMk/>
          <pc:sldMk cId="2144971462" sldId="328"/>
        </pc:sldMkLst>
      </pc:sldChg>
      <pc:sldChg chg="addSp delSp modSp add del mod">
        <pc:chgData name="zied.kammoun" userId="bf0d7764-83a7-4f46-aeea-edade3febd2d" providerId="ADAL" clId="{72E36F06-32C1-4FB1-8856-62AA5C4D770F}" dt="2025-10-03T23:14:11.131" v="6291" actId="47"/>
        <pc:sldMkLst>
          <pc:docMk/>
          <pc:sldMk cId="3389841968" sldId="329"/>
        </pc:sldMkLst>
      </pc:sldChg>
      <pc:sldChg chg="addSp delSp modSp add del mod">
        <pc:chgData name="zied.kammoun" userId="bf0d7764-83a7-4f46-aeea-edade3febd2d" providerId="ADAL" clId="{72E36F06-32C1-4FB1-8856-62AA5C4D770F}" dt="2025-10-03T23:14:10.982" v="6290" actId="47"/>
        <pc:sldMkLst>
          <pc:docMk/>
          <pc:sldMk cId="3252883093" sldId="330"/>
        </pc:sldMkLst>
      </pc:sldChg>
      <pc:sldChg chg="addSp delSp modSp add del mod">
        <pc:chgData name="zied.kammoun" userId="bf0d7764-83a7-4f46-aeea-edade3febd2d" providerId="ADAL" clId="{72E36F06-32C1-4FB1-8856-62AA5C4D770F}" dt="2025-10-03T23:14:10.815" v="6289" actId="47"/>
        <pc:sldMkLst>
          <pc:docMk/>
          <pc:sldMk cId="1637719704" sldId="331"/>
        </pc:sldMkLst>
      </pc:sldChg>
      <pc:sldChg chg="modSp add del mod">
        <pc:chgData name="zied.kammoun" userId="bf0d7764-83a7-4f46-aeea-edade3febd2d" providerId="ADAL" clId="{72E36F06-32C1-4FB1-8856-62AA5C4D770F}" dt="2025-10-03T23:14:10.667" v="6288" actId="47"/>
        <pc:sldMkLst>
          <pc:docMk/>
          <pc:sldMk cId="3914614642" sldId="332"/>
        </pc:sldMkLst>
      </pc:sldChg>
      <pc:sldChg chg="modSp add del mod">
        <pc:chgData name="zied.kammoun" userId="bf0d7764-83a7-4f46-aeea-edade3febd2d" providerId="ADAL" clId="{72E36F06-32C1-4FB1-8856-62AA5C4D770F}" dt="2025-10-03T23:14:10.505" v="6287" actId="47"/>
        <pc:sldMkLst>
          <pc:docMk/>
          <pc:sldMk cId="1447263209" sldId="333"/>
        </pc:sldMkLst>
      </pc:sldChg>
      <pc:sldChg chg="modSp add del mod">
        <pc:chgData name="zied.kammoun" userId="bf0d7764-83a7-4f46-aeea-edade3febd2d" providerId="ADAL" clId="{72E36F06-32C1-4FB1-8856-62AA5C4D770F}" dt="2025-10-03T23:14:10.348" v="6286" actId="47"/>
        <pc:sldMkLst>
          <pc:docMk/>
          <pc:sldMk cId="1738940485" sldId="334"/>
        </pc:sldMkLst>
      </pc:sldChg>
      <pc:sldChg chg="modSp add del mod">
        <pc:chgData name="zied.kammoun" userId="bf0d7764-83a7-4f46-aeea-edade3febd2d" providerId="ADAL" clId="{72E36F06-32C1-4FB1-8856-62AA5C4D770F}" dt="2025-10-03T23:14:10.215" v="6285" actId="47"/>
        <pc:sldMkLst>
          <pc:docMk/>
          <pc:sldMk cId="1666971452" sldId="335"/>
        </pc:sldMkLst>
      </pc:sldChg>
      <pc:sldChg chg="modSp add del mod">
        <pc:chgData name="zied.kammoun" userId="bf0d7764-83a7-4f46-aeea-edade3febd2d" providerId="ADAL" clId="{72E36F06-32C1-4FB1-8856-62AA5C4D770F}" dt="2025-10-03T23:14:10.059" v="6284" actId="47"/>
        <pc:sldMkLst>
          <pc:docMk/>
          <pc:sldMk cId="362003496" sldId="336"/>
        </pc:sldMkLst>
      </pc:sldChg>
      <pc:sldChg chg="modSp add del mod">
        <pc:chgData name="zied.kammoun" userId="bf0d7764-83a7-4f46-aeea-edade3febd2d" providerId="ADAL" clId="{72E36F06-32C1-4FB1-8856-62AA5C4D770F}" dt="2025-10-03T23:14:09.907" v="6283" actId="47"/>
        <pc:sldMkLst>
          <pc:docMk/>
          <pc:sldMk cId="1377677697" sldId="337"/>
        </pc:sldMkLst>
      </pc:sldChg>
      <pc:sldChg chg="modSp add del mod">
        <pc:chgData name="zied.kammoun" userId="bf0d7764-83a7-4f46-aeea-edade3febd2d" providerId="ADAL" clId="{72E36F06-32C1-4FB1-8856-62AA5C4D770F}" dt="2025-10-03T23:14:09.753" v="6282" actId="47"/>
        <pc:sldMkLst>
          <pc:docMk/>
          <pc:sldMk cId="1383644158" sldId="338"/>
        </pc:sldMkLst>
      </pc:sldChg>
      <pc:sldChg chg="modSp add del mod">
        <pc:chgData name="zied.kammoun" userId="bf0d7764-83a7-4f46-aeea-edade3febd2d" providerId="ADAL" clId="{72E36F06-32C1-4FB1-8856-62AA5C4D770F}" dt="2025-10-03T23:14:09.603" v="6281" actId="47"/>
        <pc:sldMkLst>
          <pc:docMk/>
          <pc:sldMk cId="2230345552" sldId="339"/>
        </pc:sldMkLst>
      </pc:sldChg>
      <pc:sldChg chg="modSp add del mod">
        <pc:chgData name="zied.kammoun" userId="bf0d7764-83a7-4f46-aeea-edade3febd2d" providerId="ADAL" clId="{72E36F06-32C1-4FB1-8856-62AA5C4D770F}" dt="2025-10-03T23:14:09.444" v="6280" actId="47"/>
        <pc:sldMkLst>
          <pc:docMk/>
          <pc:sldMk cId="2366852795" sldId="340"/>
        </pc:sldMkLst>
      </pc:sldChg>
      <pc:sldChg chg="modSp add del mod">
        <pc:chgData name="zied.kammoun" userId="bf0d7764-83a7-4f46-aeea-edade3febd2d" providerId="ADAL" clId="{72E36F06-32C1-4FB1-8856-62AA5C4D770F}" dt="2025-10-03T23:14:09.286" v="6279" actId="47"/>
        <pc:sldMkLst>
          <pc:docMk/>
          <pc:sldMk cId="344891051" sldId="341"/>
        </pc:sldMkLst>
      </pc:sldChg>
      <pc:sldChg chg="modSp add del mod">
        <pc:chgData name="zied.kammoun" userId="bf0d7764-83a7-4f46-aeea-edade3febd2d" providerId="ADAL" clId="{72E36F06-32C1-4FB1-8856-62AA5C4D770F}" dt="2025-10-03T23:14:09.101" v="6278" actId="47"/>
        <pc:sldMkLst>
          <pc:docMk/>
          <pc:sldMk cId="1193730124" sldId="342"/>
        </pc:sldMkLst>
      </pc:sldChg>
      <pc:sldChg chg="modSp add del mod">
        <pc:chgData name="zied.kammoun" userId="bf0d7764-83a7-4f46-aeea-edade3febd2d" providerId="ADAL" clId="{72E36F06-32C1-4FB1-8856-62AA5C4D770F}" dt="2025-10-03T23:14:08.928" v="6277" actId="47"/>
        <pc:sldMkLst>
          <pc:docMk/>
          <pc:sldMk cId="122286146" sldId="343"/>
        </pc:sldMkLst>
      </pc:sldChg>
      <pc:sldChg chg="modSp add del mod">
        <pc:chgData name="zied.kammoun" userId="bf0d7764-83a7-4f46-aeea-edade3febd2d" providerId="ADAL" clId="{72E36F06-32C1-4FB1-8856-62AA5C4D770F}" dt="2025-10-03T23:14:08.896" v="6276" actId="47"/>
        <pc:sldMkLst>
          <pc:docMk/>
          <pc:sldMk cId="4136059420" sldId="344"/>
        </pc:sldMkLst>
      </pc:sldChg>
      <pc:sldChg chg="modSp add del mod">
        <pc:chgData name="zied.kammoun" userId="bf0d7764-83a7-4f46-aeea-edade3febd2d" providerId="ADAL" clId="{72E36F06-32C1-4FB1-8856-62AA5C4D770F}" dt="2025-10-03T23:14:08.865" v="6275" actId="47"/>
        <pc:sldMkLst>
          <pc:docMk/>
          <pc:sldMk cId="2430420651" sldId="345"/>
        </pc:sldMkLst>
      </pc:sldChg>
      <pc:sldChg chg="modSp add del mod">
        <pc:chgData name="zied.kammoun" userId="bf0d7764-83a7-4f46-aeea-edade3febd2d" providerId="ADAL" clId="{72E36F06-32C1-4FB1-8856-62AA5C4D770F}" dt="2025-10-03T23:14:08.830" v="6274" actId="47"/>
        <pc:sldMkLst>
          <pc:docMk/>
          <pc:sldMk cId="1280271023" sldId="346"/>
        </pc:sldMkLst>
      </pc:sldChg>
      <pc:sldChg chg="delSp modSp add del mod">
        <pc:chgData name="zied.kammoun" userId="bf0d7764-83a7-4f46-aeea-edade3febd2d" providerId="ADAL" clId="{72E36F06-32C1-4FB1-8856-62AA5C4D770F}" dt="2025-10-03T22:39:14.802" v="5441" actId="47"/>
        <pc:sldMkLst>
          <pc:docMk/>
          <pc:sldMk cId="925376255" sldId="347"/>
        </pc:sldMkLst>
      </pc:sldChg>
      <pc:sldChg chg="modSp add del mod">
        <pc:chgData name="zied.kammoun" userId="bf0d7764-83a7-4f46-aeea-edade3febd2d" providerId="ADAL" clId="{72E36F06-32C1-4FB1-8856-62AA5C4D770F}" dt="2025-10-03T22:39:15.635" v="5442" actId="47"/>
        <pc:sldMkLst>
          <pc:docMk/>
          <pc:sldMk cId="1725823991" sldId="348"/>
        </pc:sldMkLst>
      </pc:sldChg>
      <pc:sldChg chg="addSp delSp modSp add del mod">
        <pc:chgData name="zied.kammoun" userId="bf0d7764-83a7-4f46-aeea-edade3febd2d" providerId="ADAL" clId="{72E36F06-32C1-4FB1-8856-62AA5C4D770F}" dt="2025-10-03T22:39:16.285" v="5443" actId="47"/>
        <pc:sldMkLst>
          <pc:docMk/>
          <pc:sldMk cId="736262282" sldId="349"/>
        </pc:sldMkLst>
      </pc:sldChg>
      <pc:sldChg chg="addSp delSp modSp add del mod">
        <pc:chgData name="zied.kammoun" userId="bf0d7764-83a7-4f46-aeea-edade3febd2d" providerId="ADAL" clId="{72E36F06-32C1-4FB1-8856-62AA5C4D770F}" dt="2025-10-03T22:39:16.729" v="5444" actId="47"/>
        <pc:sldMkLst>
          <pc:docMk/>
          <pc:sldMk cId="1807081967" sldId="350"/>
        </pc:sldMkLst>
      </pc:sldChg>
      <pc:sldChg chg="addSp delSp modSp add del mod">
        <pc:chgData name="zied.kammoun" userId="bf0d7764-83a7-4f46-aeea-edade3febd2d" providerId="ADAL" clId="{72E36F06-32C1-4FB1-8856-62AA5C4D770F}" dt="2025-10-03T22:39:17.048" v="5445" actId="47"/>
        <pc:sldMkLst>
          <pc:docMk/>
          <pc:sldMk cId="210719108" sldId="351"/>
        </pc:sldMkLst>
      </pc:sldChg>
      <pc:sldChg chg="addSp delSp modSp add del mod">
        <pc:chgData name="zied.kammoun" userId="bf0d7764-83a7-4f46-aeea-edade3febd2d" providerId="ADAL" clId="{72E36F06-32C1-4FB1-8856-62AA5C4D770F}" dt="2025-10-03T22:39:17.257" v="5446" actId="47"/>
        <pc:sldMkLst>
          <pc:docMk/>
          <pc:sldMk cId="1289331825" sldId="352"/>
        </pc:sldMkLst>
      </pc:sldChg>
      <pc:sldChg chg="addSp delSp modSp new del mod">
        <pc:chgData name="zied.kammoun" userId="bf0d7764-83a7-4f46-aeea-edade3febd2d" providerId="ADAL" clId="{72E36F06-32C1-4FB1-8856-62AA5C4D770F}" dt="2025-10-03T22:39:17.495" v="5447" actId="47"/>
        <pc:sldMkLst>
          <pc:docMk/>
          <pc:sldMk cId="1683636517" sldId="353"/>
        </pc:sldMkLst>
      </pc:sldChg>
      <pc:sldChg chg="addSp delSp modSp new del mod">
        <pc:chgData name="zied.kammoun" userId="bf0d7764-83a7-4f46-aeea-edade3febd2d" providerId="ADAL" clId="{72E36F06-32C1-4FB1-8856-62AA5C4D770F}" dt="2025-10-03T22:39:17.791" v="5448" actId="47"/>
        <pc:sldMkLst>
          <pc:docMk/>
          <pc:sldMk cId="3896210408" sldId="354"/>
        </pc:sldMkLst>
      </pc:sldChg>
      <pc:sldChg chg="addSp delSp modSp new del mod">
        <pc:chgData name="zied.kammoun" userId="bf0d7764-83a7-4f46-aeea-edade3febd2d" providerId="ADAL" clId="{72E36F06-32C1-4FB1-8856-62AA5C4D770F}" dt="2025-10-03T22:39:18.024" v="5449" actId="47"/>
        <pc:sldMkLst>
          <pc:docMk/>
          <pc:sldMk cId="2130878147" sldId="355"/>
        </pc:sldMkLst>
      </pc:sldChg>
      <pc:sldChg chg="addSp delSp modSp new del mod">
        <pc:chgData name="zied.kammoun" userId="bf0d7764-83a7-4f46-aeea-edade3febd2d" providerId="ADAL" clId="{72E36F06-32C1-4FB1-8856-62AA5C4D770F}" dt="2025-10-03T22:41:28.189" v="5487" actId="47"/>
        <pc:sldMkLst>
          <pc:docMk/>
          <pc:sldMk cId="4134846409" sldId="356"/>
        </pc:sldMkLst>
      </pc:sldChg>
      <pc:sldChg chg="addSp delSp modSp new mod">
        <pc:chgData name="zied.kammoun" userId="bf0d7764-83a7-4f46-aeea-edade3febd2d" providerId="ADAL" clId="{72E36F06-32C1-4FB1-8856-62AA5C4D770F}" dt="2025-10-03T22:46:26.296" v="5671" actId="1582"/>
        <pc:sldMkLst>
          <pc:docMk/>
          <pc:sldMk cId="926508416" sldId="357"/>
        </pc:sldMkLst>
        <pc:spChg chg="add mod">
          <ac:chgData name="zied.kammoun" userId="bf0d7764-83a7-4f46-aeea-edade3febd2d" providerId="ADAL" clId="{72E36F06-32C1-4FB1-8856-62AA5C4D770F}" dt="2025-10-03T22:46:26.296" v="5671" actId="1582"/>
          <ac:spMkLst>
            <pc:docMk/>
            <pc:sldMk cId="926508416" sldId="357"/>
            <ac:spMk id="3" creationId="{5FD26460-DABD-504E-35F9-7FF2F897519B}"/>
          </ac:spMkLst>
        </pc:spChg>
      </pc:sldChg>
      <pc:sldChg chg="addSp delSp modSp new del mod">
        <pc:chgData name="zied.kammoun" userId="bf0d7764-83a7-4f46-aeea-edade3febd2d" providerId="ADAL" clId="{72E36F06-32C1-4FB1-8856-62AA5C4D770F}" dt="2025-10-03T23:09:22.491" v="6178" actId="47"/>
        <pc:sldMkLst>
          <pc:docMk/>
          <pc:sldMk cId="2702310630" sldId="358"/>
        </pc:sldMkLst>
      </pc:sldChg>
      <pc:sldChg chg="addSp delSp modSp new del mod">
        <pc:chgData name="zied.kammoun" userId="bf0d7764-83a7-4f46-aeea-edade3febd2d" providerId="ADAL" clId="{72E36F06-32C1-4FB1-8856-62AA5C4D770F}" dt="2025-10-03T23:14:14.127" v="6308" actId="47"/>
        <pc:sldMkLst>
          <pc:docMk/>
          <pc:sldMk cId="3152557692" sldId="359"/>
        </pc:sldMkLst>
      </pc:sldChg>
      <pc:sldChg chg="addSp delSp modSp new del mod">
        <pc:chgData name="zied.kammoun" userId="bf0d7764-83a7-4f46-aeea-edade3febd2d" providerId="ADAL" clId="{72E36F06-32C1-4FB1-8856-62AA5C4D770F}" dt="2025-10-03T23:14:13.947" v="6307" actId="47"/>
        <pc:sldMkLst>
          <pc:docMk/>
          <pc:sldMk cId="3369399439" sldId="360"/>
        </pc:sldMkLst>
      </pc:sldChg>
      <pc:sldChg chg="addSp delSp modSp new del mod">
        <pc:chgData name="zied.kammoun" userId="bf0d7764-83a7-4f46-aeea-edade3febd2d" providerId="ADAL" clId="{72E36F06-32C1-4FB1-8856-62AA5C4D770F}" dt="2025-10-03T23:14:13.780" v="6306" actId="47"/>
        <pc:sldMkLst>
          <pc:docMk/>
          <pc:sldMk cId="1692822405" sldId="361"/>
        </pc:sldMkLst>
      </pc:sldChg>
      <pc:sldChg chg="addSp delSp modSp add del mod">
        <pc:chgData name="zied.kammoun" userId="bf0d7764-83a7-4f46-aeea-edade3febd2d" providerId="ADAL" clId="{72E36F06-32C1-4FB1-8856-62AA5C4D770F}" dt="2025-10-03T23:14:13.595" v="6305" actId="47"/>
        <pc:sldMkLst>
          <pc:docMk/>
          <pc:sldMk cId="780296533" sldId="362"/>
        </pc:sldMkLst>
      </pc:sldChg>
      <pc:sldChg chg="addSp delSp modSp add del mod">
        <pc:chgData name="zied.kammoun" userId="bf0d7764-83a7-4f46-aeea-edade3febd2d" providerId="ADAL" clId="{72E36F06-32C1-4FB1-8856-62AA5C4D770F}" dt="2025-10-03T23:14:13.425" v="6304" actId="47"/>
        <pc:sldMkLst>
          <pc:docMk/>
          <pc:sldMk cId="781380939" sldId="363"/>
        </pc:sldMkLst>
      </pc:sldChg>
      <pc:sldChg chg="addSp delSp modSp add del mod">
        <pc:chgData name="zied.kammoun" userId="bf0d7764-83a7-4f46-aeea-edade3febd2d" providerId="ADAL" clId="{72E36F06-32C1-4FB1-8856-62AA5C4D770F}" dt="2025-10-03T23:14:13.251" v="6303" actId="47"/>
        <pc:sldMkLst>
          <pc:docMk/>
          <pc:sldMk cId="3184847385" sldId="364"/>
        </pc:sldMkLst>
      </pc:sldChg>
      <pc:sldChg chg="modSp add del mod">
        <pc:chgData name="zied.kammoun" userId="bf0d7764-83a7-4f46-aeea-edade3febd2d" providerId="ADAL" clId="{72E36F06-32C1-4FB1-8856-62AA5C4D770F}" dt="2025-10-03T23:14:08.798" v="6273" actId="47"/>
        <pc:sldMkLst>
          <pc:docMk/>
          <pc:sldMk cId="3786967922" sldId="365"/>
        </pc:sldMkLst>
      </pc:sldChg>
      <pc:sldChg chg="modSp add del mod">
        <pc:chgData name="zied.kammoun" userId="bf0d7764-83a7-4f46-aeea-edade3febd2d" providerId="ADAL" clId="{72E36F06-32C1-4FB1-8856-62AA5C4D770F}" dt="2025-10-03T23:14:08.766" v="6272" actId="47"/>
        <pc:sldMkLst>
          <pc:docMk/>
          <pc:sldMk cId="3120715556" sldId="366"/>
        </pc:sldMkLst>
      </pc:sldChg>
      <pc:sldChg chg="modSp add del mod">
        <pc:chgData name="zied.kammoun" userId="bf0d7764-83a7-4f46-aeea-edade3febd2d" providerId="ADAL" clId="{72E36F06-32C1-4FB1-8856-62AA5C4D770F}" dt="2025-10-03T23:14:08.731" v="6271" actId="47"/>
        <pc:sldMkLst>
          <pc:docMk/>
          <pc:sldMk cId="1237452136" sldId="367"/>
        </pc:sldMkLst>
      </pc:sldChg>
      <pc:sldChg chg="modSp add del mod">
        <pc:chgData name="zied.kammoun" userId="bf0d7764-83a7-4f46-aeea-edade3febd2d" providerId="ADAL" clId="{72E36F06-32C1-4FB1-8856-62AA5C4D770F}" dt="2025-10-03T23:14:08.217" v="6270" actId="47"/>
        <pc:sldMkLst>
          <pc:docMk/>
          <pc:sldMk cId="348984222" sldId="368"/>
        </pc:sldMkLst>
      </pc:sldChg>
      <pc:sldChg chg="modSp add del mod">
        <pc:chgData name="zied.kammoun" userId="bf0d7764-83a7-4f46-aeea-edade3febd2d" providerId="ADAL" clId="{72E36F06-32C1-4FB1-8856-62AA5C4D770F}" dt="2025-10-03T23:14:08.070" v="6269" actId="47"/>
        <pc:sldMkLst>
          <pc:docMk/>
          <pc:sldMk cId="3160702892" sldId="369"/>
        </pc:sldMkLst>
      </pc:sldChg>
      <pc:sldChg chg="modSp add del mod">
        <pc:chgData name="zied.kammoun" userId="bf0d7764-83a7-4f46-aeea-edade3febd2d" providerId="ADAL" clId="{72E36F06-32C1-4FB1-8856-62AA5C4D770F}" dt="2025-10-03T23:14:07.834" v="6268" actId="47"/>
        <pc:sldMkLst>
          <pc:docMk/>
          <pc:sldMk cId="2546595780" sldId="370"/>
        </pc:sldMkLst>
      </pc:sldChg>
      <pc:sldChg chg="addSp delSp modSp new mod">
        <pc:chgData name="zied.kammoun" userId="bf0d7764-83a7-4f46-aeea-edade3febd2d" providerId="ADAL" clId="{72E36F06-32C1-4FB1-8856-62AA5C4D770F}" dt="2025-10-03T22:55:20.607" v="5798" actId="20577"/>
        <pc:sldMkLst>
          <pc:docMk/>
          <pc:sldMk cId="3393173213" sldId="371"/>
        </pc:sldMkLst>
        <pc:spChg chg="add mod">
          <ac:chgData name="zied.kammoun" userId="bf0d7764-83a7-4f46-aeea-edade3febd2d" providerId="ADAL" clId="{72E36F06-32C1-4FB1-8856-62AA5C4D770F}" dt="2025-10-03T22:55:20.607" v="5798" actId="20577"/>
          <ac:spMkLst>
            <pc:docMk/>
            <pc:sldMk cId="3393173213" sldId="371"/>
            <ac:spMk id="4" creationId="{C4840CB7-056A-2E5D-0424-B895B8C6D744}"/>
          </ac:spMkLst>
        </pc:spChg>
        <pc:spChg chg="add mod">
          <ac:chgData name="zied.kammoun" userId="bf0d7764-83a7-4f46-aeea-edade3febd2d" providerId="ADAL" clId="{72E36F06-32C1-4FB1-8856-62AA5C4D770F}" dt="2025-10-03T22:49:24.409" v="5763" actId="1037"/>
          <ac:spMkLst>
            <pc:docMk/>
            <pc:sldMk cId="3393173213" sldId="371"/>
            <ac:spMk id="5" creationId="{0C9D221E-BDA0-3D06-CCEB-1911386D74AE}"/>
          </ac:spMkLst>
        </pc:spChg>
        <pc:spChg chg="add mod">
          <ac:chgData name="zied.kammoun" userId="bf0d7764-83a7-4f46-aeea-edade3febd2d" providerId="ADAL" clId="{72E36F06-32C1-4FB1-8856-62AA5C4D770F}" dt="2025-10-03T22:47:05.108" v="5684" actId="1036"/>
          <ac:spMkLst>
            <pc:docMk/>
            <pc:sldMk cId="3393173213" sldId="371"/>
            <ac:spMk id="6" creationId="{B1B22E88-7DB1-C61C-579B-185EFD22538E}"/>
          </ac:spMkLst>
        </pc:spChg>
      </pc:sldChg>
      <pc:sldChg chg="modSp add mod">
        <pc:chgData name="zied.kammoun" userId="bf0d7764-83a7-4f46-aeea-edade3febd2d" providerId="ADAL" clId="{72E36F06-32C1-4FB1-8856-62AA5C4D770F}" dt="2025-10-03T23:01:29.777" v="5976" actId="20577"/>
        <pc:sldMkLst>
          <pc:docMk/>
          <pc:sldMk cId="4119040996" sldId="372"/>
        </pc:sldMkLst>
        <pc:spChg chg="mod">
          <ac:chgData name="zied.kammoun" userId="bf0d7764-83a7-4f46-aeea-edade3febd2d" providerId="ADAL" clId="{72E36F06-32C1-4FB1-8856-62AA5C4D770F}" dt="2025-10-03T23:01:29.777" v="5976" actId="20577"/>
          <ac:spMkLst>
            <pc:docMk/>
            <pc:sldMk cId="4119040996" sldId="372"/>
            <ac:spMk id="4" creationId="{87CCC6F8-8F82-7DEF-5138-A2D83E87B024}"/>
          </ac:spMkLst>
        </pc:spChg>
      </pc:sldChg>
      <pc:sldChg chg="addSp delSp modSp new mod">
        <pc:chgData name="zied.kammoun" userId="bf0d7764-83a7-4f46-aeea-edade3febd2d" providerId="ADAL" clId="{72E36F06-32C1-4FB1-8856-62AA5C4D770F}" dt="2025-10-03T22:56:40.324" v="5848" actId="14100"/>
        <pc:sldMkLst>
          <pc:docMk/>
          <pc:sldMk cId="1310411697" sldId="373"/>
        </pc:sldMkLst>
        <pc:picChg chg="add mod">
          <ac:chgData name="zied.kammoun" userId="bf0d7764-83a7-4f46-aeea-edade3febd2d" providerId="ADAL" clId="{72E36F06-32C1-4FB1-8856-62AA5C4D770F}" dt="2025-10-03T22:56:40.324" v="5848" actId="14100"/>
          <ac:picMkLst>
            <pc:docMk/>
            <pc:sldMk cId="1310411697" sldId="373"/>
            <ac:picMk id="5" creationId="{98B5713D-4BFC-BEBF-0DEC-9C2718661416}"/>
          </ac:picMkLst>
        </pc:picChg>
      </pc:sldChg>
      <pc:sldChg chg="addSp delSp modSp new mod">
        <pc:chgData name="zied.kammoun" userId="bf0d7764-83a7-4f46-aeea-edade3febd2d" providerId="ADAL" clId="{72E36F06-32C1-4FB1-8856-62AA5C4D770F}" dt="2025-10-03T22:59:51.755" v="5935" actId="1582"/>
        <pc:sldMkLst>
          <pc:docMk/>
          <pc:sldMk cId="617960791" sldId="374"/>
        </pc:sldMkLst>
        <pc:spChg chg="add mod">
          <ac:chgData name="zied.kammoun" userId="bf0d7764-83a7-4f46-aeea-edade3febd2d" providerId="ADAL" clId="{72E36F06-32C1-4FB1-8856-62AA5C4D770F}" dt="2025-10-03T22:59:51.755" v="5935" actId="1582"/>
          <ac:spMkLst>
            <pc:docMk/>
            <pc:sldMk cId="617960791" sldId="374"/>
            <ac:spMk id="5" creationId="{F086E315-CC3C-1758-44D9-57EDD587E065}"/>
          </ac:spMkLst>
        </pc:spChg>
      </pc:sldChg>
      <pc:sldChg chg="modSp add mod ord">
        <pc:chgData name="zied.kammoun" userId="bf0d7764-83a7-4f46-aeea-edade3febd2d" providerId="ADAL" clId="{72E36F06-32C1-4FB1-8856-62AA5C4D770F}" dt="2025-10-03T23:02:00.458" v="6006" actId="20577"/>
        <pc:sldMkLst>
          <pc:docMk/>
          <pc:sldMk cId="3023812976" sldId="375"/>
        </pc:sldMkLst>
        <pc:spChg chg="mod">
          <ac:chgData name="zied.kammoun" userId="bf0d7764-83a7-4f46-aeea-edade3febd2d" providerId="ADAL" clId="{72E36F06-32C1-4FB1-8856-62AA5C4D770F}" dt="2025-10-03T23:02:00.458" v="6006" actId="20577"/>
          <ac:spMkLst>
            <pc:docMk/>
            <pc:sldMk cId="3023812976" sldId="375"/>
            <ac:spMk id="4" creationId="{D9CCA3F3-AD4C-477D-FA51-06D30CEBD48E}"/>
          </ac:spMkLst>
        </pc:spChg>
      </pc:sldChg>
      <pc:sldChg chg="modSp add mod">
        <pc:chgData name="zied.kammoun" userId="bf0d7764-83a7-4f46-aeea-edade3febd2d" providerId="ADAL" clId="{72E36F06-32C1-4FB1-8856-62AA5C4D770F}" dt="2025-10-03T23:03:01.777" v="6056" actId="20577"/>
        <pc:sldMkLst>
          <pc:docMk/>
          <pc:sldMk cId="2305513307" sldId="376"/>
        </pc:sldMkLst>
        <pc:spChg chg="mod">
          <ac:chgData name="zied.kammoun" userId="bf0d7764-83a7-4f46-aeea-edade3febd2d" providerId="ADAL" clId="{72E36F06-32C1-4FB1-8856-62AA5C4D770F}" dt="2025-10-03T23:03:01.777" v="6056" actId="20577"/>
          <ac:spMkLst>
            <pc:docMk/>
            <pc:sldMk cId="2305513307" sldId="376"/>
            <ac:spMk id="4" creationId="{03E76F04-1004-CD0E-171B-3F85F9B0991F}"/>
          </ac:spMkLst>
        </pc:spChg>
      </pc:sldChg>
      <pc:sldChg chg="addSp delSp modSp new mod">
        <pc:chgData name="zied.kammoun" userId="bf0d7764-83a7-4f46-aeea-edade3febd2d" providerId="ADAL" clId="{72E36F06-32C1-4FB1-8856-62AA5C4D770F}" dt="2025-10-03T23:07:21.822" v="6155" actId="1076"/>
        <pc:sldMkLst>
          <pc:docMk/>
          <pc:sldMk cId="1995235822" sldId="377"/>
        </pc:sldMkLst>
        <pc:spChg chg="add mod">
          <ac:chgData name="zied.kammoun" userId="bf0d7764-83a7-4f46-aeea-edade3febd2d" providerId="ADAL" clId="{72E36F06-32C1-4FB1-8856-62AA5C4D770F}" dt="2025-10-03T23:07:21.822" v="6155" actId="1076"/>
          <ac:spMkLst>
            <pc:docMk/>
            <pc:sldMk cId="1995235822" sldId="377"/>
            <ac:spMk id="5" creationId="{2AFAE6DC-CDFB-33A1-4AE9-CD40D6E16BE2}"/>
          </ac:spMkLst>
        </pc:spChg>
        <pc:picChg chg="add mod modCrop">
          <ac:chgData name="zied.kammoun" userId="bf0d7764-83a7-4f46-aeea-edade3febd2d" providerId="ADAL" clId="{72E36F06-32C1-4FB1-8856-62AA5C4D770F}" dt="2025-10-03T23:07:20.306" v="6154" actId="1076"/>
          <ac:picMkLst>
            <pc:docMk/>
            <pc:sldMk cId="1995235822" sldId="377"/>
            <ac:picMk id="7" creationId="{E8C2C97C-3B40-7F9B-304A-30ECDCBA0B16}"/>
          </ac:picMkLst>
        </pc:picChg>
      </pc:sldChg>
      <pc:sldChg chg="new del">
        <pc:chgData name="zied.kammoun" userId="bf0d7764-83a7-4f46-aeea-edade3febd2d" providerId="ADAL" clId="{72E36F06-32C1-4FB1-8856-62AA5C4D770F}" dt="2025-10-03T23:14:16.279" v="6317" actId="47"/>
        <pc:sldMkLst>
          <pc:docMk/>
          <pc:sldMk cId="2244389276" sldId="378"/>
        </pc:sldMkLst>
      </pc:sldChg>
      <pc:sldChg chg="modSp add mod ord">
        <pc:chgData name="zied.kammoun" userId="bf0d7764-83a7-4f46-aeea-edade3febd2d" providerId="ADAL" clId="{72E36F06-32C1-4FB1-8856-62AA5C4D770F}" dt="2025-10-13T13:05:16.519" v="6368" actId="20577"/>
        <pc:sldMkLst>
          <pc:docMk/>
          <pc:sldMk cId="397762897" sldId="379"/>
        </pc:sldMkLst>
        <pc:spChg chg="mod">
          <ac:chgData name="zied.kammoun" userId="bf0d7764-83a7-4f46-aeea-edade3febd2d" providerId="ADAL" clId="{72E36F06-32C1-4FB1-8856-62AA5C4D770F}" dt="2025-10-03T23:12:53.040" v="6248"/>
          <ac:spMkLst>
            <pc:docMk/>
            <pc:sldMk cId="397762897" sldId="379"/>
            <ac:spMk id="3" creationId="{4626A9E1-A020-60B7-8048-A13DB7CC8AB9}"/>
          </ac:spMkLst>
        </pc:spChg>
        <pc:spChg chg="mod">
          <ac:chgData name="zied.kammoun" userId="bf0d7764-83a7-4f46-aeea-edade3febd2d" providerId="ADAL" clId="{72E36F06-32C1-4FB1-8856-62AA5C4D770F}" dt="2025-10-03T23:12:28.167" v="6235" actId="1076"/>
          <ac:spMkLst>
            <pc:docMk/>
            <pc:sldMk cId="397762897" sldId="379"/>
            <ac:spMk id="4" creationId="{146EE053-1D7F-BDC7-DBDC-90327EEFDDF1}"/>
          </ac:spMkLst>
        </pc:spChg>
        <pc:spChg chg="mod">
          <ac:chgData name="zied.kammoun" userId="bf0d7764-83a7-4f46-aeea-edade3febd2d" providerId="ADAL" clId="{72E36F06-32C1-4FB1-8856-62AA5C4D770F}" dt="2025-10-13T13:05:16.519" v="6368" actId="20577"/>
          <ac:spMkLst>
            <pc:docMk/>
            <pc:sldMk cId="397762897" sldId="379"/>
            <ac:spMk id="5" creationId="{5FB01E68-9378-FA7D-1F42-244A5AD758E4}"/>
          </ac:spMkLst>
        </pc:spChg>
      </pc:sldChg>
      <pc:sldChg chg="modSp add mod">
        <pc:chgData name="zied.kammoun" userId="bf0d7764-83a7-4f46-aeea-edade3febd2d" providerId="ADAL" clId="{72E36F06-32C1-4FB1-8856-62AA5C4D770F}" dt="2025-10-13T13:05:19.541" v="6369" actId="20577"/>
        <pc:sldMkLst>
          <pc:docMk/>
          <pc:sldMk cId="2666707418" sldId="380"/>
        </pc:sldMkLst>
        <pc:spChg chg="mod">
          <ac:chgData name="zied.kammoun" userId="bf0d7764-83a7-4f46-aeea-edade3febd2d" providerId="ADAL" clId="{72E36F06-32C1-4FB1-8856-62AA5C4D770F}" dt="2025-10-03T23:13:17.025" v="6255" actId="6549"/>
          <ac:spMkLst>
            <pc:docMk/>
            <pc:sldMk cId="2666707418" sldId="380"/>
            <ac:spMk id="3" creationId="{82FA8033-B0B2-613B-A603-303B7F7A5ED3}"/>
          </ac:spMkLst>
        </pc:spChg>
        <pc:spChg chg="mod">
          <ac:chgData name="zied.kammoun" userId="bf0d7764-83a7-4f46-aeea-edade3febd2d" providerId="ADAL" clId="{72E36F06-32C1-4FB1-8856-62AA5C4D770F}" dt="2025-10-13T13:05:19.541" v="6369" actId="20577"/>
          <ac:spMkLst>
            <pc:docMk/>
            <pc:sldMk cId="2666707418" sldId="380"/>
            <ac:spMk id="5" creationId="{554B180D-A5FC-997E-1EEB-0F05B0847FB9}"/>
          </ac:spMkLst>
        </pc:spChg>
      </pc:sldChg>
      <pc:sldChg chg="modSp add mod">
        <pc:chgData name="zied.kammoun" userId="bf0d7764-83a7-4f46-aeea-edade3febd2d" providerId="ADAL" clId="{72E36F06-32C1-4FB1-8856-62AA5C4D770F}" dt="2025-10-13T13:05:22.802" v="6370" actId="20577"/>
        <pc:sldMkLst>
          <pc:docMk/>
          <pc:sldMk cId="3727046589" sldId="381"/>
        </pc:sldMkLst>
        <pc:spChg chg="mod">
          <ac:chgData name="zied.kammoun" userId="bf0d7764-83a7-4f46-aeea-edade3febd2d" providerId="ADAL" clId="{72E36F06-32C1-4FB1-8856-62AA5C4D770F}" dt="2025-10-03T23:13:59.273" v="6266" actId="6549"/>
          <ac:spMkLst>
            <pc:docMk/>
            <pc:sldMk cId="3727046589" sldId="381"/>
            <ac:spMk id="3" creationId="{F80F2207-A048-909F-D3C0-EBB80207DE3A}"/>
          </ac:spMkLst>
        </pc:spChg>
        <pc:spChg chg="mod">
          <ac:chgData name="zied.kammoun" userId="bf0d7764-83a7-4f46-aeea-edade3febd2d" providerId="ADAL" clId="{72E36F06-32C1-4FB1-8856-62AA5C4D770F}" dt="2025-10-13T13:05:22.802" v="6370" actId="20577"/>
          <ac:spMkLst>
            <pc:docMk/>
            <pc:sldMk cId="3727046589" sldId="381"/>
            <ac:spMk id="5" creationId="{2A305FC6-9BA9-0E14-975E-B592859FCC2D}"/>
          </ac:spMkLst>
        </pc:spChg>
      </pc:sldChg>
      <pc:sldChg chg="modSp add mod">
        <pc:chgData name="zied.kammoun" userId="bf0d7764-83a7-4f46-aeea-edade3febd2d" providerId="ADAL" clId="{72E36F06-32C1-4FB1-8856-62AA5C4D770F}" dt="2025-10-13T12:33:41.512" v="6329" actId="20577"/>
        <pc:sldMkLst>
          <pc:docMk/>
          <pc:sldMk cId="1480318135" sldId="382"/>
        </pc:sldMkLst>
        <pc:spChg chg="mod">
          <ac:chgData name="zied.kammoun" userId="bf0d7764-83a7-4f46-aeea-edade3febd2d" providerId="ADAL" clId="{72E36F06-32C1-4FB1-8856-62AA5C4D770F}" dt="2025-10-13T12:33:41.512" v="6329" actId="20577"/>
          <ac:spMkLst>
            <pc:docMk/>
            <pc:sldMk cId="1480318135" sldId="382"/>
            <ac:spMk id="3" creationId="{50D1D5C3-340A-AB19-DB1D-C1F9379D74B7}"/>
          </ac:spMkLst>
        </pc:spChg>
      </pc:sldChg>
      <pc:sldChg chg="new del">
        <pc:chgData name="zied.kammoun" userId="bf0d7764-83a7-4f46-aeea-edade3febd2d" providerId="ADAL" clId="{72E36F06-32C1-4FB1-8856-62AA5C4D770F}" dt="2025-10-03T23:14:15.881" v="6316" actId="47"/>
        <pc:sldMkLst>
          <pc:docMk/>
          <pc:sldMk cId="2945226687" sldId="382"/>
        </pc:sldMkLst>
      </pc:sldChg>
      <pc:sldChg chg="modSp add mod">
        <pc:chgData name="zied.kammoun" userId="bf0d7764-83a7-4f46-aeea-edade3febd2d" providerId="ADAL" clId="{72E36F06-32C1-4FB1-8856-62AA5C4D770F}" dt="2025-10-13T12:33:54.145" v="6331" actId="207"/>
        <pc:sldMkLst>
          <pc:docMk/>
          <pc:sldMk cId="40725152" sldId="383"/>
        </pc:sldMkLst>
        <pc:spChg chg="mod">
          <ac:chgData name="zied.kammoun" userId="bf0d7764-83a7-4f46-aeea-edade3febd2d" providerId="ADAL" clId="{72E36F06-32C1-4FB1-8856-62AA5C4D770F}" dt="2025-10-13T12:33:54.145" v="6331" actId="207"/>
          <ac:spMkLst>
            <pc:docMk/>
            <pc:sldMk cId="40725152" sldId="383"/>
            <ac:spMk id="3" creationId="{94C49179-D77E-6746-9A5C-0DDADC54DFF3}"/>
          </ac:spMkLst>
        </pc:spChg>
      </pc:sldChg>
      <pc:sldChg chg="modSp add mod">
        <pc:chgData name="zied.kammoun" userId="bf0d7764-83a7-4f46-aeea-edade3febd2d" providerId="ADAL" clId="{72E36F06-32C1-4FB1-8856-62AA5C4D770F}" dt="2025-10-13T12:34:18.522" v="6334" actId="207"/>
        <pc:sldMkLst>
          <pc:docMk/>
          <pc:sldMk cId="2541440665" sldId="384"/>
        </pc:sldMkLst>
        <pc:spChg chg="mod">
          <ac:chgData name="zied.kammoun" userId="bf0d7764-83a7-4f46-aeea-edade3febd2d" providerId="ADAL" clId="{72E36F06-32C1-4FB1-8856-62AA5C4D770F}" dt="2025-10-13T12:34:18.522" v="6334" actId="207"/>
          <ac:spMkLst>
            <pc:docMk/>
            <pc:sldMk cId="2541440665" sldId="384"/>
            <ac:spMk id="3" creationId="{F00D54BB-2C31-D86B-7722-6A827C05A44D}"/>
          </ac:spMkLst>
        </pc:spChg>
      </pc:sldChg>
      <pc:sldChg chg="modSp add mod">
        <pc:chgData name="zied.kammoun" userId="bf0d7764-83a7-4f46-aeea-edade3febd2d" providerId="ADAL" clId="{72E36F06-32C1-4FB1-8856-62AA5C4D770F}" dt="2025-10-13T12:34:39.793" v="6338" actId="207"/>
        <pc:sldMkLst>
          <pc:docMk/>
          <pc:sldMk cId="3644880542" sldId="385"/>
        </pc:sldMkLst>
        <pc:spChg chg="mod">
          <ac:chgData name="zied.kammoun" userId="bf0d7764-83a7-4f46-aeea-edade3febd2d" providerId="ADAL" clId="{72E36F06-32C1-4FB1-8856-62AA5C4D770F}" dt="2025-10-13T12:34:39.793" v="6338" actId="207"/>
          <ac:spMkLst>
            <pc:docMk/>
            <pc:sldMk cId="3644880542" sldId="385"/>
            <ac:spMk id="3" creationId="{4741D7E2-A0BA-E273-582A-7790FF98D0D7}"/>
          </ac:spMkLst>
        </pc:spChg>
      </pc:sldChg>
      <pc:sldChg chg="modSp add mod">
        <pc:chgData name="zied.kammoun" userId="bf0d7764-83a7-4f46-aeea-edade3febd2d" providerId="ADAL" clId="{72E36F06-32C1-4FB1-8856-62AA5C4D770F}" dt="2025-10-13T12:34:52.500" v="6341" actId="207"/>
        <pc:sldMkLst>
          <pc:docMk/>
          <pc:sldMk cId="1404596105" sldId="386"/>
        </pc:sldMkLst>
        <pc:spChg chg="mod">
          <ac:chgData name="zied.kammoun" userId="bf0d7764-83a7-4f46-aeea-edade3febd2d" providerId="ADAL" clId="{72E36F06-32C1-4FB1-8856-62AA5C4D770F}" dt="2025-10-13T12:34:52.500" v="6341" actId="207"/>
          <ac:spMkLst>
            <pc:docMk/>
            <pc:sldMk cId="1404596105" sldId="386"/>
            <ac:spMk id="3" creationId="{84E641DD-6A71-0F7E-1375-87125BE50AC4}"/>
          </ac:spMkLst>
        </pc:spChg>
      </pc:sldChg>
      <pc:sldChg chg="modSp add mod">
        <pc:chgData name="zied.kammoun" userId="bf0d7764-83a7-4f46-aeea-edade3febd2d" providerId="ADAL" clId="{72E36F06-32C1-4FB1-8856-62AA5C4D770F}" dt="2025-10-13T12:35:18.561" v="6344" actId="207"/>
        <pc:sldMkLst>
          <pc:docMk/>
          <pc:sldMk cId="534696552" sldId="387"/>
        </pc:sldMkLst>
        <pc:spChg chg="mod">
          <ac:chgData name="zied.kammoun" userId="bf0d7764-83a7-4f46-aeea-edade3febd2d" providerId="ADAL" clId="{72E36F06-32C1-4FB1-8856-62AA5C4D770F}" dt="2025-10-13T12:35:18.561" v="6344" actId="207"/>
          <ac:spMkLst>
            <pc:docMk/>
            <pc:sldMk cId="534696552" sldId="387"/>
            <ac:spMk id="4" creationId="{DB933D6D-4AFA-AB0C-63EA-81CB1FF88813}"/>
          </ac:spMkLst>
        </pc:spChg>
      </pc:sldChg>
      <pc:sldChg chg="modSp add mod">
        <pc:chgData name="zied.kammoun" userId="bf0d7764-83a7-4f46-aeea-edade3febd2d" providerId="ADAL" clId="{72E36F06-32C1-4FB1-8856-62AA5C4D770F}" dt="2025-10-13T12:35:34.970" v="6348" actId="207"/>
        <pc:sldMkLst>
          <pc:docMk/>
          <pc:sldMk cId="2546661270" sldId="388"/>
        </pc:sldMkLst>
        <pc:spChg chg="mod">
          <ac:chgData name="zied.kammoun" userId="bf0d7764-83a7-4f46-aeea-edade3febd2d" providerId="ADAL" clId="{72E36F06-32C1-4FB1-8856-62AA5C4D770F}" dt="2025-10-13T12:35:34.970" v="6348" actId="207"/>
          <ac:spMkLst>
            <pc:docMk/>
            <pc:sldMk cId="2546661270" sldId="388"/>
            <ac:spMk id="4" creationId="{AB0F2670-B710-AA1B-A686-646EDCE020CD}"/>
          </ac:spMkLst>
        </pc:spChg>
      </pc:sldChg>
      <pc:sldChg chg="modSp add mod">
        <pc:chgData name="zied.kammoun" userId="bf0d7764-83a7-4f46-aeea-edade3febd2d" providerId="ADAL" clId="{72E36F06-32C1-4FB1-8856-62AA5C4D770F}" dt="2025-10-13T12:36:08.514" v="6351" actId="207"/>
        <pc:sldMkLst>
          <pc:docMk/>
          <pc:sldMk cId="3445136907" sldId="389"/>
        </pc:sldMkLst>
        <pc:spChg chg="mod">
          <ac:chgData name="zied.kammoun" userId="bf0d7764-83a7-4f46-aeea-edade3febd2d" providerId="ADAL" clId="{72E36F06-32C1-4FB1-8856-62AA5C4D770F}" dt="2025-10-13T12:36:08.514" v="6351" actId="207"/>
          <ac:spMkLst>
            <pc:docMk/>
            <pc:sldMk cId="3445136907" sldId="389"/>
            <ac:spMk id="4" creationId="{DFBB4B5E-DA70-ADDC-194E-2DCED7F7A6E8}"/>
          </ac:spMkLst>
        </pc:spChg>
      </pc:sldChg>
      <pc:sldChg chg="modSp add mod">
        <pc:chgData name="zied.kammoun" userId="bf0d7764-83a7-4f46-aeea-edade3febd2d" providerId="ADAL" clId="{72E36F06-32C1-4FB1-8856-62AA5C4D770F}" dt="2025-10-13T13:03:40.484" v="6353" actId="207"/>
        <pc:sldMkLst>
          <pc:docMk/>
          <pc:sldMk cId="2610379208" sldId="390"/>
        </pc:sldMkLst>
        <pc:spChg chg="mod">
          <ac:chgData name="zied.kammoun" userId="bf0d7764-83a7-4f46-aeea-edade3febd2d" providerId="ADAL" clId="{72E36F06-32C1-4FB1-8856-62AA5C4D770F}" dt="2025-10-13T13:03:40.484" v="6353" actId="207"/>
          <ac:spMkLst>
            <pc:docMk/>
            <pc:sldMk cId="2610379208" sldId="390"/>
            <ac:spMk id="4" creationId="{1104E8D1-9E84-9BFD-A489-4700FFDEE079}"/>
          </ac:spMkLst>
        </pc:spChg>
      </pc:sldChg>
      <pc:sldChg chg="modSp add mod">
        <pc:chgData name="zied.kammoun" userId="bf0d7764-83a7-4f46-aeea-edade3febd2d" providerId="ADAL" clId="{72E36F06-32C1-4FB1-8856-62AA5C4D770F}" dt="2025-10-13T13:03:51.278" v="6356" actId="207"/>
        <pc:sldMkLst>
          <pc:docMk/>
          <pc:sldMk cId="4263081626" sldId="391"/>
        </pc:sldMkLst>
        <pc:spChg chg="mod">
          <ac:chgData name="zied.kammoun" userId="bf0d7764-83a7-4f46-aeea-edade3febd2d" providerId="ADAL" clId="{72E36F06-32C1-4FB1-8856-62AA5C4D770F}" dt="2025-10-13T13:03:51.278" v="6356" actId="207"/>
          <ac:spMkLst>
            <pc:docMk/>
            <pc:sldMk cId="4263081626" sldId="391"/>
            <ac:spMk id="3" creationId="{DE6ADEE6-18F5-C8C0-F8AE-D7926F446FD4}"/>
          </ac:spMkLst>
        </pc:spChg>
      </pc:sldChg>
      <pc:sldChg chg="modSp add mod">
        <pc:chgData name="zied.kammoun" userId="bf0d7764-83a7-4f46-aeea-edade3febd2d" providerId="ADAL" clId="{72E36F06-32C1-4FB1-8856-62AA5C4D770F}" dt="2025-10-13T13:04:01.764" v="6358" actId="207"/>
        <pc:sldMkLst>
          <pc:docMk/>
          <pc:sldMk cId="3470342317" sldId="392"/>
        </pc:sldMkLst>
        <pc:spChg chg="mod">
          <ac:chgData name="zied.kammoun" userId="bf0d7764-83a7-4f46-aeea-edade3febd2d" providerId="ADAL" clId="{72E36F06-32C1-4FB1-8856-62AA5C4D770F}" dt="2025-10-13T13:04:01.764" v="6358" actId="207"/>
          <ac:spMkLst>
            <pc:docMk/>
            <pc:sldMk cId="3470342317" sldId="392"/>
            <ac:spMk id="3" creationId="{1F8F7C34-1A08-A255-C478-AA4D50BDBE0F}"/>
          </ac:spMkLst>
        </pc:spChg>
      </pc:sldChg>
      <pc:sldChg chg="modSp add mod">
        <pc:chgData name="zied.kammoun" userId="bf0d7764-83a7-4f46-aeea-edade3febd2d" providerId="ADAL" clId="{72E36F06-32C1-4FB1-8856-62AA5C4D770F}" dt="2025-10-13T13:04:29.382" v="6362" actId="207"/>
        <pc:sldMkLst>
          <pc:docMk/>
          <pc:sldMk cId="1244672241" sldId="393"/>
        </pc:sldMkLst>
        <pc:spChg chg="mod">
          <ac:chgData name="zied.kammoun" userId="bf0d7764-83a7-4f46-aeea-edade3febd2d" providerId="ADAL" clId="{72E36F06-32C1-4FB1-8856-62AA5C4D770F}" dt="2025-10-13T13:04:29.382" v="6362" actId="207"/>
          <ac:spMkLst>
            <pc:docMk/>
            <pc:sldMk cId="1244672241" sldId="393"/>
            <ac:spMk id="3" creationId="{5844B8E6-0CAC-E4E2-4D02-020F042866B6}"/>
          </ac:spMkLst>
        </pc:spChg>
      </pc:sldChg>
      <pc:sldChg chg="modSp add mod">
        <pc:chgData name="zied.kammoun" userId="bf0d7764-83a7-4f46-aeea-edade3febd2d" providerId="ADAL" clId="{72E36F06-32C1-4FB1-8856-62AA5C4D770F}" dt="2025-10-13T13:04:46.443" v="6364" actId="207"/>
        <pc:sldMkLst>
          <pc:docMk/>
          <pc:sldMk cId="2138114094" sldId="394"/>
        </pc:sldMkLst>
        <pc:spChg chg="mod">
          <ac:chgData name="zied.kammoun" userId="bf0d7764-83a7-4f46-aeea-edade3febd2d" providerId="ADAL" clId="{72E36F06-32C1-4FB1-8856-62AA5C4D770F}" dt="2025-10-13T13:04:46.443" v="6364" actId="207"/>
          <ac:spMkLst>
            <pc:docMk/>
            <pc:sldMk cId="2138114094" sldId="394"/>
            <ac:spMk id="3" creationId="{A9D91697-9D38-A519-CFA0-4227CB8C5A9B}"/>
          </ac:spMkLst>
        </pc:spChg>
      </pc:sldChg>
      <pc:sldChg chg="modSp add mod">
        <pc:chgData name="zied.kammoun" userId="bf0d7764-83a7-4f46-aeea-edade3febd2d" providerId="ADAL" clId="{72E36F06-32C1-4FB1-8856-62AA5C4D770F}" dt="2025-10-13T13:05:00.315" v="6367" actId="207"/>
        <pc:sldMkLst>
          <pc:docMk/>
          <pc:sldMk cId="2221678535" sldId="395"/>
        </pc:sldMkLst>
        <pc:spChg chg="mod">
          <ac:chgData name="zied.kammoun" userId="bf0d7764-83a7-4f46-aeea-edade3febd2d" providerId="ADAL" clId="{72E36F06-32C1-4FB1-8856-62AA5C4D770F}" dt="2025-10-13T13:05:00.315" v="6367" actId="207"/>
          <ac:spMkLst>
            <pc:docMk/>
            <pc:sldMk cId="2221678535" sldId="395"/>
            <ac:spMk id="3" creationId="{A8483209-08DF-73A3-48B3-9965C80CEAAF}"/>
          </ac:spMkLst>
        </pc:spChg>
      </pc:sldChg>
      <pc:sldChg chg="modSp add mod">
        <pc:chgData name="zied.kammoun" userId="bf0d7764-83a7-4f46-aeea-edade3febd2d" providerId="ADAL" clId="{72E36F06-32C1-4FB1-8856-62AA5C4D770F}" dt="2025-10-13T13:05:36.841" v="6372" actId="207"/>
        <pc:sldMkLst>
          <pc:docMk/>
          <pc:sldMk cId="1685917064" sldId="396"/>
        </pc:sldMkLst>
        <pc:spChg chg="mod">
          <ac:chgData name="zied.kammoun" userId="bf0d7764-83a7-4f46-aeea-edade3febd2d" providerId="ADAL" clId="{72E36F06-32C1-4FB1-8856-62AA5C4D770F}" dt="2025-10-13T13:05:36.841" v="6372" actId="207"/>
          <ac:spMkLst>
            <pc:docMk/>
            <pc:sldMk cId="1685917064" sldId="396"/>
            <ac:spMk id="3" creationId="{B5598441-1F96-430C-F8EF-14F7691DFC36}"/>
          </ac:spMkLst>
        </pc:spChg>
      </pc:sldChg>
      <pc:sldChg chg="modSp add mod">
        <pc:chgData name="zied.kammoun" userId="bf0d7764-83a7-4f46-aeea-edade3febd2d" providerId="ADAL" clId="{72E36F06-32C1-4FB1-8856-62AA5C4D770F}" dt="2025-10-13T13:06:00.907" v="6374" actId="207"/>
        <pc:sldMkLst>
          <pc:docMk/>
          <pc:sldMk cId="3128149592" sldId="397"/>
        </pc:sldMkLst>
        <pc:spChg chg="mod">
          <ac:chgData name="zied.kammoun" userId="bf0d7764-83a7-4f46-aeea-edade3febd2d" providerId="ADAL" clId="{72E36F06-32C1-4FB1-8856-62AA5C4D770F}" dt="2025-10-13T13:06:00.907" v="6374" actId="207"/>
          <ac:spMkLst>
            <pc:docMk/>
            <pc:sldMk cId="3128149592" sldId="397"/>
            <ac:spMk id="3" creationId="{E4C17535-B2B5-4E65-0E06-BAD42D76DD9A}"/>
          </ac:spMkLst>
        </pc:spChg>
      </pc:sldChg>
      <pc:sldChg chg="modSp add mod">
        <pc:chgData name="zied.kammoun" userId="bf0d7764-83a7-4f46-aeea-edade3febd2d" providerId="ADAL" clId="{72E36F06-32C1-4FB1-8856-62AA5C4D770F}" dt="2025-10-13T13:06:21.030" v="6376" actId="207"/>
        <pc:sldMkLst>
          <pc:docMk/>
          <pc:sldMk cId="77605477" sldId="398"/>
        </pc:sldMkLst>
        <pc:spChg chg="mod">
          <ac:chgData name="zied.kammoun" userId="bf0d7764-83a7-4f46-aeea-edade3febd2d" providerId="ADAL" clId="{72E36F06-32C1-4FB1-8856-62AA5C4D770F}" dt="2025-10-13T13:06:21.030" v="6376" actId="207"/>
          <ac:spMkLst>
            <pc:docMk/>
            <pc:sldMk cId="77605477" sldId="398"/>
            <ac:spMk id="3" creationId="{CB1E5A2E-2CAF-5CCC-FF3A-1439E959CA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F1D034-8154-92B5-668B-74FF86370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7DE024-781F-A764-C027-6ABC915D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F35F02-5871-FC8D-BD95-9295C577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ACD9A9-2DC0-E145-5637-A55B9C4C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A8CBAC-147E-3A28-8827-0AC6E1F7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473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D285D-521B-0F1A-C1F1-E7261EF5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DCEA3-F651-9B26-6087-9259E9434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FF03B7-1A45-1D09-6AFA-5975886B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A99319-3DA8-6E1A-1EA7-49926D51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15D89A-76C3-7277-BB69-B99E5E4F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88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56B2F-07D6-9E62-178E-2491F648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356FA2-3007-945F-D793-E3587EF68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39E66-03E5-B9C0-209B-1A398402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880027-6723-D637-7F20-FC6E6C3D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0C704D-D9C3-C2CC-08CB-C8E6FE7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65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C6C3F-517A-FAD4-09A8-F96102F2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238340-6061-7161-4DA6-4FEA02553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AE762E-6E98-981F-DE00-B519C2138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ADE55B-9CB2-8DF6-839B-4C2AD4D9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ACF86B-D024-4940-B706-6EABEE4B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188525-D9D3-9314-EE8C-04B774F5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58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9FD6D-2871-D3C5-519F-BF2FB57F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617997-98FB-022C-D9AB-1D20B078D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561845-1E61-9367-33BF-04CFAC728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B9691AE-9267-A48C-4C26-69B9F3D93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D05F34F-77DB-70F1-10AE-06F42D4E2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C5BF1D7-D1C7-D835-7C06-B1B178AF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16263D-35B0-62CE-DF5F-E5A65592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944A30-69A6-A75D-747D-398FCD39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6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F9503-734B-50BE-47F7-8B6989E0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384F00-4332-46A0-8C2C-5125BD54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3623CE-3C8F-9B6D-0B43-EF504BD4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08C935-26A5-F8CC-12A9-3782D6E4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71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52AB0B-69C5-350B-353E-6853116D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CFC1B1-A34B-D5EA-E4B9-36AA5C52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8AA83C-8A99-8A53-23BD-6042C08A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47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6F7EC-CF56-AF70-E64B-9109ED66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8FE54D-C1D3-B481-05B7-82C82BA0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A80A02-121A-D901-A89A-8EF07E45B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1DB3A1-BD94-49F3-01A9-8B32E74A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1E4814-5E37-593D-D180-007B9754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DBA9C5-EC7B-763B-E26A-963FF1BB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677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B5100-4F2F-1CEC-81AC-1AE32C92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CA2F28-35BD-2D46-456B-FC03CD494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669E32-F7B7-600A-4853-D6C21EC0C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2383BB-A48F-475B-693E-67DD6D1D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71B41E-BA97-2C81-ADFA-7E4380D1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892840-ACD1-D8AD-FC09-4C3EC17E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58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277A71-53AD-4905-2653-98F08D5E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89438B-418A-949C-313D-22BB465C8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95BAC-4359-D93A-6BF6-B9D55DB4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4D4EF-6814-5A9F-0C2D-BDC0F666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02F8DF-1C0B-EDA8-C42B-C7C29C94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45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595B16-D70F-BE17-F450-292F6B78E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4631D6-A8CF-33A2-8E73-F7104A5CD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5F323D-12A0-B8B4-B587-114B8AE2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72A869-8B59-5A07-A2E9-3C4E42E6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EDE717-B8A0-DA8B-EEB7-6613B3C8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01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728941-AD9F-3896-BC03-9C775B64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BDF910-DB70-7713-0BE2-83E7B0F7F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DDFC4F-8EFD-1282-EB22-C3A67B591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51155-6971-4214-B623-D00C200C2F2C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CBFA2B-C811-F278-1176-409F58757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3659D-E9E0-5CD6-626A-4EEA72112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AC97D-DEE9-4BA1-B26C-70F0EFAFB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15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A78-A49D-73C9-E85C-83C0CC4F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MS - Authentification">
            <a:extLst>
              <a:ext uri="{FF2B5EF4-FFF2-40B4-BE49-F238E27FC236}">
                <a16:creationId xmlns:a16="http://schemas.microsoft.com/office/drawing/2014/main" id="{CF562570-6DFB-32CC-680C-2034D406F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8" t="4638" r="22777" b="12042"/>
          <a:stretch>
            <a:fillRect/>
          </a:stretch>
        </p:blipFill>
        <p:spPr bwMode="auto">
          <a:xfrm>
            <a:off x="4921315" y="770041"/>
            <a:ext cx="2199166" cy="217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02BF6AB-88C3-DC20-4A08-D7617F0963CB}"/>
              </a:ext>
            </a:extLst>
          </p:cNvPr>
          <p:cNvSpPr txBox="1"/>
          <p:nvPr/>
        </p:nvSpPr>
        <p:spPr>
          <a:xfrm>
            <a:off x="2947094" y="2840776"/>
            <a:ext cx="6297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Cancers colo-rectaux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214E06A-BD35-775C-D474-C0E92433EBFB}"/>
              </a:ext>
            </a:extLst>
          </p:cNvPr>
          <p:cNvSpPr txBox="1"/>
          <p:nvPr/>
        </p:nvSpPr>
        <p:spPr>
          <a:xfrm>
            <a:off x="4630374" y="4681814"/>
            <a:ext cx="2931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Nozha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Toumi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Kallel</a:t>
            </a:r>
            <a:endParaRPr lang="fr-FR" sz="2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0F74F0-997E-C844-5BAE-160BEED4AE5B}"/>
              </a:ext>
            </a:extLst>
          </p:cNvPr>
          <p:cNvSpPr txBox="1"/>
          <p:nvPr/>
        </p:nvSpPr>
        <p:spPr>
          <a:xfrm>
            <a:off x="2388842" y="5564739"/>
            <a:ext cx="760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Pr.Ag.Imagerie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médicale CHU Habib Bourguiba Sfax</a:t>
            </a:r>
          </a:p>
        </p:txBody>
      </p:sp>
    </p:spTree>
    <p:extLst>
      <p:ext uri="{BB962C8B-B14F-4D97-AF65-F5344CB8AC3E}">
        <p14:creationId xmlns:p14="http://schemas.microsoft.com/office/powerpoint/2010/main" val="9205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8937-666E-FE19-FE15-B3A50619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D1D5C3-340A-AB19-DB1D-C1F9379D7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340677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 </a:t>
            </a:r>
            <a:r>
              <a:rPr lang="fr-FR" b="1" dirty="0"/>
              <a:t>La confirmation du diagnostic du cancer colique se fait par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L’entéroscopie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coloscopie + Biopsie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L’écho-endoscopie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scanner abdominal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L’IRM abdominale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1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8E55-1792-3BE4-1730-47D5CD58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C49179-D77E-6746-9A5C-0DDADC54D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340677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 </a:t>
            </a:r>
            <a:r>
              <a:rPr lang="fr-FR" b="1" dirty="0"/>
              <a:t>La confirmation du diagnostic du cancer colique se fait par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L’entéroscopie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coloscopie + Biopsie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L’écho-endoscopie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scanner abdominal</a:t>
            </a:r>
          </a:p>
          <a:p>
            <a:pPr marL="514350" indent="-422275">
              <a:buFont typeface="+mj-lt"/>
              <a:buAutoNum type="alphaUcPeriod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L’IRM abdominale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A668-45BD-5521-3424-A12E99C9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F9F15-F817-FD15-A6C1-FC4892648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 Le bilan d’extension d’un cancer du moyen rectum sténosant comporte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dosage des marqueurs tumoraux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systématique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imagerie par résonance magnétique pelvienne</a:t>
            </a:r>
          </a:p>
        </p:txBody>
      </p:sp>
    </p:spTree>
    <p:extLst>
      <p:ext uri="{BB962C8B-B14F-4D97-AF65-F5344CB8AC3E}">
        <p14:creationId xmlns:p14="http://schemas.microsoft.com/office/powerpoint/2010/main" val="380274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3ABBE-36D4-43A8-9248-76D410A5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0D54BB-2C31-D86B-7722-6A827C05A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 Le bilan d’extension d’un cancer du moyen rectum sténosant comporte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dosage des marqueurs tumoraux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systématique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imagerie par résonance magnétique pelvienne</a:t>
            </a:r>
          </a:p>
        </p:txBody>
      </p:sp>
    </p:spTree>
    <p:extLst>
      <p:ext uri="{BB962C8B-B14F-4D97-AF65-F5344CB8AC3E}">
        <p14:creationId xmlns:p14="http://schemas.microsoft.com/office/powerpoint/2010/main" val="254144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AF09-14B3-9873-BD49-50C53449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010DFB-CC1C-9183-6CEC-FD7DB29D5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005840"/>
            <a:ext cx="11298394" cy="5394960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3/ Le bilan d’extension d’un cancer du bas rectum peut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dosage de l’ACE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cérébral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endorectale</a:t>
            </a:r>
          </a:p>
        </p:txBody>
      </p:sp>
    </p:spTree>
    <p:extLst>
      <p:ext uri="{BB962C8B-B14F-4D97-AF65-F5344CB8AC3E}">
        <p14:creationId xmlns:p14="http://schemas.microsoft.com/office/powerpoint/2010/main" val="110662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FE16-DB26-8BEB-9EEF-534B7248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41D7E2-A0BA-E273-582A-7790FF98D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005840"/>
            <a:ext cx="11298394" cy="5394960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3/ Le bilan d’extension d’un cancer du bas rectum peut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dosage de l’ACE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cérébral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endorectale</a:t>
            </a:r>
          </a:p>
        </p:txBody>
      </p:sp>
    </p:spTree>
    <p:extLst>
      <p:ext uri="{BB962C8B-B14F-4D97-AF65-F5344CB8AC3E}">
        <p14:creationId xmlns:p14="http://schemas.microsoft.com/office/powerpoint/2010/main" val="364488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CC01-F154-C65B-88FC-4F14536B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5A4A4-774B-6C09-D3BC-A123C763E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106932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 La surveillance du cancer du côlon après une résection chirurgicale à visée curative comporte pendant les 3 premières années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dosage du CA19-9 tous les 3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 tous les 3 à 6 mois 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annuelle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tous les 3 à 6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 tous les 3 à 6 mois</a:t>
            </a:r>
          </a:p>
        </p:txBody>
      </p:sp>
    </p:spTree>
    <p:extLst>
      <p:ext uri="{BB962C8B-B14F-4D97-AF65-F5344CB8AC3E}">
        <p14:creationId xmlns:p14="http://schemas.microsoft.com/office/powerpoint/2010/main" val="282437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C0D9-4600-DBFD-45BD-536FFF4B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E641DD-6A71-0F7E-1375-87125BE50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106932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 La surveillance du cancer du côlon après une résection chirurgicale à visée curative comporte pendant les 3 premières années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dosage du CA19-9 tous les 3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tomodensitométrie abdomino-pelvienne tous les 3 à 6 mois 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annuelle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tous les 3 à 6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 tous les 3 à 6 mois</a:t>
            </a:r>
          </a:p>
        </p:txBody>
      </p:sp>
    </p:spTree>
    <p:extLst>
      <p:ext uri="{BB962C8B-B14F-4D97-AF65-F5344CB8AC3E}">
        <p14:creationId xmlns:p14="http://schemas.microsoft.com/office/powerpoint/2010/main" val="140459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FD26460-DABD-504E-35F9-7FF2F897519B}"/>
              </a:ext>
            </a:extLst>
          </p:cNvPr>
          <p:cNvSpPr txBox="1"/>
          <p:nvPr/>
        </p:nvSpPr>
        <p:spPr>
          <a:xfrm>
            <a:off x="887692" y="1166294"/>
            <a:ext cx="10605155" cy="43384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VII. LES  MÉTHODES  ET  STRATÉGIES  DE  SURVEILLANCE  D’UN  PATIENT </a:t>
            </a:r>
          </a:p>
          <a:p>
            <a:pPr>
              <a:lnSpc>
                <a:spcPct val="150000"/>
              </a:lnSpc>
            </a:pP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TRAITÉ POUR CANCER COLORECTAL (OBJECTIF N°9) :</a:t>
            </a:r>
          </a:p>
          <a:p>
            <a:pPr marL="631825"/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1/           Surveillance post-opératoire :</a:t>
            </a:r>
          </a:p>
          <a:p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Elle comporte : un examen clinique, une échographie abdominale, une TDM TAP et                        un dosage des ACE. Le rythme de cette surveillance est variable : trimestriel pendant                  les deux premières années, semestriel pendant les trois années suivantes. Une                 endoscopie du côlon est préconisée après 1 an puis tous les 2 ans.</a:t>
            </a:r>
          </a:p>
        </p:txBody>
      </p:sp>
    </p:spTree>
    <p:extLst>
      <p:ext uri="{BB962C8B-B14F-4D97-AF65-F5344CB8AC3E}">
        <p14:creationId xmlns:p14="http://schemas.microsoft.com/office/powerpoint/2010/main" val="926508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4840CB7-056A-2E5D-0424-B895B8C6D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 Le bilan d’extension de référence de cette tumeur comporte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Échographie abdominale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Scintigraphie osseuse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IRM pelvienne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cérébral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thoraco-abdominal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9D221E-BDA0-3D06-CCEB-1911386D74AE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1B22E88-7DB1-C61C-579B-185EFD22538E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339317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F5D5-61CF-828B-3546-399CF676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B933D6D-4AFA-AB0C-63EA-81CB1FF88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 Le bilan d’extension de référence de cette tumeur comporte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Échographie abdominale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Scintigraphie osseuse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IRM pelvienne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cérébral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thoraco-abdominal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BD9E1B-9049-2CAB-9C4C-332DE260C363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7A42CAF-8F97-EB7C-B103-756D4005A4CD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53469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7393-54DB-34FC-025B-F2C282D8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7CCC6F8-8F82-7DEF-5138-A2D83E87B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 L’intérêt de l’IRM dans cette localisation réside dans l’évaluation de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L’infiltration du mésorectum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distance entre la tumeur et le muscle pubo-rectal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ganglions péri-coliques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marge latérale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vers le péritoine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401C55-04C2-7DDE-9474-73027895C911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3A37CD2-3C33-8772-D2CA-374A77A08A1A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411904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E8F2-77A5-6D8E-9E71-3D3EF202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B0F2670-B710-AA1B-A686-646EDCE0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 L’intérêt de l’IRM dans cette localisation réside dans l’évaluation de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L’infiltration du mésorectum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distance entre la tumeur et le muscle pubo-rectal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ganglions péri-coliques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marge latérale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vers le péritoine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4BB9816-3B29-3165-078C-0D740EEEF478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8141811-D60C-B29C-9E19-ADE3DB904868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254666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8B5713D-4BFC-BEBF-0DEC-9C2718661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06" y="519518"/>
            <a:ext cx="6481332" cy="591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11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086E315-CC3C-1758-44D9-57EDD587E065}"/>
              </a:ext>
            </a:extLst>
          </p:cNvPr>
          <p:cNvSpPr txBox="1"/>
          <p:nvPr/>
        </p:nvSpPr>
        <p:spPr>
          <a:xfrm>
            <a:off x="1095081" y="499621"/>
            <a:ext cx="10001838" cy="55695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L’Imagerie par résonance magnétique (IRM) pelvienne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Examen capital pour l’évaluation de l’extension locorégionale et ganglionnaire des  tumeurs du moyen et bas rectum. Elle est systématiquement réalisée pour ces  localisations. Elle permet :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❖ D’étudier le degré d’infiltration de la tumeur dans le mésorectum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❖ De préciser la marge latérale : distance la plus courte entre tumeur et fascia </a:t>
            </a:r>
            <a:r>
              <a:rPr lang="fr-F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recti</a:t>
            </a: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(limite externe du mésorectum)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❖ De préciser la distance entre le pôle inférieur de la tumeur et le bord supérieur du 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muscle pubo-rectal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❖ De rechercher un envahissement de l’appareil sphinctérien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❖ De donner une évaluation des ganglions dans le mésorectum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Après traitement néoadjuvant, elle permet d’évaluer la réponse tumorale.</a:t>
            </a:r>
          </a:p>
        </p:txBody>
      </p:sp>
    </p:spTree>
    <p:extLst>
      <p:ext uri="{BB962C8B-B14F-4D97-AF65-F5344CB8AC3E}">
        <p14:creationId xmlns:p14="http://schemas.microsoft.com/office/powerpoint/2010/main" val="61796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E26C-A937-7689-B4C9-EE101C29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9CCA3F3-AD4C-477D-FA51-06D30CEBD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 Le bilan d’extension n’a pas montré de métastases à distance, il s’agit d’une tumeur classée T3N+M0 selon les données du bilan d’extension. </a:t>
            </a:r>
          </a:p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Quelle serait l’attitude thérapeutique ?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hémicolectomie gauche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 chimiothérapie préopératoire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résection antérieure du rectum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amputation abdominopérinéale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radiothérapie seule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26BAC8-5300-2E19-CBFA-FCA9F51CACD8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E20A6E7-2B4D-827D-5B3D-9FF94BBCC300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302381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DEFE-5981-67E9-C375-2B53E8C4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FBB4B5E-DA70-ADDC-194E-2DCED7F7A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 Le bilan d’extension n’a pas montré de métastases à distance, il s’agit d’une tumeur classée T3N+M0 selon les données du bilan d’extension. </a:t>
            </a:r>
          </a:p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Quelle serait l’attitude thérapeutique ?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hémicolectomie gauche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 chimiothérapie préopératoire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résection antérieure du rectum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amputation abdominopérinéale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radiothérapie seule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D39FAE-13E2-AC76-1BDC-4CF0235BB5BB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D3E417A-69DD-59F4-F5DB-DFC4BD1D5509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3445136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DA4A-6013-47B5-FAA6-190F5670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3E76F04-1004-CD0E-171B-3F85F9B09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4- La surveillance post thérapeutique repose sur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Coloscopie de contrôle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thoraco-abdominal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Dosage de l’ACE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CDD1E8-1DFD-A67D-59C1-0280D8A30D6B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F348F89-147E-9399-2BBD-44CA237FDA16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2305513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86B2-A478-53E3-AAAC-9CE912E5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104E8D1-9E84-9BFD-A489-4700FFDEE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4" y="3918026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4- La surveillance post thérapeutique repose sur :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Coloscopie de contrôle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thoraco-abdominal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Dosage de l’ACE</a:t>
            </a:r>
          </a:p>
          <a:p>
            <a:pPr marL="422275" indent="-338138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15FD7E-B678-77C7-9AC2-9B2D95FAFFD4}"/>
              </a:ext>
            </a:extLst>
          </p:cNvPr>
          <p:cNvSpPr txBox="1"/>
          <p:nvPr/>
        </p:nvSpPr>
        <p:spPr>
          <a:xfrm>
            <a:off x="416350" y="594039"/>
            <a:ext cx="106805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BM âgée de 58 ans consulte pour douleur pelvienne, faux besoins et rectorragies évoluant depuis 1 mois.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d’antécédents pathologiques particuliers.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L’examen clinique sans particularité. 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palpation à 4 cm de la marge anale d’une masse bourgeonnante dure, doigtier souillé de sang rouge vif.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a été faite montrant un processus tumoral hémi-circonférentiel dont le pôle inférieur commence à 4 cm de la marge anale étendu jusqu’à 8 cm de la marge anale, pas d’autres lésions synchrones ni polype.</a:t>
            </a:r>
          </a:p>
          <a:p>
            <a:r>
              <a:rPr lang="fr-F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biopsies ont conclu à un adénocarcinome moyennement différencié du rectum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37EEC169-8A55-8AE4-15D6-FABCA0697D4B}"/>
              </a:ext>
            </a:extLst>
          </p:cNvPr>
          <p:cNvSpPr txBox="1">
            <a:spLocks/>
          </p:cNvSpPr>
          <p:nvPr/>
        </p:nvSpPr>
        <p:spPr>
          <a:xfrm>
            <a:off x="297084" y="12255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1 :</a:t>
            </a:r>
          </a:p>
        </p:txBody>
      </p:sp>
    </p:spTree>
    <p:extLst>
      <p:ext uri="{BB962C8B-B14F-4D97-AF65-F5344CB8AC3E}">
        <p14:creationId xmlns:p14="http://schemas.microsoft.com/office/powerpoint/2010/main" val="2610379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A4D0-3E3F-3E46-EBB5-00BC851F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1D5E15-CC84-2F9D-6DD8-BF3EC5E8C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106932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5/ Chez un patient âgé de 66ans, ayant un adénocarcinome de la CRS associé à une pneumaturie, le bilan d’extension doit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abdominal et thoracique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hépatique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uroscanner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de l’ACE et du CA 19-9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totale</a:t>
            </a:r>
          </a:p>
        </p:txBody>
      </p:sp>
    </p:spTree>
    <p:extLst>
      <p:ext uri="{BB962C8B-B14F-4D97-AF65-F5344CB8AC3E}">
        <p14:creationId xmlns:p14="http://schemas.microsoft.com/office/powerpoint/2010/main" val="1179806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6344-5392-9359-728C-5725DD5A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ADEE6-18F5-C8C0-F8AE-D7926F44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1069320" cy="3406775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5/ Chez un patient âgé de 66ans, ayant un adénocarcinome de la CRS associé à une pneumaturie, le bilan d’extension doit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abdominal et thoracique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hépatique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uroscanner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de l’ACE et du CA 19-9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coloscopie totale</a:t>
            </a:r>
          </a:p>
        </p:txBody>
      </p:sp>
    </p:spTree>
    <p:extLst>
      <p:ext uri="{BB962C8B-B14F-4D97-AF65-F5344CB8AC3E}">
        <p14:creationId xmlns:p14="http://schemas.microsoft.com/office/powerpoint/2010/main" val="4263081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5B36-10CC-BFC1-E06D-F2ADE368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AE4787-1C27-E6E3-C1AE-21BCDF31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1541145"/>
            <a:ext cx="11328786" cy="4211473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6/ Avant de décider de pratiquer une intervention chirurgicale pour un cancer du colon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bilan d’extension métastatique est mieux fait par un scanner TAP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L’écho-endoscopie est indispensable pour juger l’extension ganglionnaire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d’ACE est utile pour faire le diagnostic d’une forme évoluée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est toujours de règle de réaliser une 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 abdominale est l’examen de référence</a:t>
            </a:r>
          </a:p>
        </p:txBody>
      </p:sp>
    </p:spTree>
    <p:extLst>
      <p:ext uri="{BB962C8B-B14F-4D97-AF65-F5344CB8AC3E}">
        <p14:creationId xmlns:p14="http://schemas.microsoft.com/office/powerpoint/2010/main" val="1753423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55D58-F167-EDB5-5BEC-CB5EE301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F7C34-1A08-A255-C478-AA4D50BD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1541145"/>
            <a:ext cx="11328786" cy="4211473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6/ Avant de décider de pratiquer une intervention chirurgicale pour un cancer du colon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bilan d’extension métastatique est mieux fait par un scanner TAP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L’écho-endoscopie est indispensable pour juger l’extension ganglionnaire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d’ACE est utile pour faire le diagnostic d’une forme évoluée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est toujours de règle de réaliser une 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L’écho abdominale est l’examen de référence</a:t>
            </a:r>
          </a:p>
        </p:txBody>
      </p:sp>
    </p:spTree>
    <p:extLst>
      <p:ext uri="{BB962C8B-B14F-4D97-AF65-F5344CB8AC3E}">
        <p14:creationId xmlns:p14="http://schemas.microsoft.com/office/powerpoint/2010/main" val="3470342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AFAE6DC-CDFB-33A1-4AE9-CD40D6E16BE2}"/>
              </a:ext>
            </a:extLst>
          </p:cNvPr>
          <p:cNvSpPr txBox="1"/>
          <p:nvPr/>
        </p:nvSpPr>
        <p:spPr>
          <a:xfrm>
            <a:off x="1014952" y="755858"/>
            <a:ext cx="10162095" cy="23378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L’échographie endorectale (EER):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Elle a un intérêt dans l’évaluation locorégionale et ganglionnaire des tumeurs du moyen et bas rectum. Elle n’est pas supérieure à l’IRM. Elle n’est pas réalisée en routine. Elle est indispensable avant de réaliser une résection par voie </a:t>
            </a:r>
            <a:r>
              <a:rPr lang="fr-F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transanale</a:t>
            </a:r>
            <a:r>
              <a:rPr lang="fr-F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d’une tumeur rectale.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8C2C97C-3B40-7F9B-304A-30ECDCBA0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" t="14296" r="5569" b="2543"/>
          <a:stretch>
            <a:fillRect/>
          </a:stretch>
        </p:blipFill>
        <p:spPr>
          <a:xfrm>
            <a:off x="3968684" y="3429000"/>
            <a:ext cx="3817856" cy="30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35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C365-2491-4F6A-11ED-D10EB860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A54D3-7833-54EB-AE9F-2570EDBB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541145"/>
            <a:ext cx="11287117" cy="3806359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7/ Chez un patient ayant un Cancer du rectum, le scanner TAP :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Permet de détecter des métastases hépatiques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C’est un examen facultatif si le patient a bénéficié d’une échographie abdominale et d’une radiographie du thorax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doit être associé à une opacification vasculaire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permet de détecter un envahissement loco régional afin de chercher une CI à une résection curative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permet de détecter des métastases surrénaliennes</a:t>
            </a:r>
          </a:p>
        </p:txBody>
      </p:sp>
    </p:spTree>
    <p:extLst>
      <p:ext uri="{BB962C8B-B14F-4D97-AF65-F5344CB8AC3E}">
        <p14:creationId xmlns:p14="http://schemas.microsoft.com/office/powerpoint/2010/main" val="1868612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7937-3773-5227-AC5A-DA14471C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44B8E6-0CAC-E4E2-4D02-020F04286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541145"/>
            <a:ext cx="11287117" cy="3806359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7/ Chez un patient ayant un Cancer du rectum, le scanner TAP :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Permet de détecter des métastases hépatiques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C’est un examen facultatif si le patient a bénéficié d’une échographie abdominale et d’une radiographie du thorax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doit être associé à une opacification vasculaire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permet de détecter un envahissement loco régional afin de chercher une CI à une résection curative</a:t>
            </a:r>
          </a:p>
          <a:p>
            <a:pPr marL="514350" indent="-422275">
              <a:lnSpc>
                <a:spcPct val="100000"/>
              </a:lnSpc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permet de détecter des métastases surrénaliennes</a:t>
            </a:r>
          </a:p>
        </p:txBody>
      </p:sp>
    </p:spTree>
    <p:extLst>
      <p:ext uri="{BB962C8B-B14F-4D97-AF65-F5344CB8AC3E}">
        <p14:creationId xmlns:p14="http://schemas.microsoft.com/office/powerpoint/2010/main" val="124467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BED4-7003-D1C2-0215-D5154286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C64370-42E3-8B2E-3DE4-2A175D34F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541145"/>
            <a:ext cx="11572240" cy="3406775"/>
          </a:xfrm>
        </p:spPr>
        <p:txBody>
          <a:bodyPr anchor="ctr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8/ Chez un patient porteur d’un ADK du rectum situé à 8cm de la marge anale, l’IRM pelvienne permet de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Participer dans l’indication du traitement adjuvant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Détecter une atteinte ganglionnaire métastatique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Préciser la distance entre le pôle inférieur de la tumeur et le bord supérieur du muscle pubo-rectal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Prédire la possibilité d’une résection curative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Détecter une infiltration de la graisse péri-rectale</a:t>
            </a:r>
          </a:p>
        </p:txBody>
      </p:sp>
    </p:spTree>
    <p:extLst>
      <p:ext uri="{BB962C8B-B14F-4D97-AF65-F5344CB8AC3E}">
        <p14:creationId xmlns:p14="http://schemas.microsoft.com/office/powerpoint/2010/main" val="143156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5EA7-7E8A-37FD-15B2-F883F7DE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D91697-9D38-A519-CFA0-4227CB8C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541145"/>
            <a:ext cx="11572240" cy="3406775"/>
          </a:xfrm>
        </p:spPr>
        <p:txBody>
          <a:bodyPr anchor="ctr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8/ Chez un patient porteur d’un ADK du rectum situé à 8cm de la marge anale, l’IRM pelvienne permet de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Participer dans l’indication du traitement adjuvant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Détecter une atteinte ganglionnaire métastatique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Préciser la distance entre le pôle inférieur de la tumeur et le bord supérieur du muscle pubo-rectal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Prédire la possibilité d’une résection curative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Détecter une infiltration de la graisse péri-rectale</a:t>
            </a:r>
          </a:p>
        </p:txBody>
      </p:sp>
    </p:spTree>
    <p:extLst>
      <p:ext uri="{BB962C8B-B14F-4D97-AF65-F5344CB8AC3E}">
        <p14:creationId xmlns:p14="http://schemas.microsoft.com/office/powerpoint/2010/main" val="2138114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B55D-7F5D-3BC2-BE4B-33A152B0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20BECD-C69D-0499-B521-E36F7565C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90" y="1569425"/>
            <a:ext cx="11245340" cy="3406775"/>
          </a:xfrm>
        </p:spPr>
        <p:txBody>
          <a:bodyPr anchor="ctr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9/ Le protocole de surveillance après résection curative d’un ADK colique comporte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de l’ACE / 3mois pendant 2 ans puis / 6 mois pendant ans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hépatique systématique à 6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en présence d’image d’ostéolyse du bassin à la radiographie standard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première coloscopie à 1 an puis/ 2 ans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abdominale/ 3 ans pendant 10 ans</a:t>
            </a:r>
          </a:p>
        </p:txBody>
      </p:sp>
    </p:spTree>
    <p:extLst>
      <p:ext uri="{BB962C8B-B14F-4D97-AF65-F5344CB8AC3E}">
        <p14:creationId xmlns:p14="http://schemas.microsoft.com/office/powerpoint/2010/main" val="2759572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6A30-52B9-8F1C-481C-DB3F778E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83209-08DF-73A3-48B3-9965C80CE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90" y="1569425"/>
            <a:ext cx="11245340" cy="3406775"/>
          </a:xfrm>
        </p:spPr>
        <p:txBody>
          <a:bodyPr anchor="ctr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9/ Le protocole de surveillance après résection curative d’un ADK colique comporte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dosage de l’ACE / 3mois pendant 2 ans puis / 6 mois pendant ans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hépatique systématique à 6 mois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scintigraphie osseuse en présence d’image d’ostéolyse du bassin à la radiographie standard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première coloscopie à 1 an puis/ 2 ans</a:t>
            </a:r>
          </a:p>
          <a:p>
            <a:pPr marL="514350" indent="-422275">
              <a:buFont typeface="+mj-lt"/>
              <a:buAutoNum type="alphaU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abdominale/ 3 ans pendant 10 ans</a:t>
            </a:r>
          </a:p>
        </p:txBody>
      </p:sp>
    </p:spTree>
    <p:extLst>
      <p:ext uri="{BB962C8B-B14F-4D97-AF65-F5344CB8AC3E}">
        <p14:creationId xmlns:p14="http://schemas.microsoft.com/office/powerpoint/2010/main" val="2221678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4CA9-E151-A5AC-C388-88CBB07E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26A9E1-A020-60B7-8048-A13DB7CC8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 Le bilan d’extension doit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uroscanner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pelvien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Radiographie thoracique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6EE053-1D7F-BDC7-DBDC-90327EEFDDF1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5FB01E68-9378-FA7D-1F42-244A5AD758E4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397762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74D49-78E1-7DBF-5D7E-A5E20C7C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598441-1F96-430C-F8EF-14F7691DF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 Le bilan d’extension doit comporter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échographie abdominale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uroscanner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scanner pelvien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IRM 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Radiographie thoracique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427854-92D9-D063-D04A-68A67AF4E5BF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5E2DFAB-AB39-5F2B-919E-5CCD22440E8A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1685917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B15EB-92B7-12FC-BD94-BC18AC74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FA8033-B0B2-613B-A603-303B7F7A5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 Cet examen permet de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Chercher des polypes synchrones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des signes de malignité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Préciser la marge latérale de résection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des gg métastatiques au niveau du mésorectum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Mesurer la distance entre le pôle inférieur de la tumeur et l’appareil sphinctérien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Rechercher un envahissement du feuillet pelvien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0B0249-24AC-828A-7459-7C326FCFCD52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554B180D-A5FC-997E-1EEB-0F05B0847FB9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2666707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5B41-71AA-EA06-FF11-9BDDACAC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C17535-B2B5-4E65-0E06-BAD42D76D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 lnSpcReduction="10000"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 Cet examen permet de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Chercher des polypes synchrones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des signes de malignité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Préciser la marge latérale de résection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des gg métastatiques au niveau du mésorectum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Mesurer la distance entre le pôle inférieur de la tumeur et l’appareil sphinctérien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Rechercher un envahissement du feuillet pelvien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7FC2BE-DDD8-AF06-32EF-D6731671BE79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6B5C67E-343F-4807-FB38-933CA1F891CD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3128149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E738-D3DF-FB59-BA9D-9602D1D2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F2207-A048-909F-D3C0-EBB80207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 Quels sont les autres examens nécessaires au bilan d’extension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Échographie abdominale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TDM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IRM hépatique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7071AE-8318-8F95-B1F2-245294A2C19D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A305FC6-9BA9-0E14-975E-B592859FCC2D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3727046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714A-D420-4E56-09A2-428F74AA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E5A2E-2CAF-5CCC-FF3A-1439E959C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3" y="3272882"/>
            <a:ext cx="11597832" cy="269518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 Quels sont les autres examens nécessaires au bilan d’extension :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Échographie abdominale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Coloscopie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TDM abdomino-pelvienne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Scanner thoracique</a:t>
            </a:r>
          </a:p>
          <a:p>
            <a:pPr marL="514350" indent="-422275">
              <a:buFont typeface="+mj-lt"/>
              <a:buAutoNum type="alphaUcPeriod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IRM hépatique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7C35FC-A702-CB0D-C9B2-64E843A71F2B}"/>
              </a:ext>
            </a:extLst>
          </p:cNvPr>
          <p:cNvSpPr txBox="1"/>
          <p:nvPr/>
        </p:nvSpPr>
        <p:spPr>
          <a:xfrm>
            <a:off x="353028" y="889929"/>
            <a:ext cx="11485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Patiente âgée de 62 ans, consulte pour des Rectorragies de faible abondance associées à un syndrome rectal évoluant depuis 4 mois.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ATCD : dyslipidémie et HTA sous traitement A l'examen :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 = 120/60 mm/hg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= 84 b/ min 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Abdomen souple</a:t>
            </a:r>
          </a:p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 : masse hémi-circonférentielle à 5 cm de la marge anale, fixe et sensible.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8FC80AC-2C89-2A4D-48F3-E48276F59C9D}"/>
              </a:ext>
            </a:extLst>
          </p:cNvPr>
          <p:cNvSpPr txBox="1">
            <a:spLocks/>
          </p:cNvSpPr>
          <p:nvPr/>
        </p:nvSpPr>
        <p:spPr>
          <a:xfrm>
            <a:off x="353028" y="418441"/>
            <a:ext cx="2225040" cy="4714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 Clinique 2 :</a:t>
            </a:r>
          </a:p>
        </p:txBody>
      </p:sp>
    </p:spTree>
    <p:extLst>
      <p:ext uri="{BB962C8B-B14F-4D97-AF65-F5344CB8AC3E}">
        <p14:creationId xmlns:p14="http://schemas.microsoft.com/office/powerpoint/2010/main" val="776054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2867</Words>
  <Application>Microsoft Office PowerPoint</Application>
  <PresentationFormat>Grand écran</PresentationFormat>
  <Paragraphs>317</Paragraphs>
  <Slides>37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Tahoma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zied.kammoun</dc:creator>
  <cp:lastModifiedBy>zied.kammoun</cp:lastModifiedBy>
  <cp:revision>1</cp:revision>
  <dcterms:created xsi:type="dcterms:W3CDTF">2025-09-30T22:37:59Z</dcterms:created>
  <dcterms:modified xsi:type="dcterms:W3CDTF">2025-10-13T13:06:29Z</dcterms:modified>
</cp:coreProperties>
</file>