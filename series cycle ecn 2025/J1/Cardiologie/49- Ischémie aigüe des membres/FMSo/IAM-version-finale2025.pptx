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94.xml" ContentType="application/vnd.openxmlformats-officedocument.presentationml.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diagrams/colors11.xml" ContentType="application/vnd.openxmlformats-officedocument.drawingml.diagramColors+xml"/>
  <Override PartName="/ppt/diagrams/data24.xml" ContentType="application/vnd.openxmlformats-officedocument.drawingml.diagramData+xml"/>
  <Override PartName="/ppt/diagrams/quickStyle39.xml" ContentType="application/vnd.openxmlformats-officedocument.drawingml.diagramStyl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Override PartName="/ppt/diagrams/quickStyle28.xml" ContentType="application/vnd.openxmlformats-officedocument.drawingml.diagramStyle+xml"/>
  <Override PartName="/ppt/diagrams/drawing29.xml" ContentType="application/vnd.ms-office.drawingml.diagramDrawing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diagrams/quickStyle17.xml" ContentType="application/vnd.openxmlformats-officedocument.drawingml.diagramStyle+xml"/>
  <Override PartName="/ppt/diagrams/layout39.xml" ContentType="application/vnd.openxmlformats-officedocument.drawingml.diagramLayout+xml"/>
  <Override PartName="/ppt/tableStyles.xml" ContentType="application/vnd.openxmlformats-officedocument.presentationml.tableStyles+xml"/>
  <Override PartName="/ppt/diagrams/layout17.xml" ContentType="application/vnd.openxmlformats-officedocument.drawingml.diagramLayout+xml"/>
  <Override PartName="/ppt/diagrams/layout28.xml" ContentType="application/vnd.openxmlformats-officedocument.drawingml.diagramLayout+xml"/>
  <Override PartName="/ppt/diagrams/colors49.xml" ContentType="application/vnd.openxmlformats-officedocument.drawingml.diagramColors+xml"/>
  <Override PartName="/ppt/diagrams/quickStyle53.xml" ContentType="application/vnd.openxmlformats-officedocument.drawingml.diagramStyle+xml"/>
  <Override PartName="/ppt/diagrams/drawing54.xml" ContentType="application/vnd.ms-office.drawingml.diagramDrawing+xml"/>
  <Override PartName="/ppt/diagrams/quickStyle31.xml" ContentType="application/vnd.openxmlformats-officedocument.drawingml.diagramStyle+xml"/>
  <Override PartName="/ppt/diagrams/colors38.xml" ContentType="application/vnd.openxmlformats-officedocument.drawingml.diagramColors+xml"/>
  <Override PartName="/ppt/diagrams/quickStyle42.xml" ContentType="application/vnd.openxmlformats-officedocument.drawingml.diagramStyle+xml"/>
  <Override PartName="/ppt/diagrams/layout53.xml" ContentType="application/vnd.openxmlformats-officedocument.drawingml.diagramLayout+xml"/>
  <Override PartName="/ppt/slides/slide99.xml" ContentType="application/vnd.openxmlformats-officedocument.presentationml.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quickStyle20.xml" ContentType="application/vnd.openxmlformats-officedocument.drawingml.diagramStyle+xml"/>
  <Override PartName="/ppt/diagrams/colors27.xml" ContentType="application/vnd.openxmlformats-officedocument.drawingml.diagramColors+xml"/>
  <Override PartName="/ppt/diagrams/data29.xml" ContentType="application/vnd.openxmlformats-officedocument.drawingml.diagramData+xml"/>
  <Override PartName="/ppt/diagrams/layout42.xml" ContentType="application/vnd.openxmlformats-officedocument.drawingml.diagramLayout+xml"/>
  <Override PartName="/ppt/diagrams/drawing21.xml" ContentType="application/vnd.ms-office.drawingml.diagramDrawing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diagrams/colors4.xml" ContentType="application/vnd.openxmlformats-officedocument.drawingml.diagramColors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diagrams/layout31.xml" ContentType="application/vnd.openxmlformats-officedocument.drawingml.diagramLayout+xml"/>
  <Override PartName="/ppt/diagrams/colors52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layout20.xml" ContentType="application/vnd.openxmlformats-officedocument.drawingml.diagramLayout+xml"/>
  <Override PartName="/ppt/diagrams/colors41.xml" ContentType="application/vnd.openxmlformats-officedocument.drawingml.diagramColors+xml"/>
  <Override PartName="/ppt/diagrams/data54.xml" ContentType="application/vnd.openxmlformats-officedocument.drawingml.diagramData+xml"/>
  <Override PartName="/ppt/diagrams/drawing3.xml" ContentType="application/vnd.ms-office.drawingml.diagramDrawing+xml"/>
  <Override PartName="/ppt/slides/slide55.xml" ContentType="application/vnd.openxmlformats-officedocument.presentationml.slide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colors30.xml" ContentType="application/vnd.openxmlformats-officedocument.drawingml.diagramColors+xml"/>
  <Override PartName="/ppt/diagrams/data32.xml" ContentType="application/vnd.openxmlformats-officedocument.drawingml.diagramData+xml"/>
  <Override PartName="/ppt/diagrams/data43.xml" ContentType="application/vnd.openxmlformats-officedocument.drawingml.diagramData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diagrams/data21.xml" ContentType="application/vnd.openxmlformats-officedocument.drawingml.diagramData+xml"/>
  <Override PartName="/ppt/diagrams/quickStyle47.xml" ContentType="application/vnd.openxmlformats-officedocument.drawingml.diagramStyle+xml"/>
  <Override PartName="/ppt/diagrams/drawing48.xml" ContentType="application/vnd.ms-office.drawingml.diagramDrawing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diagrams/quickStyle36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quickStyle25.xml" ContentType="application/vnd.openxmlformats-officedocument.drawingml.diagramStyle+xml"/>
  <Override PartName="/ppt/diagrams/layout36.xml" ContentType="application/vnd.openxmlformats-officedocument.drawingml.diagramLayout+xml"/>
  <Override PartName="/ppt/diagrams/layout47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5.xml" ContentType="application/vnd.openxmlformats-officedocument.drawingml.diagramLayout+xml"/>
  <Override PartName="/ppt/diagrams/quickStyle50.xml" ContentType="application/vnd.openxmlformats-officedocument.drawingml.diagramStyle+xml"/>
  <Override PartName="/ppt/diagrams/quickStyle8.xml" ContentType="application/vnd.openxmlformats-officedocument.drawingml.diagramStyle+xml"/>
  <Override PartName="/ppt/diagrams/layout14.xml" ContentType="application/vnd.openxmlformats-officedocument.drawingml.diagramLayout+xml"/>
  <Override PartName="/ppt/diagrams/colors35.xml" ContentType="application/vnd.openxmlformats-officedocument.drawingml.diagramColors+xml"/>
  <Override PartName="/ppt/diagrams/colors46.xml" ContentType="application/vnd.openxmlformats-officedocument.drawingml.diagramColors+xml"/>
  <Override PartName="/ppt/diagrams/data48.xml" ContentType="application/vnd.openxmlformats-officedocument.drawingml.diagramData+xml"/>
  <Override PartName="/ppt/diagrams/drawing40.xml" ContentType="application/vnd.ms-office.drawingml.diagramDrawing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diagrams/colors24.xml" ContentType="application/vnd.openxmlformats-officedocument.drawingml.diagramColors+xml"/>
  <Override PartName="/ppt/diagrams/data37.xml" ContentType="application/vnd.openxmlformats-officedocument.drawingml.diagramData+xml"/>
  <Override PartName="/ppt/diagrams/layout50.xml" ContentType="application/vnd.openxmlformats-officedocument.drawingml.diagramLayout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diagrams/colors1.xml" ContentType="application/vnd.openxmlformats-officedocument.drawingml.diagramColors+xml"/>
  <Override PartName="/ppt/diagrams/colors13.xml" ContentType="application/vnd.openxmlformats-officedocument.drawingml.diagramColors+xml"/>
  <Override PartName="/ppt/diagrams/data26.xml" ContentType="application/vnd.openxmlformats-officedocument.drawingml.diagramData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diagrams/data15.xml" ContentType="application/vnd.openxmlformats-officedocument.drawingml.diagramData+xml"/>
  <Override PartName="/ppt/diagrams/data51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Override PartName="/ppt/diagrams/quickStyle19.xml" ContentType="application/vnd.openxmlformats-officedocument.drawingml.diagramStyle+xml"/>
  <Override PartName="/ppt/diagrams/data40.xml" ContentType="application/vnd.openxmlformats-officedocument.drawingml.diagramData+xml"/>
  <Default Extension="wmf" ContentType="image/x-wmf"/>
  <Override PartName="/ppt/slides/slide41.xml" ContentType="application/vnd.openxmlformats-officedocument.presentationml.slide+xml"/>
  <Override PartName="/ppt/diagrams/quickStyle55.xml" ContentType="application/vnd.openxmlformats-officedocument.drawingml.diagramStyle+xml"/>
  <Override PartName="/ppt/diagrams/drawing56.xml" ContentType="application/vnd.ms-office.drawingml.diagramDrawing+xml"/>
  <Override PartName="/ppt/slides/slide30.xml" ContentType="application/vnd.openxmlformats-officedocument.presentationml.slide+xml"/>
  <Override PartName="/ppt/diagrams/layout19.xml" ContentType="application/vnd.openxmlformats-officedocument.drawingml.diagramLayout+xml"/>
  <Override PartName="/ppt/diagrams/quickStyle33.xml" ContentType="application/vnd.openxmlformats-officedocument.drawingml.diagramStyle+xml"/>
  <Override PartName="/ppt/diagrams/quickStyle44.xml" ContentType="application/vnd.openxmlformats-officedocument.drawingml.diagramStyle+xml"/>
  <Override PartName="/ppt/diagrams/layout55.xml" ContentType="application/vnd.openxmlformats-officedocument.drawingml.diagramLayout+xml"/>
  <Override PartName="/ppt/diagrams/drawing45.xml" ContentType="application/vnd.ms-office.drawingml.diagramDrawing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quickStyle22.xml" ContentType="application/vnd.openxmlformats-officedocument.drawingml.diagramStyle+xml"/>
  <Override PartName="/ppt/diagrams/colors29.xml" ContentType="application/vnd.openxmlformats-officedocument.drawingml.diagramColors+xml"/>
  <Override PartName="/ppt/diagrams/layout44.xml" ContentType="application/vnd.openxmlformats-officedocument.drawingml.diagramLayout+xml"/>
  <Override PartName="/ppt/diagrams/drawing23.xml" ContentType="application/vnd.ms-office.drawingml.diagramDrawing+xml"/>
  <Override PartName="/ppt/slides/slide79.xml" ContentType="application/vnd.openxmlformats-officedocument.presentationml.slide+xml"/>
  <Override PartName="/ppt/diagrams/colors6.xml" ContentType="application/vnd.openxmlformats-officedocument.drawingml.diagramColors+xml"/>
  <Override PartName="/ppt/diagrams/quickStyle11.xml" ContentType="application/vnd.openxmlformats-officedocument.drawingml.diagramStyle+xml"/>
  <Override PartName="/ppt/diagrams/colors18.xml" ContentType="application/vnd.openxmlformats-officedocument.drawingml.diagramColors+xml"/>
  <Override PartName="/ppt/diagrams/layout33.xml" ContentType="application/vnd.openxmlformats-officedocument.drawingml.diagramLayout+xml"/>
  <Override PartName="/ppt/diagrams/colors54.xml" ContentType="application/vnd.openxmlformats-officedocument.drawingml.diagramColors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layout11.xml" ContentType="application/vnd.openxmlformats-officedocument.drawingml.diagramLayout+xml"/>
  <Override PartName="/ppt/diagrams/layout22.xml" ContentType="application/vnd.openxmlformats-officedocument.drawingml.diagramLayout+xml"/>
  <Override PartName="/ppt/diagrams/colors43.xml" ContentType="application/vnd.openxmlformats-officedocument.drawingml.diagramColors+xml"/>
  <Override PartName="/ppt/diagrams/data56.xml" ContentType="application/vnd.openxmlformats-officedocument.drawingml.diagramData+xml"/>
  <Override PartName="/ppt/slideMasters/slideMaster2.xml" ContentType="application/vnd.openxmlformats-officedocument.presentationml.slideMaster+xml"/>
  <Override PartName="/ppt/slides/slide57.xml" ContentType="application/vnd.openxmlformats-officedocument.presentationml.slide+xml"/>
  <Override PartName="/ppt/diagrams/quickStyle5.xml" ContentType="application/vnd.openxmlformats-officedocument.drawingml.diagramStyle+xml"/>
  <Override PartName="/ppt/diagrams/colors32.xml" ContentType="application/vnd.openxmlformats-officedocument.drawingml.diagramColors+xml"/>
  <Override PartName="/ppt/diagrams/data34.xml" ContentType="application/vnd.openxmlformats-officedocument.drawingml.diagramData+xml"/>
  <Override PartName="/ppt/diagrams/data45.xml" ContentType="application/vnd.openxmlformats-officedocument.drawingml.diagramData+xml"/>
  <Override PartName="/ppt/slides/slide46.xml" ContentType="application/vnd.openxmlformats-officedocument.presentationml.slide+xml"/>
  <Override PartName="/ppt/slides/slide93.xml" ContentType="application/vnd.openxmlformats-officedocument.presentationml.slide+xml"/>
  <Override PartName="/ppt/diagrams/colors10.xml" ContentType="application/vnd.openxmlformats-officedocument.drawingml.diagramColors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  <Override PartName="/ppt/diagrams/quickStyle49.xml" ContentType="application/vnd.openxmlformats-officedocument.drawingml.diagramStyl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diagrams/quickStyle38.xml" ContentType="application/vnd.openxmlformats-officedocument.drawingml.diagramStyle+xml"/>
  <Override PartName="/ppt/slides/slide13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data9.xml" ContentType="application/vnd.openxmlformats-officedocument.drawingml.diagramData+xml"/>
  <Override PartName="/ppt/diagrams/quickStyle16.xml" ContentType="application/vnd.openxmlformats-officedocument.drawingml.diagramStyle+xml"/>
  <Override PartName="/ppt/diagrams/quickStyle27.xml" ContentType="application/vnd.openxmlformats-officedocument.drawingml.diagramStyle+xml"/>
  <Override PartName="/ppt/diagrams/layout38.xml" ContentType="application/vnd.openxmlformats-officedocument.drawingml.diagramLayout+xml"/>
  <Override PartName="/ppt/diagrams/layout49.xml" ContentType="application/vnd.openxmlformats-officedocument.drawingml.diagramLayout+xml"/>
  <Override PartName="/ppt/diagrams/drawing17.xml" ContentType="application/vnd.ms-office.drawingml.diagramDrawing+xml"/>
  <Override PartName="/ppt/slideLayouts/slideLayout12.xml" ContentType="application/vnd.openxmlformats-officedocument.presentationml.slideLayout+xml"/>
  <Override PartName="/ppt/diagrams/layout27.xml" ContentType="application/vnd.openxmlformats-officedocument.drawingml.diagramLayout+xml"/>
  <Override PartName="/ppt/diagrams/quickStyle52.xml" ContentType="application/vnd.openxmlformats-officedocument.drawingml.diagramStyle+xml"/>
  <Override PartName="/ppt/diagrams/layout16.xml" ContentType="application/vnd.openxmlformats-officedocument.drawingml.diagramLayout+xml"/>
  <Override PartName="/ppt/diagrams/colors37.xml" ContentType="application/vnd.openxmlformats-officedocument.drawingml.diagramColors+xml"/>
  <Override PartName="/ppt/diagrams/quickStyle41.xml" ContentType="application/vnd.openxmlformats-officedocument.drawingml.diagramStyle+xml"/>
  <Override PartName="/ppt/diagrams/colors48.xml" ContentType="application/vnd.openxmlformats-officedocument.drawingml.diagramColors+xml"/>
  <Override PartName="/ppt/slides/slide98.xml" ContentType="application/vnd.openxmlformats-officedocument.presentationml.slide+xml"/>
  <Override PartName="/ppt/diagrams/colors26.xml" ContentType="application/vnd.openxmlformats-officedocument.drawingml.diagramColors+xml"/>
  <Override PartName="/ppt/diagrams/quickStyle30.xml" ContentType="application/vnd.openxmlformats-officedocument.drawingml.diagramStyle+xml"/>
  <Override PartName="/ppt/diagrams/data39.xml" ContentType="application/vnd.openxmlformats-officedocument.drawingml.diagramData+xml"/>
  <Override PartName="/ppt/diagrams/layout41.xml" ContentType="application/vnd.openxmlformats-officedocument.drawingml.diagramLayout+xml"/>
  <Override PartName="/ppt/diagrams/layout52.xml" ContentType="application/vnd.openxmlformats-officedocument.drawingml.diagramLayout+xml"/>
  <Override PartName="/ppt/slides/slide87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15.xml" ContentType="application/vnd.openxmlformats-officedocument.drawingml.diagramColors+xml"/>
  <Override PartName="/ppt/diagrams/data28.xml" ContentType="application/vnd.openxmlformats-officedocument.drawingml.diagramData+xml"/>
  <Override PartName="/ppt/diagrams/layout30.xml" ContentType="application/vnd.openxmlformats-officedocument.drawingml.diagramLayout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diagrams/data17.xml" ContentType="application/vnd.openxmlformats-officedocument.drawingml.diagramData+xml"/>
  <Override PartName="/ppt/diagrams/colors51.xml" ContentType="application/vnd.openxmlformats-officedocument.drawingml.diagramColors+xml"/>
  <Override PartName="/ppt/diagrams/data53.xml" ContentType="application/vnd.openxmlformats-officedocument.drawingml.diagramData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40.xml" ContentType="application/vnd.openxmlformats-officedocument.drawingml.diagramColors+xml"/>
  <Override PartName="/ppt/diagrams/data42.xml" ContentType="application/vnd.openxmlformats-officedocument.drawingml.diagramData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diagrams/data31.xml" ContentType="application/vnd.openxmlformats-officedocument.drawingml.diagramData+xml"/>
  <Override PartName="/ppt/slides/slide32.xml" ContentType="application/vnd.openxmlformats-officedocument.presentationml.slide+xml"/>
  <Override PartName="/ppt/diagrams/data20.xml" ContentType="application/vnd.openxmlformats-officedocument.drawingml.diagramData+xml"/>
  <Override PartName="/ppt/diagrams/quickStyle35.xml" ContentType="application/vnd.openxmlformats-officedocument.drawingml.diagramStyle+xml"/>
  <Override PartName="/ppt/diagrams/quickStyle46.xml" ContentType="application/vnd.openxmlformats-officedocument.drawingml.diagramStyle+xml"/>
  <Override PartName="/ppt/diagrams/drawing36.xml" ContentType="application/vnd.ms-office.drawingml.diagramDrawing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quickStyle24.xml" ContentType="application/vnd.openxmlformats-officedocument.drawingml.diagramStyle+xml"/>
  <Override PartName="/ppt/diagrams/layout46.xml" ContentType="application/vnd.openxmlformats-officedocument.drawingml.diagramLayout+xml"/>
  <Override PartName="/ppt/diagrams/drawing25.xml" ContentType="application/vnd.ms-office.drawingml.diagramDrawing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layout35.xml" ContentType="application/vnd.openxmlformats-officedocument.drawingml.diagramLayout+xml"/>
  <Override PartName="/ppt/diagrams/colors56.xml" ContentType="application/vnd.openxmlformats-officedocument.drawingml.diagramColors+xml"/>
  <Override PartName="/ppt/diagrams/layout13.xml" ContentType="application/vnd.openxmlformats-officedocument.drawingml.diagramLayout+xml"/>
  <Override PartName="/ppt/diagrams/layout24.xml" ContentType="application/vnd.openxmlformats-officedocument.drawingml.diagramLayout+xml"/>
  <Override PartName="/ppt/diagrams/colors45.xml" ContentType="application/vnd.openxmlformats-officedocument.drawingml.diagramColors+xml"/>
  <Override PartName="/ppt/diagrams/drawing7.xml" ContentType="application/vnd.ms-office.drawingml.diagramDrawing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diagrams/quickStyle7.xml" ContentType="application/vnd.openxmlformats-officedocument.drawingml.diagramStyle+xml"/>
  <Override PartName="/ppt/diagrams/colors34.xml" ContentType="application/vnd.openxmlformats-officedocument.drawingml.diagramColors+xml"/>
  <Override PartName="/ppt/diagrams/data47.xml" ContentType="application/vnd.openxmlformats-officedocument.drawingml.diagramData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diagrams/colors12.xml" ContentType="application/vnd.openxmlformats-officedocument.drawingml.diagramColors+xml"/>
  <Override PartName="/ppt/diagrams/colors23.xml" ContentType="application/vnd.openxmlformats-officedocument.drawingml.diagramColors+xml"/>
  <Override PartName="/ppt/diagrams/data25.xml" ContentType="application/vnd.openxmlformats-officedocument.drawingml.diagramData+xml"/>
  <Override PartName="/ppt/diagrams/data36.xml" ContentType="application/vnd.openxmlformats-officedocument.drawingml.diagramData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diagrams/data14.xml" ContentType="application/vnd.openxmlformats-officedocument.drawingml.diagramData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29.xml" ContentType="application/vnd.openxmlformats-officedocument.drawingml.diagramStyle+xml"/>
  <Override PartName="/ppt/diagrams/data50.xml" ContentType="application/vnd.openxmlformats-officedocument.drawingml.diagramData+xml"/>
  <Override PartName="/ppt/diagrams/drawing19.xml" ContentType="application/vnd.ms-office.drawingml.diagramDrawing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diagrams/quickStyle18.xml" ContentType="application/vnd.openxmlformats-officedocument.drawingml.diagramStyle+xml"/>
  <Override PartName="/ppt/diagrams/layout29.xml" ContentType="application/vnd.openxmlformats-officedocument.drawingml.diagramLayout+xml"/>
  <Override PartName="/ppt/diagrams/quickStyle54.xml" ContentType="application/vnd.openxmlformats-officedocument.drawingml.diagramStyle+xml"/>
  <Override PartName="/ppt/slides/slide40.xml" ContentType="application/vnd.openxmlformats-officedocument.presentationml.slide+xml"/>
  <Override PartName="/ppt/diagrams/layout18.xml" ContentType="application/vnd.openxmlformats-officedocument.drawingml.diagramLayout+xml"/>
  <Override PartName="/ppt/diagrams/quickStyle43.xml" ContentType="application/vnd.openxmlformats-officedocument.drawingml.diagramStyle+xml"/>
  <Override PartName="/ppt/diagrams/drawing44.xml" ContentType="application/vnd.ms-office.drawingml.diagramDrawing+xml"/>
  <Override PartName="/ppt/diagrams/layout2.xml" ContentType="application/vnd.openxmlformats-officedocument.drawingml.diagramLayout+xml"/>
  <Override PartName="/ppt/diagrams/colors28.xml" ContentType="application/vnd.openxmlformats-officedocument.drawingml.diagramColors+xml"/>
  <Override PartName="/ppt/diagrams/quickStyle32.xml" ContentType="application/vnd.openxmlformats-officedocument.drawingml.diagramStyle+xml"/>
  <Override PartName="/ppt/diagrams/colors39.xml" ContentType="application/vnd.openxmlformats-officedocument.drawingml.diagramColors+xml"/>
  <Override PartName="/ppt/diagrams/layout54.xml" ContentType="application/vnd.openxmlformats-officedocument.drawingml.diagramLayout+xml"/>
  <Override PartName="/ppt/slides/slide89.xml" ContentType="application/vnd.openxmlformats-officedocument.presentationml.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10.xml" ContentType="application/vnd.openxmlformats-officedocument.drawingml.diagramStyle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diagrams/layout32.xml" ContentType="application/vnd.openxmlformats-officedocument.drawingml.diagramLayout+xml"/>
  <Override PartName="/ppt/diagrams/layout43.xml" ContentType="application/vnd.openxmlformats-officedocument.drawingml.diagramLayout+xml"/>
  <Override PartName="/ppt/diagrams/drawing11.xml" ContentType="application/vnd.ms-office.drawingml.diagramDrawing+xml"/>
  <Override PartName="/ppt/slides/slide78.xml" ContentType="application/vnd.openxmlformats-officedocument.presentationml.slide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ppt/diagrams/colors53.xml" ContentType="application/vnd.openxmlformats-officedocument.drawingml.diagramColors+xml"/>
  <Override PartName="/ppt/diagrams/data55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31.xml" ContentType="application/vnd.openxmlformats-officedocument.drawingml.diagramColors+xml"/>
  <Override PartName="/ppt/diagrams/colors42.xml" ContentType="application/vnd.openxmlformats-officedocument.drawingml.diagramColors+xml"/>
  <Override PartName="/ppt/diagrams/data44.xml" ContentType="application/vnd.openxmlformats-officedocument.drawingml.diagramData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theme/theme3.xml" ContentType="application/vnd.openxmlformats-officedocument.theme+xml"/>
  <Override PartName="/ppt/diagrams/colors20.xml" ContentType="application/vnd.openxmlformats-officedocument.drawingml.diagramColors+xml"/>
  <Override PartName="/ppt/diagrams/data33.xml" ContentType="application/vnd.openxmlformats-officedocument.drawingml.diagramData+xml"/>
  <Override PartName="/ppt/slides/slide34.xml" ContentType="application/vnd.openxmlformats-officedocument.presentationml.slide+xml"/>
  <Override PartName="/ppt/slides/slide81.xml" ContentType="application/vnd.openxmlformats-officedocument.presentationml.slide+xml"/>
  <Override PartName="/ppt/diagrams/data11.xml" ContentType="application/vnd.openxmlformats-officedocument.drawingml.diagramData+xml"/>
  <Override PartName="/ppt/diagrams/data22.xml" ContentType="application/vnd.openxmlformats-officedocument.drawingml.diagramData+xml"/>
  <Override PartName="/ppt/diagrams/quickStyle37.xml" ContentType="application/vnd.openxmlformats-officedocument.drawingml.diagramStyle+xml"/>
  <Override PartName="/ppt/diagrams/quickStyle48.xml" ContentType="application/vnd.openxmlformats-officedocument.drawingml.diagramStyle+xml"/>
  <Override PartName="/ppt/diagrams/drawing49.xml" ContentType="application/vnd.ms-office.drawingml.diagramDrawing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diagrams/quickStyle26.xml" ContentType="application/vnd.openxmlformats-officedocument.drawingml.diagramStyle+xml"/>
  <Override PartName="/ppt/diagrams/layout48.xml" ContentType="application/vnd.openxmlformats-officedocument.drawingml.diagram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layout37.xml" ContentType="application/vnd.openxmlformats-officedocument.drawingml.diagramLayout+xml"/>
  <Override PartName="/ppt/diagrams/layout15.xml" ContentType="application/vnd.openxmlformats-officedocument.drawingml.diagramLayout+xml"/>
  <Override PartName="/ppt/diagrams/layout26.xml" ContentType="application/vnd.openxmlformats-officedocument.drawingml.diagramLayout+xml"/>
  <Override PartName="/ppt/diagrams/colors47.xml" ContentType="application/vnd.openxmlformats-officedocument.drawingml.diagramColors+xml"/>
  <Override PartName="/ppt/diagrams/quickStyle51.xml" ContentType="application/vnd.openxmlformats-officedocument.drawingml.diagramStyle+xml"/>
  <Override PartName="/ppt/diagrams/drawing41.xml" ContentType="application/vnd.ms-office.drawingml.diagramDrawing+xml"/>
  <Override PartName="/ppt/diagrams/drawing9.xml" ContentType="application/vnd.ms-office.drawingml.diagramDrawing+xml"/>
  <Override PartName="/ppt/diagrams/drawing52.xml" ContentType="application/vnd.ms-office.drawingml.diagramDrawing+xml"/>
  <Override PartName="/ppt/diagrams/quickStyle9.xml" ContentType="application/vnd.openxmlformats-officedocument.drawingml.diagramStyle+xml"/>
  <Override PartName="/ppt/diagrams/colors36.xml" ContentType="application/vnd.openxmlformats-officedocument.drawingml.diagramColors+xml"/>
  <Override PartName="/ppt/diagrams/quickStyle40.xml" ContentType="application/vnd.openxmlformats-officedocument.drawingml.diagramStyle+xml"/>
  <Override PartName="/ppt/diagrams/data49.xml" ContentType="application/vnd.openxmlformats-officedocument.drawingml.diagramData+xml"/>
  <Override PartName="/ppt/diagrams/layout51.xml" ContentType="application/vnd.openxmlformats-officedocument.drawingml.diagramLayout+xml"/>
  <Override PartName="/ppt/diagrams/drawing30.xml" ContentType="application/vnd.ms-office.drawingml.diagramDrawing+xml"/>
  <Override PartName="/ppt/slides/slide97.xml" ContentType="application/vnd.openxmlformats-officedocument.presentationml.slide+xml"/>
  <Override PartName="/ppt/diagrams/colors14.xml" ContentType="application/vnd.openxmlformats-officedocument.drawingml.diagramColors+xml"/>
  <Override PartName="/ppt/diagrams/colors25.xml" ContentType="application/vnd.openxmlformats-officedocument.drawingml.diagramColors+xml"/>
  <Override PartName="/ppt/diagrams/data27.xml" ContentType="application/vnd.openxmlformats-officedocument.drawingml.diagramData+xml"/>
  <Override PartName="/ppt/diagrams/data38.xml" ContentType="application/vnd.openxmlformats-officedocument.drawingml.diagramData+xml"/>
  <Override PartName="/ppt/diagrams/layout40.xml" ContentType="application/vnd.openxmlformats-officedocument.drawingml.diagram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diagrams/colors2.xml" ContentType="application/vnd.openxmlformats-officedocument.drawingml.diagramColors+xml"/>
  <Override PartName="/ppt/diagrams/data16.xml" ContentType="application/vnd.openxmlformats-officedocument.drawingml.diagramData+xml"/>
  <Override PartName="/ppt/diagrams/colors50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64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ata52.xml" ContentType="application/vnd.openxmlformats-officedocument.drawingml.diagramData+xml"/>
  <Override PartName="/ppt/diagrams/drawing1.xml" ContentType="application/vnd.ms-office.drawingml.diagramDrawing+xml"/>
  <Override PartName="/ppt/slides/slide53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diagrams/data30.xml" ContentType="application/vnd.openxmlformats-officedocument.drawingml.diagramData+xml"/>
  <Override PartName="/ppt/diagrams/data41.xml" ContentType="application/vnd.openxmlformats-officedocument.drawingml.diagramData+xml"/>
  <Override PartName="/ppt/diagrams/quickStyle56.xml" ContentType="application/vnd.openxmlformats-officedocument.drawingml.diagramStyl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diagrams/quickStyle45.xml" ContentType="application/vnd.openxmlformats-officedocument.drawingml.diagramStyl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diagrams/quickStyle34.xml" ContentType="application/vnd.openxmlformats-officedocument.drawingml.diagramStyle+xml"/>
  <Override PartName="/ppt/diagrams/layout56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colors19.xml" ContentType="application/vnd.openxmlformats-officedocument.drawingml.diagramColors+xml"/>
  <Override PartName="/ppt/diagrams/quickStyle23.xml" ContentType="application/vnd.openxmlformats-officedocument.drawingml.diagramStyle+xml"/>
  <Override PartName="/ppt/diagrams/layout34.xml" ContentType="application/vnd.openxmlformats-officedocument.drawingml.diagramLayout+xml"/>
  <Override PartName="/ppt/diagrams/layout45.xml" ContentType="application/vnd.openxmlformats-officedocument.drawingml.diagramLayout+xml"/>
  <Override PartName="/ppt/diagrams/drawing13.xml" ContentType="application/vnd.ms-office.drawingml.diagramDrawing+xml"/>
  <Override PartName="/ppt/diagrams/layout23.xml" ContentType="application/vnd.openxmlformats-officedocument.drawingml.diagramLayout+xml"/>
  <Override PartName="/ppt/diagrams/colors55.xml" ContentType="application/vnd.openxmlformats-officedocument.drawingml.diagramColors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33.xml" ContentType="application/vnd.openxmlformats-officedocument.drawingml.diagramColors+xml"/>
  <Override PartName="/ppt/diagrams/colors44.xml" ContentType="application/vnd.openxmlformats-officedocument.drawingml.diagramColors+xml"/>
  <Override PartName="/ppt/diagrams/data46.xml" ContentType="application/vnd.openxmlformats-officedocument.drawingml.diagramData+xml"/>
  <Override PartName="/ppt/slides/slide58.xml" ContentType="application/vnd.openxmlformats-officedocument.presentationml.slide+xml"/>
  <Override PartName="/ppt/diagrams/colors22.xml" ContentType="application/vnd.openxmlformats-officedocument.drawingml.diagramColors+xml"/>
  <Override PartName="/ppt/diagrams/data3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105"/>
  </p:notesMasterIdLst>
  <p:sldIdLst>
    <p:sldId id="478" r:id="rId3"/>
    <p:sldId id="422" r:id="rId4"/>
    <p:sldId id="258" r:id="rId5"/>
    <p:sldId id="261" r:id="rId6"/>
    <p:sldId id="294" r:id="rId7"/>
    <p:sldId id="295" r:id="rId8"/>
    <p:sldId id="360" r:id="rId9"/>
    <p:sldId id="430" r:id="rId10"/>
    <p:sldId id="431" r:id="rId11"/>
    <p:sldId id="361" r:id="rId12"/>
    <p:sldId id="432" r:id="rId13"/>
    <p:sldId id="362" r:id="rId14"/>
    <p:sldId id="433" r:id="rId15"/>
    <p:sldId id="436" r:id="rId16"/>
    <p:sldId id="439" r:id="rId17"/>
    <p:sldId id="443" r:id="rId18"/>
    <p:sldId id="445" r:id="rId19"/>
    <p:sldId id="366" r:id="rId20"/>
    <p:sldId id="434" r:id="rId21"/>
    <p:sldId id="368" r:id="rId22"/>
    <p:sldId id="435" r:id="rId23"/>
    <p:sldId id="440" r:id="rId24"/>
    <p:sldId id="442" r:id="rId25"/>
    <p:sldId id="296" r:id="rId26"/>
    <p:sldId id="298" r:id="rId27"/>
    <p:sldId id="299" r:id="rId28"/>
    <p:sldId id="446" r:id="rId29"/>
    <p:sldId id="411" r:id="rId30"/>
    <p:sldId id="448" r:id="rId31"/>
    <p:sldId id="449" r:id="rId32"/>
    <p:sldId id="451" r:id="rId33"/>
    <p:sldId id="301" r:id="rId34"/>
    <p:sldId id="306" r:id="rId35"/>
    <p:sldId id="308" r:id="rId36"/>
    <p:sldId id="452" r:id="rId37"/>
    <p:sldId id="384" r:id="rId38"/>
    <p:sldId id="454" r:id="rId39"/>
    <p:sldId id="307" r:id="rId40"/>
    <p:sldId id="309" r:id="rId41"/>
    <p:sldId id="455" r:id="rId42"/>
    <p:sldId id="390" r:id="rId43"/>
    <p:sldId id="457" r:id="rId44"/>
    <p:sldId id="458" r:id="rId45"/>
    <p:sldId id="460" r:id="rId46"/>
    <p:sldId id="461" r:id="rId47"/>
    <p:sldId id="462" r:id="rId48"/>
    <p:sldId id="311" r:id="rId49"/>
    <p:sldId id="428" r:id="rId50"/>
    <p:sldId id="464" r:id="rId51"/>
    <p:sldId id="326" r:id="rId52"/>
    <p:sldId id="465" r:id="rId53"/>
    <p:sldId id="354" r:id="rId54"/>
    <p:sldId id="466" r:id="rId55"/>
    <p:sldId id="479" r:id="rId56"/>
    <p:sldId id="481" r:id="rId57"/>
    <p:sldId id="304" r:id="rId58"/>
    <p:sldId id="305" r:id="rId59"/>
    <p:sldId id="467" r:id="rId60"/>
    <p:sldId id="367" r:id="rId61"/>
    <p:sldId id="468" r:id="rId62"/>
    <p:sldId id="310" r:id="rId63"/>
    <p:sldId id="312" r:id="rId64"/>
    <p:sldId id="469" r:id="rId65"/>
    <p:sldId id="392" r:id="rId66"/>
    <p:sldId id="470" r:id="rId67"/>
    <p:sldId id="359" r:id="rId68"/>
    <p:sldId id="471" r:id="rId69"/>
    <p:sldId id="314" r:id="rId70"/>
    <p:sldId id="315" r:id="rId71"/>
    <p:sldId id="405" r:id="rId72"/>
    <p:sldId id="406" r:id="rId73"/>
    <p:sldId id="407" r:id="rId74"/>
    <p:sldId id="408" r:id="rId75"/>
    <p:sldId id="409" r:id="rId76"/>
    <p:sldId id="410" r:id="rId77"/>
    <p:sldId id="316" r:id="rId78"/>
    <p:sldId id="324" r:id="rId79"/>
    <p:sldId id="289" r:id="rId80"/>
    <p:sldId id="274" r:id="rId81"/>
    <p:sldId id="325" r:id="rId82"/>
    <p:sldId id="371" r:id="rId83"/>
    <p:sldId id="398" r:id="rId84"/>
    <p:sldId id="472" r:id="rId85"/>
    <p:sldId id="413" r:id="rId86"/>
    <p:sldId id="473" r:id="rId87"/>
    <p:sldId id="399" r:id="rId88"/>
    <p:sldId id="474" r:id="rId89"/>
    <p:sldId id="416" r:id="rId90"/>
    <p:sldId id="475" r:id="rId91"/>
    <p:sldId id="418" r:id="rId92"/>
    <p:sldId id="476" r:id="rId93"/>
    <p:sldId id="375" r:id="rId94"/>
    <p:sldId id="376" r:id="rId95"/>
    <p:sldId id="477" r:id="rId96"/>
    <p:sldId id="419" r:id="rId97"/>
    <p:sldId id="377" r:id="rId98"/>
    <p:sldId id="403" r:id="rId99"/>
    <p:sldId id="420" r:id="rId100"/>
    <p:sldId id="421" r:id="rId101"/>
    <p:sldId id="378" r:id="rId102"/>
    <p:sldId id="404" r:id="rId103"/>
    <p:sldId id="429" r:id="rId10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848FE8-3F77-44DA-A406-58191EF63C8A}" v="34" dt="2023-08-20T15:33:30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-1050" y="-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openxmlformats.org/officeDocument/2006/relationships/viewProps" Target="viewProps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microsoft.com/office/2015/10/relationships/revisionInfo" Target="revisionInfo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tableStyles" Target="tableStyle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487CC3-AFEF-4558-A637-B4B4808038D8}" type="doc">
      <dgm:prSet loTypeId="urn:microsoft.com/office/officeart/2005/8/layout/vList2" loCatId="list" qsTypeId="urn:microsoft.com/office/officeart/2005/8/quickstyle/simple2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4AE0F51E-9545-4C10-876F-525FAF6BD839}">
      <dgm:prSet/>
      <dgm:spPr>
        <a:solidFill>
          <a:schemeClr val="accent2">
            <a:hueOff val="0"/>
            <a:satOff val="0"/>
            <a:lumOff val="0"/>
            <a:alpha val="0"/>
          </a:schemeClr>
        </a:solidFill>
      </dgm:spPr>
      <dgm:t>
        <a:bodyPr/>
        <a:lstStyle/>
        <a:p>
          <a:r>
            <a:rPr lang="fr-FR" b="1" dirty="0">
              <a:solidFill>
                <a:schemeClr val="bg1"/>
              </a:solidFill>
            </a:rPr>
            <a:t>Interruption brutale du flux sanguin</a:t>
          </a:r>
          <a:endParaRPr lang="en-US" b="1" dirty="0">
            <a:solidFill>
              <a:schemeClr val="bg1"/>
            </a:solidFill>
          </a:endParaRPr>
        </a:p>
      </dgm:t>
    </dgm:pt>
    <dgm:pt modelId="{BE0FDCC5-4FA8-4724-AB0F-7C39FB8C86B3}" type="parTrans" cxnId="{69410F10-1430-4E83-99F3-AD7774D32593}">
      <dgm:prSet/>
      <dgm:spPr/>
      <dgm:t>
        <a:bodyPr/>
        <a:lstStyle/>
        <a:p>
          <a:endParaRPr lang="en-US"/>
        </a:p>
      </dgm:t>
    </dgm:pt>
    <dgm:pt modelId="{D1D18B5A-A4E7-448B-9502-84DA436D4C0D}" type="sibTrans" cxnId="{69410F10-1430-4E83-99F3-AD7774D32593}">
      <dgm:prSet/>
      <dgm:spPr/>
      <dgm:t>
        <a:bodyPr/>
        <a:lstStyle/>
        <a:p>
          <a:endParaRPr lang="en-US"/>
        </a:p>
      </dgm:t>
    </dgm:pt>
    <dgm:pt modelId="{2EE7E8B3-DDC4-4D16-9CEC-63BC67F5DE91}">
      <dgm:prSet/>
      <dgm:spPr>
        <a:solidFill>
          <a:schemeClr val="accent3">
            <a:hueOff val="0"/>
            <a:satOff val="0"/>
            <a:lumOff val="0"/>
            <a:alpha val="0"/>
          </a:schemeClr>
        </a:solidFill>
      </dgm:spPr>
      <dgm:t>
        <a:bodyPr/>
        <a:lstStyle/>
        <a:p>
          <a:r>
            <a:rPr lang="fr-FR" b="1" dirty="0">
              <a:solidFill>
                <a:schemeClr val="bg1"/>
              </a:solidFill>
            </a:rPr>
            <a:t>Urgence médico-chirurgicale</a:t>
          </a:r>
          <a:endParaRPr lang="en-US" b="1" dirty="0">
            <a:solidFill>
              <a:schemeClr val="bg1"/>
            </a:solidFill>
          </a:endParaRPr>
        </a:p>
      </dgm:t>
    </dgm:pt>
    <dgm:pt modelId="{D8EEAD52-E872-4200-B7E1-46E003E65BB3}" type="parTrans" cxnId="{2157BE35-2007-40EE-9F71-B66B23E2D6F5}">
      <dgm:prSet/>
      <dgm:spPr/>
      <dgm:t>
        <a:bodyPr/>
        <a:lstStyle/>
        <a:p>
          <a:endParaRPr lang="en-US"/>
        </a:p>
      </dgm:t>
    </dgm:pt>
    <dgm:pt modelId="{C7A04CEE-37FF-4B1C-9908-9D636B48E554}" type="sibTrans" cxnId="{2157BE35-2007-40EE-9F71-B66B23E2D6F5}">
      <dgm:prSet/>
      <dgm:spPr/>
      <dgm:t>
        <a:bodyPr/>
        <a:lstStyle/>
        <a:p>
          <a:endParaRPr lang="en-US"/>
        </a:p>
      </dgm:t>
    </dgm:pt>
    <dgm:pt modelId="{843C584D-7A99-43EB-B4A3-9A05615C8F37}">
      <dgm:prSet/>
      <dgm:spPr>
        <a:solidFill>
          <a:schemeClr val="accent4">
            <a:hueOff val="0"/>
            <a:satOff val="0"/>
            <a:lumOff val="0"/>
            <a:alpha val="0"/>
          </a:schemeClr>
        </a:solidFill>
      </dgm:spPr>
      <dgm:t>
        <a:bodyPr/>
        <a:lstStyle/>
        <a:p>
          <a:r>
            <a:rPr lang="fr-FR" b="1" dirty="0">
              <a:solidFill>
                <a:schemeClr val="bg1"/>
              </a:solidFill>
            </a:rPr>
            <a:t>Pronostic fonctionnel du membre</a:t>
          </a:r>
          <a:endParaRPr lang="en-US" b="1" dirty="0">
            <a:solidFill>
              <a:schemeClr val="bg1"/>
            </a:solidFill>
          </a:endParaRPr>
        </a:p>
      </dgm:t>
    </dgm:pt>
    <dgm:pt modelId="{AA8F563E-DB93-4B7C-80F6-2C2F490E15DE}" type="parTrans" cxnId="{3808DE6A-F41B-4710-9E62-C09F4866D007}">
      <dgm:prSet/>
      <dgm:spPr/>
      <dgm:t>
        <a:bodyPr/>
        <a:lstStyle/>
        <a:p>
          <a:endParaRPr lang="en-US"/>
        </a:p>
      </dgm:t>
    </dgm:pt>
    <dgm:pt modelId="{ECAF95A4-F352-47AC-A946-78A4945BEBA5}" type="sibTrans" cxnId="{3808DE6A-F41B-4710-9E62-C09F4866D007}">
      <dgm:prSet/>
      <dgm:spPr/>
      <dgm:t>
        <a:bodyPr/>
        <a:lstStyle/>
        <a:p>
          <a:endParaRPr lang="en-US"/>
        </a:p>
      </dgm:t>
    </dgm:pt>
    <dgm:pt modelId="{6855FBF5-FA32-4B23-9DC9-681C44194078}">
      <dgm:prSet/>
      <dgm:spPr>
        <a:solidFill>
          <a:schemeClr val="accent5">
            <a:hueOff val="0"/>
            <a:satOff val="0"/>
            <a:lumOff val="0"/>
            <a:alpha val="0"/>
          </a:schemeClr>
        </a:solidFill>
      </dgm:spPr>
      <dgm:t>
        <a:bodyPr/>
        <a:lstStyle/>
        <a:p>
          <a:r>
            <a:rPr lang="fr-FR" b="1" dirty="0">
              <a:solidFill>
                <a:schemeClr val="bg1"/>
              </a:solidFill>
            </a:rPr>
            <a:t>Pronostic vital du patient</a:t>
          </a:r>
          <a:endParaRPr lang="en-US" b="1" dirty="0">
            <a:solidFill>
              <a:schemeClr val="bg1"/>
            </a:solidFill>
          </a:endParaRPr>
        </a:p>
      </dgm:t>
    </dgm:pt>
    <dgm:pt modelId="{C0568E87-BFB2-4728-B8CA-48B9F4BDF243}" type="parTrans" cxnId="{55CE8216-F314-49D9-8F51-6B411A8F27E1}">
      <dgm:prSet/>
      <dgm:spPr/>
      <dgm:t>
        <a:bodyPr/>
        <a:lstStyle/>
        <a:p>
          <a:endParaRPr lang="en-US"/>
        </a:p>
      </dgm:t>
    </dgm:pt>
    <dgm:pt modelId="{13FDD096-A5D1-40A1-AFAB-294863D0762E}" type="sibTrans" cxnId="{55CE8216-F314-49D9-8F51-6B411A8F27E1}">
      <dgm:prSet/>
      <dgm:spPr/>
      <dgm:t>
        <a:bodyPr/>
        <a:lstStyle/>
        <a:p>
          <a:endParaRPr lang="en-US"/>
        </a:p>
      </dgm:t>
    </dgm:pt>
    <dgm:pt modelId="{F0575615-2768-46AB-A522-112BA0BB9282}" type="pres">
      <dgm:prSet presAssocID="{64487CC3-AFEF-4558-A637-B4B4808038D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5C6C1DD-2998-4DE2-B2C7-9ACD74E9A61B}" type="pres">
      <dgm:prSet presAssocID="{4AE0F51E-9545-4C10-876F-525FAF6BD839}" presName="parentText" presStyleLbl="node1" presStyleIdx="0" presStyleCnt="4" custLinFactNeighborY="-3527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BA1A279-5EEA-4F05-976F-65FFE196D9AD}" type="pres">
      <dgm:prSet presAssocID="{D1D18B5A-A4E7-448B-9502-84DA436D4C0D}" presName="spacer" presStyleCnt="0"/>
      <dgm:spPr/>
    </dgm:pt>
    <dgm:pt modelId="{69770EAB-0536-4188-9618-9C3002067C38}" type="pres">
      <dgm:prSet presAssocID="{2EE7E8B3-DDC4-4D16-9CEC-63BC67F5DE91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EAA21AF-4D9E-4425-8F8F-5F9B41B8A5C0}" type="pres">
      <dgm:prSet presAssocID="{C7A04CEE-37FF-4B1C-9908-9D636B48E554}" presName="spacer" presStyleCnt="0"/>
      <dgm:spPr/>
    </dgm:pt>
    <dgm:pt modelId="{62A50C9A-AD6A-4F60-A471-C316C8D5554F}" type="pres">
      <dgm:prSet presAssocID="{843C584D-7A99-43EB-B4A3-9A05615C8F3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2A528AF-2693-4242-BF98-0E371590D3F5}" type="pres">
      <dgm:prSet presAssocID="{ECAF95A4-F352-47AC-A946-78A4945BEBA5}" presName="spacer" presStyleCnt="0"/>
      <dgm:spPr/>
    </dgm:pt>
    <dgm:pt modelId="{6DE7E32B-F6C9-41DC-BE86-58930275A28D}" type="pres">
      <dgm:prSet presAssocID="{6855FBF5-FA32-4B23-9DC9-681C44194078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178AC6D3-6B39-4004-AA45-033EFACCAB91}" type="presOf" srcId="{4AE0F51E-9545-4C10-876F-525FAF6BD839}" destId="{05C6C1DD-2998-4DE2-B2C7-9ACD74E9A61B}" srcOrd="0" destOrd="0" presId="urn:microsoft.com/office/officeart/2005/8/layout/vList2"/>
    <dgm:cxn modelId="{8A2DC966-C7B1-48E8-9CA8-0DBE9E7CE99F}" type="presOf" srcId="{843C584D-7A99-43EB-B4A3-9A05615C8F37}" destId="{62A50C9A-AD6A-4F60-A471-C316C8D5554F}" srcOrd="0" destOrd="0" presId="urn:microsoft.com/office/officeart/2005/8/layout/vList2"/>
    <dgm:cxn modelId="{55CE8216-F314-49D9-8F51-6B411A8F27E1}" srcId="{64487CC3-AFEF-4558-A637-B4B4808038D8}" destId="{6855FBF5-FA32-4B23-9DC9-681C44194078}" srcOrd="3" destOrd="0" parTransId="{C0568E87-BFB2-4728-B8CA-48B9F4BDF243}" sibTransId="{13FDD096-A5D1-40A1-AFAB-294863D0762E}"/>
    <dgm:cxn modelId="{69410F10-1430-4E83-99F3-AD7774D32593}" srcId="{64487CC3-AFEF-4558-A637-B4B4808038D8}" destId="{4AE0F51E-9545-4C10-876F-525FAF6BD839}" srcOrd="0" destOrd="0" parTransId="{BE0FDCC5-4FA8-4724-AB0F-7C39FB8C86B3}" sibTransId="{D1D18B5A-A4E7-448B-9502-84DA436D4C0D}"/>
    <dgm:cxn modelId="{259BB56C-3B12-43D0-9DFE-4E8F24075D13}" type="presOf" srcId="{64487CC3-AFEF-4558-A637-B4B4808038D8}" destId="{F0575615-2768-46AB-A522-112BA0BB9282}" srcOrd="0" destOrd="0" presId="urn:microsoft.com/office/officeart/2005/8/layout/vList2"/>
    <dgm:cxn modelId="{3808DE6A-F41B-4710-9E62-C09F4866D007}" srcId="{64487CC3-AFEF-4558-A637-B4B4808038D8}" destId="{843C584D-7A99-43EB-B4A3-9A05615C8F37}" srcOrd="2" destOrd="0" parTransId="{AA8F563E-DB93-4B7C-80F6-2C2F490E15DE}" sibTransId="{ECAF95A4-F352-47AC-A946-78A4945BEBA5}"/>
    <dgm:cxn modelId="{4D4FD874-C961-49E9-BB03-D7572FBD885D}" type="presOf" srcId="{6855FBF5-FA32-4B23-9DC9-681C44194078}" destId="{6DE7E32B-F6C9-41DC-BE86-58930275A28D}" srcOrd="0" destOrd="0" presId="urn:microsoft.com/office/officeart/2005/8/layout/vList2"/>
    <dgm:cxn modelId="{88A359E1-5F4B-4049-9E69-4AB32A6CECDF}" type="presOf" srcId="{2EE7E8B3-DDC4-4D16-9CEC-63BC67F5DE91}" destId="{69770EAB-0536-4188-9618-9C3002067C38}" srcOrd="0" destOrd="0" presId="urn:microsoft.com/office/officeart/2005/8/layout/vList2"/>
    <dgm:cxn modelId="{2157BE35-2007-40EE-9F71-B66B23E2D6F5}" srcId="{64487CC3-AFEF-4558-A637-B4B4808038D8}" destId="{2EE7E8B3-DDC4-4D16-9CEC-63BC67F5DE91}" srcOrd="1" destOrd="0" parTransId="{D8EEAD52-E872-4200-B7E1-46E003E65BB3}" sibTransId="{C7A04CEE-37FF-4B1C-9908-9D636B48E554}"/>
    <dgm:cxn modelId="{4C281E2E-1409-4C4F-A0BD-4AC54850ED71}" type="presParOf" srcId="{F0575615-2768-46AB-A522-112BA0BB9282}" destId="{05C6C1DD-2998-4DE2-B2C7-9ACD74E9A61B}" srcOrd="0" destOrd="0" presId="urn:microsoft.com/office/officeart/2005/8/layout/vList2"/>
    <dgm:cxn modelId="{D9161D5D-4277-4F5C-B28B-31363FA581E3}" type="presParOf" srcId="{F0575615-2768-46AB-A522-112BA0BB9282}" destId="{BBA1A279-5EEA-4F05-976F-65FFE196D9AD}" srcOrd="1" destOrd="0" presId="urn:microsoft.com/office/officeart/2005/8/layout/vList2"/>
    <dgm:cxn modelId="{5104870F-5874-4DF2-9BFC-87CEB4424C7A}" type="presParOf" srcId="{F0575615-2768-46AB-A522-112BA0BB9282}" destId="{69770EAB-0536-4188-9618-9C3002067C38}" srcOrd="2" destOrd="0" presId="urn:microsoft.com/office/officeart/2005/8/layout/vList2"/>
    <dgm:cxn modelId="{2769C9E8-0927-4632-AEB2-186205C199A3}" type="presParOf" srcId="{F0575615-2768-46AB-A522-112BA0BB9282}" destId="{9EAA21AF-4D9E-4425-8F8F-5F9B41B8A5C0}" srcOrd="3" destOrd="0" presId="urn:microsoft.com/office/officeart/2005/8/layout/vList2"/>
    <dgm:cxn modelId="{7C39D897-78B3-418D-9318-238CFA6CD8F1}" type="presParOf" srcId="{F0575615-2768-46AB-A522-112BA0BB9282}" destId="{62A50C9A-AD6A-4F60-A471-C316C8D5554F}" srcOrd="4" destOrd="0" presId="urn:microsoft.com/office/officeart/2005/8/layout/vList2"/>
    <dgm:cxn modelId="{FE0BA3B9-800A-4521-9C57-63806856CF1D}" type="presParOf" srcId="{F0575615-2768-46AB-A522-112BA0BB9282}" destId="{82A528AF-2693-4242-BF98-0E371590D3F5}" srcOrd="5" destOrd="0" presId="urn:microsoft.com/office/officeart/2005/8/layout/vList2"/>
    <dgm:cxn modelId="{5CF75479-EA85-4439-B495-E20C001FF74E}" type="presParOf" srcId="{F0575615-2768-46AB-A522-112BA0BB9282}" destId="{6DE7E32B-F6C9-41DC-BE86-58930275A28D}" srcOrd="6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AAB845-7062-4116-BEDD-DA9208ABFEE7}" type="doc">
      <dgm:prSet loTypeId="urn:microsoft.com/office/officeart/2005/8/layout/vList2" loCatId="list" qsTypeId="urn:microsoft.com/office/officeart/2005/8/quickstyle/simple5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E05E7E0A-B044-4FF4-A092-14E41A68C507}">
      <dgm:prSet custT="1"/>
      <dgm:spPr>
        <a:solidFill>
          <a:schemeClr val="tx1">
            <a:lumMod val="85000"/>
          </a:schemeClr>
        </a:solidFill>
      </dgm:spPr>
      <dgm:t>
        <a:bodyPr/>
        <a:lstStyle/>
        <a:p>
          <a:r>
            <a:rPr lang="fr-FR" sz="2000" dirty="0">
              <a:solidFill>
                <a:schemeClr val="bg1"/>
              </a:solidFill>
              <a:latin typeface="+mn-lt"/>
            </a:rPr>
            <a:t>7- étiologie d'une IAM</a:t>
          </a:r>
          <a:endParaRPr lang="en-US" sz="2000" dirty="0">
            <a:solidFill>
              <a:schemeClr val="bg1"/>
            </a:solidFill>
            <a:latin typeface="+mn-lt"/>
          </a:endParaRPr>
        </a:p>
      </dgm:t>
    </dgm:pt>
    <dgm:pt modelId="{0325F1AC-2F46-48D4-87D9-B8E80E8EF99C}" type="parTrans" cxnId="{9E5886A4-1AED-49F4-81C9-378A92471C34}">
      <dgm:prSet/>
      <dgm:spPr/>
      <dgm:t>
        <a:bodyPr/>
        <a:lstStyle/>
        <a:p>
          <a:endParaRPr lang="en-US"/>
        </a:p>
      </dgm:t>
    </dgm:pt>
    <dgm:pt modelId="{4D20270B-B47A-4411-A0A4-CE50C1F51319}" type="sibTrans" cxnId="{9E5886A4-1AED-49F4-81C9-378A92471C34}">
      <dgm:prSet/>
      <dgm:spPr/>
      <dgm:t>
        <a:bodyPr/>
        <a:lstStyle/>
        <a:p>
          <a:endParaRPr lang="en-US"/>
        </a:p>
      </dgm:t>
    </dgm:pt>
    <dgm:pt modelId="{1B65EC03-F59D-4F74-8A1D-3D7DB68B2603}">
      <dgm:prSet custT="1"/>
      <dgm:spPr>
        <a:solidFill>
          <a:schemeClr val="tx1">
            <a:lumMod val="85000"/>
          </a:schemeClr>
        </a:solidFill>
      </dgm:spPr>
      <dgm:t>
        <a:bodyPr/>
        <a:lstStyle/>
        <a:p>
          <a:r>
            <a:rPr lang="fr-FR" sz="2000" dirty="0">
              <a:solidFill>
                <a:schemeClr val="bg1"/>
              </a:solidFill>
              <a:latin typeface="+mn-lt"/>
            </a:rPr>
            <a:t>8- pronostic d'une IAM sur les données cliniques et para-cliniques</a:t>
          </a:r>
          <a:endParaRPr lang="en-US" sz="2000" dirty="0">
            <a:solidFill>
              <a:schemeClr val="bg1"/>
            </a:solidFill>
            <a:latin typeface="+mn-lt"/>
          </a:endParaRPr>
        </a:p>
      </dgm:t>
    </dgm:pt>
    <dgm:pt modelId="{4B7AD56D-B14B-4C96-9857-C887206B8105}" type="parTrans" cxnId="{8168E081-F1ED-458F-9856-459388C2ADB6}">
      <dgm:prSet/>
      <dgm:spPr/>
      <dgm:t>
        <a:bodyPr/>
        <a:lstStyle/>
        <a:p>
          <a:endParaRPr lang="en-US"/>
        </a:p>
      </dgm:t>
    </dgm:pt>
    <dgm:pt modelId="{47DF5A83-2E03-4DF3-A8EF-8805B2F14AD8}" type="sibTrans" cxnId="{8168E081-F1ED-458F-9856-459388C2ADB6}">
      <dgm:prSet/>
      <dgm:spPr/>
      <dgm:t>
        <a:bodyPr/>
        <a:lstStyle/>
        <a:p>
          <a:endParaRPr lang="en-US"/>
        </a:p>
      </dgm:t>
    </dgm:pt>
    <dgm:pt modelId="{4BB48D45-1924-41D3-85F5-7A777ABDB05E}">
      <dgm:prSet custT="1"/>
      <dgm:spPr>
        <a:solidFill>
          <a:schemeClr val="tx1">
            <a:lumMod val="85000"/>
          </a:schemeClr>
        </a:solidFill>
      </dgm:spPr>
      <dgm:t>
        <a:bodyPr/>
        <a:lstStyle/>
        <a:p>
          <a:r>
            <a:rPr lang="fr-FR" sz="2000" dirty="0">
              <a:solidFill>
                <a:schemeClr val="bg1"/>
              </a:solidFill>
              <a:latin typeface="+mn-lt"/>
            </a:rPr>
            <a:t>9- prise en charge thérapeutiques urgente d'une IAM</a:t>
          </a:r>
          <a:endParaRPr lang="en-US" sz="2000" dirty="0">
            <a:solidFill>
              <a:schemeClr val="bg1"/>
            </a:solidFill>
            <a:latin typeface="+mn-lt"/>
          </a:endParaRPr>
        </a:p>
      </dgm:t>
    </dgm:pt>
    <dgm:pt modelId="{E50CC217-7879-4EBA-873E-F9A7CFC7C80B}" type="parTrans" cxnId="{A09F086C-A0C7-41D7-8E74-176194E24428}">
      <dgm:prSet/>
      <dgm:spPr/>
      <dgm:t>
        <a:bodyPr/>
        <a:lstStyle/>
        <a:p>
          <a:endParaRPr lang="en-US"/>
        </a:p>
      </dgm:t>
    </dgm:pt>
    <dgm:pt modelId="{76C5D362-CBDD-421C-879B-0FACE6DFCD16}" type="sibTrans" cxnId="{A09F086C-A0C7-41D7-8E74-176194E24428}">
      <dgm:prSet/>
      <dgm:spPr/>
      <dgm:t>
        <a:bodyPr/>
        <a:lstStyle/>
        <a:p>
          <a:endParaRPr lang="en-US"/>
        </a:p>
      </dgm:t>
    </dgm:pt>
    <dgm:pt modelId="{C9542271-3EDC-41CF-BF89-6747DF7CEF3C}">
      <dgm:prSet phldr="0" custT="1"/>
      <dgm:spPr>
        <a:solidFill>
          <a:schemeClr val="tx1">
            <a:lumMod val="85000"/>
          </a:schemeClr>
        </a:solidFill>
      </dgm:spPr>
      <dgm:t>
        <a:bodyPr/>
        <a:lstStyle/>
        <a:p>
          <a:pPr rtl="0"/>
          <a:r>
            <a:rPr lang="fr-FR" sz="2000" dirty="0">
              <a:solidFill>
                <a:schemeClr val="bg1"/>
              </a:solidFill>
              <a:latin typeface="+mn-lt"/>
            </a:rPr>
            <a:t>1- vascularisation des membres</a:t>
          </a:r>
        </a:p>
      </dgm:t>
    </dgm:pt>
    <dgm:pt modelId="{0AAA65BC-C4E2-4E68-B68F-2F5E6904CFC7}" type="parTrans" cxnId="{4F30AAB9-B810-4330-9467-750B1476EC85}">
      <dgm:prSet/>
      <dgm:spPr/>
      <dgm:t>
        <a:bodyPr/>
        <a:lstStyle/>
        <a:p>
          <a:endParaRPr lang="fr-CA"/>
        </a:p>
      </dgm:t>
    </dgm:pt>
    <dgm:pt modelId="{F5C6CE8E-26F9-4A6C-BD8F-2A5F288B2ECD}" type="sibTrans" cxnId="{4F30AAB9-B810-4330-9467-750B1476EC85}">
      <dgm:prSet/>
      <dgm:spPr/>
      <dgm:t>
        <a:bodyPr/>
        <a:lstStyle/>
        <a:p>
          <a:endParaRPr lang="fr-CA"/>
        </a:p>
      </dgm:t>
    </dgm:pt>
    <dgm:pt modelId="{9A7FC940-B8E5-49BD-8E70-4A6AD63DF672}">
      <dgm:prSet phldr="0" custT="1"/>
      <dgm:spPr>
        <a:solidFill>
          <a:schemeClr val="tx1">
            <a:lumMod val="85000"/>
          </a:schemeClr>
        </a:solidFill>
      </dgm:spPr>
      <dgm:t>
        <a:bodyPr/>
        <a:lstStyle/>
        <a:p>
          <a:pPr rtl="0"/>
          <a:r>
            <a:rPr lang="fr-FR" sz="2000" dirty="0">
              <a:solidFill>
                <a:schemeClr val="bg1"/>
              </a:solidFill>
              <a:latin typeface="+mn-lt"/>
            </a:rPr>
            <a:t>2- mécanismes </a:t>
          </a:r>
          <a:r>
            <a:rPr lang="fr-FR" sz="2000" dirty="0" err="1" smtClean="0">
              <a:solidFill>
                <a:schemeClr val="bg1"/>
              </a:solidFill>
              <a:latin typeface="+mn-lt"/>
            </a:rPr>
            <a:t>étio</a:t>
          </a:r>
          <a:r>
            <a:rPr lang="fr-FR" sz="2000" dirty="0" smtClean="0">
              <a:solidFill>
                <a:schemeClr val="bg1"/>
              </a:solidFill>
              <a:latin typeface="+mn-lt"/>
            </a:rPr>
            <a:t>-pathogéniques </a:t>
          </a:r>
          <a:r>
            <a:rPr lang="fr-FR" sz="2000" dirty="0">
              <a:solidFill>
                <a:schemeClr val="bg1"/>
              </a:solidFill>
              <a:latin typeface="+mn-lt"/>
            </a:rPr>
            <a:t>de l’ischémie</a:t>
          </a:r>
        </a:p>
      </dgm:t>
    </dgm:pt>
    <dgm:pt modelId="{164ED366-5EA9-4EDD-A2D9-B845A5EBC7E1}" type="parTrans" cxnId="{1DE50D89-1BFC-44DB-B39F-C638585A2D6C}">
      <dgm:prSet/>
      <dgm:spPr/>
      <dgm:t>
        <a:bodyPr/>
        <a:lstStyle/>
        <a:p>
          <a:endParaRPr lang="fr-CA"/>
        </a:p>
      </dgm:t>
    </dgm:pt>
    <dgm:pt modelId="{C6B28DD6-4846-4516-9A38-87691024603C}" type="sibTrans" cxnId="{1DE50D89-1BFC-44DB-B39F-C638585A2D6C}">
      <dgm:prSet/>
      <dgm:spPr/>
      <dgm:t>
        <a:bodyPr/>
        <a:lstStyle/>
        <a:p>
          <a:endParaRPr lang="fr-CA"/>
        </a:p>
      </dgm:t>
    </dgm:pt>
    <dgm:pt modelId="{0BA4CEA6-D861-4C32-AFBB-EAA1C1CD5FFA}">
      <dgm:prSet phldr="0" custT="1"/>
      <dgm:spPr>
        <a:solidFill>
          <a:schemeClr val="tx1">
            <a:lumMod val="85000"/>
          </a:schemeClr>
        </a:solidFill>
      </dgm:spPr>
      <dgm:t>
        <a:bodyPr/>
        <a:lstStyle/>
        <a:p>
          <a:pPr rtl="0"/>
          <a:r>
            <a:rPr lang="fr-FR" sz="2000" dirty="0">
              <a:solidFill>
                <a:schemeClr val="bg1"/>
              </a:solidFill>
              <a:latin typeface="+mn-lt"/>
            </a:rPr>
            <a:t>3-conséquences physiopathologiques</a:t>
          </a:r>
        </a:p>
      </dgm:t>
    </dgm:pt>
    <dgm:pt modelId="{1C58FA3F-89F2-4F36-B722-1387C44C3C54}" type="parTrans" cxnId="{580DC32F-28B7-40B3-A9AB-9202E2FCD686}">
      <dgm:prSet/>
      <dgm:spPr/>
      <dgm:t>
        <a:bodyPr/>
        <a:lstStyle/>
        <a:p>
          <a:endParaRPr lang="fr-CA"/>
        </a:p>
      </dgm:t>
    </dgm:pt>
    <dgm:pt modelId="{97D828B8-9A5B-4BA3-8812-1065BC02FBFC}" type="sibTrans" cxnId="{580DC32F-28B7-40B3-A9AB-9202E2FCD686}">
      <dgm:prSet/>
      <dgm:spPr/>
      <dgm:t>
        <a:bodyPr/>
        <a:lstStyle/>
        <a:p>
          <a:endParaRPr lang="fr-CA"/>
        </a:p>
      </dgm:t>
    </dgm:pt>
    <dgm:pt modelId="{5E8AF3B9-C2AB-46AD-82EA-3387BAD67F25}">
      <dgm:prSet phldr="0" custT="1"/>
      <dgm:spPr>
        <a:solidFill>
          <a:schemeClr val="tx1">
            <a:lumMod val="85000"/>
          </a:schemeClr>
        </a:solidFill>
      </dgm:spPr>
      <dgm:t>
        <a:bodyPr/>
        <a:lstStyle/>
        <a:p>
          <a:pPr rtl="0"/>
          <a:r>
            <a:rPr lang="fr-FR" sz="2000" dirty="0">
              <a:solidFill>
                <a:schemeClr val="bg1"/>
              </a:solidFill>
              <a:latin typeface="+mn-lt"/>
            </a:rPr>
            <a:t>4- mécanismes et conséquences physiopathologiques d'un syndrome de revascularisation</a:t>
          </a:r>
        </a:p>
      </dgm:t>
    </dgm:pt>
    <dgm:pt modelId="{2844D07A-4836-47B3-BE1F-A73906E7AC40}" type="parTrans" cxnId="{9B4AAB41-8406-459D-BA8D-BD89F97F5D9D}">
      <dgm:prSet/>
      <dgm:spPr/>
      <dgm:t>
        <a:bodyPr/>
        <a:lstStyle/>
        <a:p>
          <a:endParaRPr lang="fr-CA"/>
        </a:p>
      </dgm:t>
    </dgm:pt>
    <dgm:pt modelId="{372F880F-C2E0-4967-B8DE-86392F65443C}" type="sibTrans" cxnId="{9B4AAB41-8406-459D-BA8D-BD89F97F5D9D}">
      <dgm:prSet/>
      <dgm:spPr/>
      <dgm:t>
        <a:bodyPr/>
        <a:lstStyle/>
        <a:p>
          <a:endParaRPr lang="fr-CA"/>
        </a:p>
      </dgm:t>
    </dgm:pt>
    <dgm:pt modelId="{25189C1B-878A-410A-8738-2B28F7F13640}">
      <dgm:prSet phldr="0" custT="1"/>
      <dgm:spPr>
        <a:solidFill>
          <a:schemeClr val="tx1">
            <a:lumMod val="85000"/>
          </a:schemeClr>
        </a:solidFill>
      </dgm:spPr>
      <dgm:t>
        <a:bodyPr/>
        <a:lstStyle/>
        <a:p>
          <a:r>
            <a:rPr lang="fr-FR" sz="2000" dirty="0">
              <a:solidFill>
                <a:schemeClr val="bg1"/>
              </a:solidFill>
              <a:latin typeface="+mn-lt"/>
            </a:rPr>
            <a:t>6- diagnostic d'une </a:t>
          </a:r>
          <a:r>
            <a:rPr lang="fr-FR" sz="2000" dirty="0" smtClean="0">
              <a:solidFill>
                <a:schemeClr val="bg1"/>
              </a:solidFill>
              <a:latin typeface="+mn-lt"/>
            </a:rPr>
            <a:t>IAM</a:t>
          </a:r>
          <a:endParaRPr lang="fr-FR" sz="2000" dirty="0">
            <a:solidFill>
              <a:schemeClr val="bg1"/>
            </a:solidFill>
            <a:latin typeface="+mn-lt"/>
          </a:endParaRPr>
        </a:p>
      </dgm:t>
    </dgm:pt>
    <dgm:pt modelId="{32890D82-FAC1-48EB-AC10-2664FD482077}" type="parTrans" cxnId="{C5D72FA7-0FFF-42EC-B06C-BB4A016FE351}">
      <dgm:prSet/>
      <dgm:spPr/>
      <dgm:t>
        <a:bodyPr/>
        <a:lstStyle/>
        <a:p>
          <a:endParaRPr lang="fr-CA"/>
        </a:p>
      </dgm:t>
    </dgm:pt>
    <dgm:pt modelId="{51E1BA0E-C8B4-4957-AAD5-156302571FF4}" type="sibTrans" cxnId="{C5D72FA7-0FFF-42EC-B06C-BB4A016FE351}">
      <dgm:prSet/>
      <dgm:spPr/>
      <dgm:t>
        <a:bodyPr/>
        <a:lstStyle/>
        <a:p>
          <a:endParaRPr lang="fr-CA"/>
        </a:p>
      </dgm:t>
    </dgm:pt>
    <dgm:pt modelId="{57D06CFA-8F3F-4804-83BA-51CB2C52A248}">
      <dgm:prSet phldr="0" custT="1"/>
      <dgm:spPr>
        <a:solidFill>
          <a:schemeClr val="tx1">
            <a:lumMod val="85000"/>
          </a:schemeClr>
        </a:solidFill>
      </dgm:spPr>
      <dgm:t>
        <a:bodyPr/>
        <a:lstStyle/>
        <a:p>
          <a:pPr rtl="0"/>
          <a:r>
            <a:rPr lang="fr-FR" sz="2000" dirty="0">
              <a:solidFill>
                <a:schemeClr val="bg1"/>
              </a:solidFill>
              <a:latin typeface="+mn-lt"/>
            </a:rPr>
            <a:t>5- signes cliniques et  biologiques de gravité</a:t>
          </a:r>
        </a:p>
      </dgm:t>
    </dgm:pt>
    <dgm:pt modelId="{4A032F1A-BA16-4F25-B248-518B8EFC1C95}" type="parTrans" cxnId="{00E55BC2-5C88-4B68-9D98-B42B315F933A}">
      <dgm:prSet/>
      <dgm:spPr/>
      <dgm:t>
        <a:bodyPr/>
        <a:lstStyle/>
        <a:p>
          <a:endParaRPr lang="fr-CA"/>
        </a:p>
      </dgm:t>
    </dgm:pt>
    <dgm:pt modelId="{00F38465-7C3B-4BD5-B686-BE0B00B73A80}" type="sibTrans" cxnId="{00E55BC2-5C88-4B68-9D98-B42B315F933A}">
      <dgm:prSet/>
      <dgm:spPr/>
      <dgm:t>
        <a:bodyPr/>
        <a:lstStyle/>
        <a:p>
          <a:endParaRPr lang="fr-CA"/>
        </a:p>
      </dgm:t>
    </dgm:pt>
    <dgm:pt modelId="{5CC2FCB1-224B-4FDC-A4F0-C12BC9EBCF78}" type="pres">
      <dgm:prSet presAssocID="{B3AAB845-7062-4116-BEDD-DA9208ABFEE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8093ED14-0A30-4594-8011-BFDA518EE17E}" type="pres">
      <dgm:prSet presAssocID="{C9542271-3EDC-41CF-BF89-6747DF7CEF3C}" presName="parentText" presStyleLbl="node1" presStyleIdx="0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FCE60F4-3203-45FD-8E24-99634A6A1DE5}" type="pres">
      <dgm:prSet presAssocID="{F5C6CE8E-26F9-4A6C-BD8F-2A5F288B2ECD}" presName="spacer" presStyleCnt="0"/>
      <dgm:spPr/>
    </dgm:pt>
    <dgm:pt modelId="{F225BC4C-81BB-48EE-A2F6-DE3E39BAC5FD}" type="pres">
      <dgm:prSet presAssocID="{9A7FC940-B8E5-49BD-8E70-4A6AD63DF672}" presName="parentText" presStyleLbl="node1" presStyleIdx="1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D053383-F705-4480-B79B-6A2EC60FB01E}" type="pres">
      <dgm:prSet presAssocID="{C6B28DD6-4846-4516-9A38-87691024603C}" presName="spacer" presStyleCnt="0"/>
      <dgm:spPr/>
    </dgm:pt>
    <dgm:pt modelId="{24CB154A-74E4-4781-9E9A-B2DACE9191F7}" type="pres">
      <dgm:prSet presAssocID="{0BA4CEA6-D861-4C32-AFBB-EAA1C1CD5FFA}" presName="parentText" presStyleLbl="node1" presStyleIdx="2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DD882A7-FE72-452C-A591-FC73F5E7DE6C}" type="pres">
      <dgm:prSet presAssocID="{97D828B8-9A5B-4BA3-8812-1065BC02FBFC}" presName="spacer" presStyleCnt="0"/>
      <dgm:spPr/>
    </dgm:pt>
    <dgm:pt modelId="{D328AA61-09D2-42B4-A2EC-8923765DEDF5}" type="pres">
      <dgm:prSet presAssocID="{5E8AF3B9-C2AB-46AD-82EA-3387BAD67F25}" presName="parentText" presStyleLbl="node1" presStyleIdx="3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0100A0-5A9A-4E42-85AC-0660C488E8FA}" type="pres">
      <dgm:prSet presAssocID="{372F880F-C2E0-4967-B8DE-86392F65443C}" presName="spacer" presStyleCnt="0"/>
      <dgm:spPr/>
    </dgm:pt>
    <dgm:pt modelId="{8627BEC9-F1F3-4F92-A8ED-B2A78E62C8D8}" type="pres">
      <dgm:prSet presAssocID="{57D06CFA-8F3F-4804-83BA-51CB2C52A248}" presName="parentText" presStyleLbl="node1" presStyleIdx="4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2672826-1413-41CF-A49D-F41595D4F89A}" type="pres">
      <dgm:prSet presAssocID="{00F38465-7C3B-4BD5-B686-BE0B00B73A80}" presName="spacer" presStyleCnt="0"/>
      <dgm:spPr/>
    </dgm:pt>
    <dgm:pt modelId="{3FED8FD3-6300-4517-9B28-D62A186DEB9D}" type="pres">
      <dgm:prSet presAssocID="{25189C1B-878A-410A-8738-2B28F7F13640}" presName="parentText" presStyleLbl="node1" presStyleIdx="5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09EECC6-C40E-4773-8541-B3C1298B8D59}" type="pres">
      <dgm:prSet presAssocID="{51E1BA0E-C8B4-4957-AAD5-156302571FF4}" presName="spacer" presStyleCnt="0"/>
      <dgm:spPr/>
    </dgm:pt>
    <dgm:pt modelId="{D9132C54-54FB-4D0B-951D-0A5A536861E7}" type="pres">
      <dgm:prSet presAssocID="{E05E7E0A-B044-4FF4-A092-14E41A68C507}" presName="parentText" presStyleLbl="node1" presStyleIdx="6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E8EC15F-2605-4430-B818-71A2C46B8E0A}" type="pres">
      <dgm:prSet presAssocID="{4D20270B-B47A-4411-A0A4-CE50C1F51319}" presName="spacer" presStyleCnt="0"/>
      <dgm:spPr/>
    </dgm:pt>
    <dgm:pt modelId="{A6816259-4816-47C6-842D-A2B84F51FA38}" type="pres">
      <dgm:prSet presAssocID="{1B65EC03-F59D-4F74-8A1D-3D7DB68B2603}" presName="parentText" presStyleLbl="node1" presStyleIdx="7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329B03D-1417-42BA-B183-9356538FE4E4}" type="pres">
      <dgm:prSet presAssocID="{47DF5A83-2E03-4DF3-A8EF-8805B2F14AD8}" presName="spacer" presStyleCnt="0"/>
      <dgm:spPr/>
    </dgm:pt>
    <dgm:pt modelId="{0A78A03C-B12A-4F45-BD16-DBAD1B4F80FA}" type="pres">
      <dgm:prSet presAssocID="{4BB48D45-1924-41D3-85F5-7A777ABDB05E}" presName="parentText" presStyleLbl="node1" presStyleIdx="8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960D91D-C885-4444-9B20-28B161934E44}" type="presOf" srcId="{5E8AF3B9-C2AB-46AD-82EA-3387BAD67F25}" destId="{D328AA61-09D2-42B4-A2EC-8923765DEDF5}" srcOrd="0" destOrd="0" presId="urn:microsoft.com/office/officeart/2005/8/layout/vList2"/>
    <dgm:cxn modelId="{75284B19-6B0A-48D4-9BF2-8ABA93D2E3DC}" type="presOf" srcId="{25189C1B-878A-410A-8738-2B28F7F13640}" destId="{3FED8FD3-6300-4517-9B28-D62A186DEB9D}" srcOrd="0" destOrd="0" presId="urn:microsoft.com/office/officeart/2005/8/layout/vList2"/>
    <dgm:cxn modelId="{00BE3CD3-A285-4DD9-A74E-D93634BA885F}" type="presOf" srcId="{E05E7E0A-B044-4FF4-A092-14E41A68C507}" destId="{D9132C54-54FB-4D0B-951D-0A5A536861E7}" srcOrd="0" destOrd="0" presId="urn:microsoft.com/office/officeart/2005/8/layout/vList2"/>
    <dgm:cxn modelId="{681F66D2-7375-49FF-AD0B-7F1066FBC3EF}" type="presOf" srcId="{57D06CFA-8F3F-4804-83BA-51CB2C52A248}" destId="{8627BEC9-F1F3-4F92-A8ED-B2A78E62C8D8}" srcOrd="0" destOrd="0" presId="urn:microsoft.com/office/officeart/2005/8/layout/vList2"/>
    <dgm:cxn modelId="{9B4AAB41-8406-459D-BA8D-BD89F97F5D9D}" srcId="{B3AAB845-7062-4116-BEDD-DA9208ABFEE7}" destId="{5E8AF3B9-C2AB-46AD-82EA-3387BAD67F25}" srcOrd="3" destOrd="0" parTransId="{2844D07A-4836-47B3-BE1F-A73906E7AC40}" sibTransId="{372F880F-C2E0-4967-B8DE-86392F65443C}"/>
    <dgm:cxn modelId="{FAD265F2-F8A8-4596-9189-02C9E7D43B29}" type="presOf" srcId="{1B65EC03-F59D-4F74-8A1D-3D7DB68B2603}" destId="{A6816259-4816-47C6-842D-A2B84F51FA38}" srcOrd="0" destOrd="0" presId="urn:microsoft.com/office/officeart/2005/8/layout/vList2"/>
    <dgm:cxn modelId="{7688CC20-54DD-46C2-8B33-FC3233FF196E}" type="presOf" srcId="{B3AAB845-7062-4116-BEDD-DA9208ABFEE7}" destId="{5CC2FCB1-224B-4FDC-A4F0-C12BC9EBCF78}" srcOrd="0" destOrd="0" presId="urn:microsoft.com/office/officeart/2005/8/layout/vList2"/>
    <dgm:cxn modelId="{C4DEA08A-4930-44FB-8DDD-EC3729791462}" type="presOf" srcId="{9A7FC940-B8E5-49BD-8E70-4A6AD63DF672}" destId="{F225BC4C-81BB-48EE-A2F6-DE3E39BAC5FD}" srcOrd="0" destOrd="0" presId="urn:microsoft.com/office/officeart/2005/8/layout/vList2"/>
    <dgm:cxn modelId="{1DE50D89-1BFC-44DB-B39F-C638585A2D6C}" srcId="{B3AAB845-7062-4116-BEDD-DA9208ABFEE7}" destId="{9A7FC940-B8E5-49BD-8E70-4A6AD63DF672}" srcOrd="1" destOrd="0" parTransId="{164ED366-5EA9-4EDD-A2D9-B845A5EBC7E1}" sibTransId="{C6B28DD6-4846-4516-9A38-87691024603C}"/>
    <dgm:cxn modelId="{00E55BC2-5C88-4B68-9D98-B42B315F933A}" srcId="{B3AAB845-7062-4116-BEDD-DA9208ABFEE7}" destId="{57D06CFA-8F3F-4804-83BA-51CB2C52A248}" srcOrd="4" destOrd="0" parTransId="{4A032F1A-BA16-4F25-B248-518B8EFC1C95}" sibTransId="{00F38465-7C3B-4BD5-B686-BE0B00B73A80}"/>
    <dgm:cxn modelId="{DFA93E34-DD91-4C9C-B990-3328E1BA18B6}" type="presOf" srcId="{C9542271-3EDC-41CF-BF89-6747DF7CEF3C}" destId="{8093ED14-0A30-4594-8011-BFDA518EE17E}" srcOrd="0" destOrd="0" presId="urn:microsoft.com/office/officeart/2005/8/layout/vList2"/>
    <dgm:cxn modelId="{7ACE363D-F184-47A5-A7C1-0CE05C3E4D2D}" type="presOf" srcId="{0BA4CEA6-D861-4C32-AFBB-EAA1C1CD5FFA}" destId="{24CB154A-74E4-4781-9E9A-B2DACE9191F7}" srcOrd="0" destOrd="0" presId="urn:microsoft.com/office/officeart/2005/8/layout/vList2"/>
    <dgm:cxn modelId="{580DC32F-28B7-40B3-A9AB-9202E2FCD686}" srcId="{B3AAB845-7062-4116-BEDD-DA9208ABFEE7}" destId="{0BA4CEA6-D861-4C32-AFBB-EAA1C1CD5FFA}" srcOrd="2" destOrd="0" parTransId="{1C58FA3F-89F2-4F36-B722-1387C44C3C54}" sibTransId="{97D828B8-9A5B-4BA3-8812-1065BC02FBFC}"/>
    <dgm:cxn modelId="{8168E081-F1ED-458F-9856-459388C2ADB6}" srcId="{B3AAB845-7062-4116-BEDD-DA9208ABFEE7}" destId="{1B65EC03-F59D-4F74-8A1D-3D7DB68B2603}" srcOrd="7" destOrd="0" parTransId="{4B7AD56D-B14B-4C96-9857-C887206B8105}" sibTransId="{47DF5A83-2E03-4DF3-A8EF-8805B2F14AD8}"/>
    <dgm:cxn modelId="{C5D72FA7-0FFF-42EC-B06C-BB4A016FE351}" srcId="{B3AAB845-7062-4116-BEDD-DA9208ABFEE7}" destId="{25189C1B-878A-410A-8738-2B28F7F13640}" srcOrd="5" destOrd="0" parTransId="{32890D82-FAC1-48EB-AC10-2664FD482077}" sibTransId="{51E1BA0E-C8B4-4957-AAD5-156302571FF4}"/>
    <dgm:cxn modelId="{A09F086C-A0C7-41D7-8E74-176194E24428}" srcId="{B3AAB845-7062-4116-BEDD-DA9208ABFEE7}" destId="{4BB48D45-1924-41D3-85F5-7A777ABDB05E}" srcOrd="8" destOrd="0" parTransId="{E50CC217-7879-4EBA-873E-F9A7CFC7C80B}" sibTransId="{76C5D362-CBDD-421C-879B-0FACE6DFCD16}"/>
    <dgm:cxn modelId="{94D87146-783F-4E19-9DC9-4ECE71BE3BD4}" type="presOf" srcId="{4BB48D45-1924-41D3-85F5-7A777ABDB05E}" destId="{0A78A03C-B12A-4F45-BD16-DBAD1B4F80FA}" srcOrd="0" destOrd="0" presId="urn:microsoft.com/office/officeart/2005/8/layout/vList2"/>
    <dgm:cxn modelId="{4F30AAB9-B810-4330-9467-750B1476EC85}" srcId="{B3AAB845-7062-4116-BEDD-DA9208ABFEE7}" destId="{C9542271-3EDC-41CF-BF89-6747DF7CEF3C}" srcOrd="0" destOrd="0" parTransId="{0AAA65BC-C4E2-4E68-B68F-2F5E6904CFC7}" sibTransId="{F5C6CE8E-26F9-4A6C-BD8F-2A5F288B2ECD}"/>
    <dgm:cxn modelId="{9E5886A4-1AED-49F4-81C9-378A92471C34}" srcId="{B3AAB845-7062-4116-BEDD-DA9208ABFEE7}" destId="{E05E7E0A-B044-4FF4-A092-14E41A68C507}" srcOrd="6" destOrd="0" parTransId="{0325F1AC-2F46-48D4-87D9-B8E80E8EF99C}" sibTransId="{4D20270B-B47A-4411-A0A4-CE50C1F51319}"/>
    <dgm:cxn modelId="{C30FFF7D-4CBA-4253-9948-DEF902A3079F}" type="presParOf" srcId="{5CC2FCB1-224B-4FDC-A4F0-C12BC9EBCF78}" destId="{8093ED14-0A30-4594-8011-BFDA518EE17E}" srcOrd="0" destOrd="0" presId="urn:microsoft.com/office/officeart/2005/8/layout/vList2"/>
    <dgm:cxn modelId="{EBB98DC5-25C5-4A65-A49E-EFEE0DFABCED}" type="presParOf" srcId="{5CC2FCB1-224B-4FDC-A4F0-C12BC9EBCF78}" destId="{BFCE60F4-3203-45FD-8E24-99634A6A1DE5}" srcOrd="1" destOrd="0" presId="urn:microsoft.com/office/officeart/2005/8/layout/vList2"/>
    <dgm:cxn modelId="{BEC349A1-4E77-4111-A054-62A9D05189D9}" type="presParOf" srcId="{5CC2FCB1-224B-4FDC-A4F0-C12BC9EBCF78}" destId="{F225BC4C-81BB-48EE-A2F6-DE3E39BAC5FD}" srcOrd="2" destOrd="0" presId="urn:microsoft.com/office/officeart/2005/8/layout/vList2"/>
    <dgm:cxn modelId="{4BC4FDF2-0EC1-42B4-928D-70DB74382DF6}" type="presParOf" srcId="{5CC2FCB1-224B-4FDC-A4F0-C12BC9EBCF78}" destId="{AD053383-F705-4480-B79B-6A2EC60FB01E}" srcOrd="3" destOrd="0" presId="urn:microsoft.com/office/officeart/2005/8/layout/vList2"/>
    <dgm:cxn modelId="{A04B37BC-560F-4C4C-8D4F-76D223B391B1}" type="presParOf" srcId="{5CC2FCB1-224B-4FDC-A4F0-C12BC9EBCF78}" destId="{24CB154A-74E4-4781-9E9A-B2DACE9191F7}" srcOrd="4" destOrd="0" presId="urn:microsoft.com/office/officeart/2005/8/layout/vList2"/>
    <dgm:cxn modelId="{D09BFC36-F18F-405A-9751-16316809B6BF}" type="presParOf" srcId="{5CC2FCB1-224B-4FDC-A4F0-C12BC9EBCF78}" destId="{0DD882A7-FE72-452C-A591-FC73F5E7DE6C}" srcOrd="5" destOrd="0" presId="urn:microsoft.com/office/officeart/2005/8/layout/vList2"/>
    <dgm:cxn modelId="{EAC28C4C-1ED2-4403-B51D-DD924F39740F}" type="presParOf" srcId="{5CC2FCB1-224B-4FDC-A4F0-C12BC9EBCF78}" destId="{D328AA61-09D2-42B4-A2EC-8923765DEDF5}" srcOrd="6" destOrd="0" presId="urn:microsoft.com/office/officeart/2005/8/layout/vList2"/>
    <dgm:cxn modelId="{A555407F-2E8E-44E1-BD5E-30A3C1C61894}" type="presParOf" srcId="{5CC2FCB1-224B-4FDC-A4F0-C12BC9EBCF78}" destId="{270100A0-5A9A-4E42-85AC-0660C488E8FA}" srcOrd="7" destOrd="0" presId="urn:microsoft.com/office/officeart/2005/8/layout/vList2"/>
    <dgm:cxn modelId="{CB068B2E-65EE-4FD5-BF18-189E692D6E92}" type="presParOf" srcId="{5CC2FCB1-224B-4FDC-A4F0-C12BC9EBCF78}" destId="{8627BEC9-F1F3-4F92-A8ED-B2A78E62C8D8}" srcOrd="8" destOrd="0" presId="urn:microsoft.com/office/officeart/2005/8/layout/vList2"/>
    <dgm:cxn modelId="{596AAD4B-8DE1-44A3-8E15-7742E3A78D30}" type="presParOf" srcId="{5CC2FCB1-224B-4FDC-A4F0-C12BC9EBCF78}" destId="{32672826-1413-41CF-A49D-F41595D4F89A}" srcOrd="9" destOrd="0" presId="urn:microsoft.com/office/officeart/2005/8/layout/vList2"/>
    <dgm:cxn modelId="{10E25056-3365-4949-9F6F-206414AE8A0D}" type="presParOf" srcId="{5CC2FCB1-224B-4FDC-A4F0-C12BC9EBCF78}" destId="{3FED8FD3-6300-4517-9B28-D62A186DEB9D}" srcOrd="10" destOrd="0" presId="urn:microsoft.com/office/officeart/2005/8/layout/vList2"/>
    <dgm:cxn modelId="{62E41DCA-D0D2-460A-8B66-CCC67C818EAF}" type="presParOf" srcId="{5CC2FCB1-224B-4FDC-A4F0-C12BC9EBCF78}" destId="{709EECC6-C40E-4773-8541-B3C1298B8D59}" srcOrd="11" destOrd="0" presId="urn:microsoft.com/office/officeart/2005/8/layout/vList2"/>
    <dgm:cxn modelId="{C263D9CC-C0EE-4ED6-A999-4D7E42F3AF1E}" type="presParOf" srcId="{5CC2FCB1-224B-4FDC-A4F0-C12BC9EBCF78}" destId="{D9132C54-54FB-4D0B-951D-0A5A536861E7}" srcOrd="12" destOrd="0" presId="urn:microsoft.com/office/officeart/2005/8/layout/vList2"/>
    <dgm:cxn modelId="{C18D70DA-7E47-4297-9176-24E2C73D159C}" type="presParOf" srcId="{5CC2FCB1-224B-4FDC-A4F0-C12BC9EBCF78}" destId="{BE8EC15F-2605-4430-B818-71A2C46B8E0A}" srcOrd="13" destOrd="0" presId="urn:microsoft.com/office/officeart/2005/8/layout/vList2"/>
    <dgm:cxn modelId="{24B6BB8A-FD43-498E-8819-6BF09D88B837}" type="presParOf" srcId="{5CC2FCB1-224B-4FDC-A4F0-C12BC9EBCF78}" destId="{A6816259-4816-47C6-842D-A2B84F51FA38}" srcOrd="14" destOrd="0" presId="urn:microsoft.com/office/officeart/2005/8/layout/vList2"/>
    <dgm:cxn modelId="{15955541-E35E-4E76-AE02-FB69F2771D24}" type="presParOf" srcId="{5CC2FCB1-224B-4FDC-A4F0-C12BC9EBCF78}" destId="{0329B03D-1417-42BA-B183-9356538FE4E4}" srcOrd="15" destOrd="0" presId="urn:microsoft.com/office/officeart/2005/8/layout/vList2"/>
    <dgm:cxn modelId="{0C5FC3B1-3F69-4AD9-838D-99D067A9A15F}" type="presParOf" srcId="{5CC2FCB1-224B-4FDC-A4F0-C12BC9EBCF78}" destId="{0A78A03C-B12A-4F45-BD16-DBAD1B4F80FA}" srcOrd="16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0DF0F44-4223-4902-8474-F4F66F376F1F}">
      <dgm:prSet phldr="0"/>
      <dgm:spPr>
        <a:solidFill>
          <a:schemeClr val="accent2">
            <a:hueOff val="0"/>
            <a:satOff val="0"/>
            <a:lumOff val="0"/>
            <a:alpha val="0"/>
          </a:schemeClr>
        </a:solidFill>
      </dgm:spPr>
      <dgm:t>
        <a:bodyPr/>
        <a:lstStyle/>
        <a:p>
          <a:pPr algn="l" rtl="0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A. 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Sont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 le plus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souvent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d'origine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cardiaque</a:t>
          </a:r>
          <a:endParaRPr lang="en-US" b="0" dirty="0">
            <a:solidFill>
              <a:schemeClr val="tx1"/>
            </a:solidFill>
            <a:latin typeface="+mn-lt"/>
            <a:cs typeface="Aharoni" pitchFamily="2" charset="-79"/>
          </a:endParaRPr>
        </a:p>
      </dgm:t>
    </dgm:pt>
    <dgm:pt modelId="{029D9018-9FE4-4671-8C94-CDA4E5D4D09F}" type="parTrans" cxnId="{82A45113-6114-40E7-BFF9-7F5CE7745F02}">
      <dgm:prSet/>
      <dgm:spPr/>
      <dgm:t>
        <a:bodyPr/>
        <a:lstStyle/>
        <a:p>
          <a:endParaRPr lang="fr-CA"/>
        </a:p>
      </dgm:t>
    </dgm:pt>
    <dgm:pt modelId="{D75A15B7-BB7B-44A0-8A86-E56DA258E995}" type="sibTrans" cxnId="{82A45113-6114-40E7-BFF9-7F5CE7745F02}">
      <dgm:prSet/>
      <dgm:spPr/>
      <dgm:t>
        <a:bodyPr/>
        <a:lstStyle/>
        <a:p>
          <a:endParaRPr lang="fr-CA"/>
        </a:p>
      </dgm:t>
    </dgm:pt>
    <dgm:pt modelId="{E1BC8266-1BA4-473C-8BD4-8B4AC94887CB}">
      <dgm:prSet phldr="0"/>
      <dgm:spPr>
        <a:solidFill>
          <a:schemeClr val="accent2">
            <a:hueOff val="-363841"/>
            <a:satOff val="-20982"/>
            <a:lumOff val="2157"/>
            <a:alpha val="0"/>
          </a:schemeClr>
        </a:solidFill>
      </dgm:spPr>
      <dgm:t>
        <a:bodyPr/>
        <a:lstStyle/>
        <a:p>
          <a:pPr algn="l" rtl="0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B.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Surviennent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sur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 des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sujets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plutôt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âgés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</a:p>
      </dgm:t>
    </dgm:pt>
    <dgm:pt modelId="{E551BED7-AAE3-4369-B242-FC2E54E85198}" type="parTrans" cxnId="{326458F1-6242-4CA1-92C2-9B32A845D58B}">
      <dgm:prSet/>
      <dgm:spPr/>
      <dgm:t>
        <a:bodyPr/>
        <a:lstStyle/>
        <a:p>
          <a:endParaRPr lang="fr-CA"/>
        </a:p>
      </dgm:t>
    </dgm:pt>
    <dgm:pt modelId="{23EA20C8-18E4-4C11-A9AE-EEDA4CB7DEA3}" type="sibTrans" cxnId="{326458F1-6242-4CA1-92C2-9B32A845D58B}">
      <dgm:prSet/>
      <dgm:spPr/>
      <dgm:t>
        <a:bodyPr/>
        <a:lstStyle/>
        <a:p>
          <a:endParaRPr lang="fr-CA"/>
        </a:p>
      </dgm:t>
    </dgm:pt>
    <dgm:pt modelId="{C71AA80F-88F6-4CF6-99E1-37F94A947922}">
      <dgm:prSet phldr="0"/>
      <dgm:spPr>
        <a:solidFill>
          <a:schemeClr val="accent2">
            <a:hueOff val="-1091522"/>
            <a:satOff val="-62946"/>
            <a:lumOff val="6471"/>
            <a:alpha val="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D. Se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traduisent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toujours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par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une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douleur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brutale</a:t>
          </a:r>
          <a:r>
            <a:rPr lang="en-US" dirty="0">
              <a:solidFill>
                <a:schemeClr val="bg1">
                  <a:lumMod val="95000"/>
                </a:schemeClr>
              </a:solidFill>
              <a:latin typeface="Aharoni" pitchFamily="2" charset="-79"/>
              <a:cs typeface="Aharoni" pitchFamily="2" charset="-79"/>
            </a:rPr>
            <a:t> </a:t>
          </a:r>
          <a:endParaRPr lang="en-US" dirty="0">
            <a:latin typeface="Aharoni" pitchFamily="2" charset="-79"/>
            <a:cs typeface="Aharoni" pitchFamily="2" charset="-79"/>
          </a:endParaRPr>
        </a:p>
      </dgm:t>
    </dgm:pt>
    <dgm:pt modelId="{B5AAE41E-68C9-4063-9259-AFD87AB5EFE8}" type="parTrans" cxnId="{B8CB8EE4-95AD-4E6D-A1EB-869390C4A949}">
      <dgm:prSet/>
      <dgm:spPr/>
      <dgm:t>
        <a:bodyPr/>
        <a:lstStyle/>
        <a:p>
          <a:endParaRPr lang="fr-CA"/>
        </a:p>
      </dgm:t>
    </dgm:pt>
    <dgm:pt modelId="{7E47CCB2-FD4D-4F0E-8D93-9414F727DF15}" type="sibTrans" cxnId="{B8CB8EE4-95AD-4E6D-A1EB-869390C4A949}">
      <dgm:prSet/>
      <dgm:spPr/>
      <dgm:t>
        <a:bodyPr/>
        <a:lstStyle/>
        <a:p>
          <a:endParaRPr lang="fr-CA"/>
        </a:p>
      </dgm:t>
    </dgm:pt>
    <dgm:pt modelId="{6AE11B18-3FCC-4765-839E-0EA0673ABA88}">
      <dgm:prSet phldr="0"/>
      <dgm:spPr>
        <a:solidFill>
          <a:schemeClr val="accent2">
            <a:hueOff val="-1455363"/>
            <a:satOff val="-83928"/>
            <a:lumOff val="8628"/>
            <a:alpha val="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E. 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Sont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traitées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par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une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embolectomie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à la 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sonde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 de Fogarty</a:t>
          </a:r>
        </a:p>
      </dgm:t>
    </dgm:pt>
    <dgm:pt modelId="{149BA961-E57E-4C44-B891-393FE1433A84}" type="parTrans" cxnId="{E57F5B18-8578-41E8-877A-56AD71268D32}">
      <dgm:prSet/>
      <dgm:spPr/>
      <dgm:t>
        <a:bodyPr/>
        <a:lstStyle/>
        <a:p>
          <a:endParaRPr lang="fr-CA"/>
        </a:p>
      </dgm:t>
    </dgm:pt>
    <dgm:pt modelId="{75011498-7B0F-4DA6-B421-912B56CA501C}" type="sibTrans" cxnId="{E57F5B18-8578-41E8-877A-56AD71268D32}">
      <dgm:prSet/>
      <dgm:spPr/>
      <dgm:t>
        <a:bodyPr/>
        <a:lstStyle/>
        <a:p>
          <a:endParaRPr lang="fr-CA"/>
        </a:p>
      </dgm:t>
    </dgm:pt>
    <dgm:pt modelId="{82F5BC5F-73AA-432E-9FA1-8A2030196F6C}">
      <dgm:prSet phldr="0"/>
      <dgm:spPr>
        <a:solidFill>
          <a:schemeClr val="accent2">
            <a:hueOff val="-727682"/>
            <a:satOff val="-41964"/>
            <a:lumOff val="4314"/>
            <a:alpha val="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C. 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Peuvent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être secondaires à une endocardite infectieuse</a:t>
          </a:r>
          <a:r>
            <a:rPr lang="en-US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fr-FR" dirty="0"/>
        </a:p>
      </dgm:t>
    </dgm:pt>
    <dgm:pt modelId="{7B4E75A7-D040-483F-806E-DBE1AAB24B69}" type="parTrans" cxnId="{5237ABC7-FEE5-7B42-B088-7B7A46599FAC}">
      <dgm:prSet/>
      <dgm:spPr/>
      <dgm:t>
        <a:bodyPr/>
        <a:lstStyle/>
        <a:p>
          <a:endParaRPr lang="fr-CA"/>
        </a:p>
      </dgm:t>
    </dgm:pt>
    <dgm:pt modelId="{6B89352F-D0F4-40A7-BB9E-B9E86D12BDCA}" type="sibTrans" cxnId="{5237ABC7-FEE5-7B42-B088-7B7A46599FAC}">
      <dgm:prSet/>
      <dgm:spPr/>
      <dgm:t>
        <a:bodyPr/>
        <a:lstStyle/>
        <a:p>
          <a:endParaRPr lang="fr-CA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66F4108-D927-412A-A0D4-CE68CB0AD75D}" type="pres">
      <dgm:prSet presAssocID="{60DF0F44-4223-4902-8474-F4F66F376F1F}" presName="parentText" presStyleLbl="node1" presStyleIdx="0" presStyleCnt="5" custLinFactNeighborX="-159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FED3C66-78E1-4968-9B2D-391D67964CB4}" type="pres">
      <dgm:prSet presAssocID="{D75A15B7-BB7B-44A0-8A86-E56DA258E995}" presName="spacer" presStyleCnt="0"/>
      <dgm:spPr/>
    </dgm:pt>
    <dgm:pt modelId="{B713FAB7-19A9-40F4-A12B-77F294B2ACE8}" type="pres">
      <dgm:prSet presAssocID="{E1BC8266-1BA4-473C-8BD4-8B4AC94887CB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878128D-B224-4014-90F4-C578C8B1306C}" type="pres">
      <dgm:prSet presAssocID="{23EA20C8-18E4-4C11-A9AE-EEDA4CB7DEA3}" presName="spacer" presStyleCnt="0"/>
      <dgm:spPr/>
    </dgm:pt>
    <dgm:pt modelId="{8E3A841B-5830-4EBB-977D-9AEDC30A4C14}" type="pres">
      <dgm:prSet presAssocID="{82F5BC5F-73AA-432E-9FA1-8A2030196F6C}" presName="parentText" presStyleLbl="node1" presStyleIdx="2" presStyleCnt="5" custLinFactNeighborX="-1599" custLinFactNeighborY="-4413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872417E-BE04-4793-BC56-B78BB2E80C5F}" type="pres">
      <dgm:prSet presAssocID="{6B89352F-D0F4-40A7-BB9E-B9E86D12BDCA}" presName="spacer" presStyleCnt="0"/>
      <dgm:spPr/>
    </dgm:pt>
    <dgm:pt modelId="{EA207815-574D-408E-AB88-B376486AC8E7}" type="pres">
      <dgm:prSet presAssocID="{C71AA80F-88F6-4CF6-99E1-37F94A947922}" presName="parentText" presStyleLbl="node1" presStyleIdx="3" presStyleCnt="5" custLinFactY="-7425" custLinFactNeighborX="-1705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399C4B2-1C2A-4204-B7B3-C66942598E0C}" type="pres">
      <dgm:prSet presAssocID="{7E47CCB2-FD4D-4F0E-8D93-9414F727DF15}" presName="spacer" presStyleCnt="0"/>
      <dgm:spPr/>
    </dgm:pt>
    <dgm:pt modelId="{9FF810E8-7B06-4519-B0BC-79CC8647B42D}" type="pres">
      <dgm:prSet presAssocID="{6AE11B18-3FCC-4765-839E-0EA0673ABA88}" presName="parentText" presStyleLbl="node1" presStyleIdx="4" presStyleCnt="5" custLinFactNeighborX="-213" custLinFactNeighborY="-8827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84AD2A1-9A71-4647-A8F5-E8E5F3A6BF6F}" type="presOf" srcId="{82F5BC5F-73AA-432E-9FA1-8A2030196F6C}" destId="{8E3A841B-5830-4EBB-977D-9AEDC30A4C14}" srcOrd="0" destOrd="0" presId="urn:microsoft.com/office/officeart/2005/8/layout/vList2"/>
    <dgm:cxn modelId="{6238C565-440B-4E3B-8C6A-819B41767FCB}" type="presOf" srcId="{E1BC8266-1BA4-473C-8BD4-8B4AC94887CB}" destId="{B713FAB7-19A9-40F4-A12B-77F294B2ACE8}" srcOrd="0" destOrd="0" presId="urn:microsoft.com/office/officeart/2005/8/layout/vList2"/>
    <dgm:cxn modelId="{E92FDE04-2771-4DDC-ABAF-7766174AAAD5}" type="presOf" srcId="{6AE11B18-3FCC-4765-839E-0EA0673ABA88}" destId="{9FF810E8-7B06-4519-B0BC-79CC8647B42D}" srcOrd="0" destOrd="0" presId="urn:microsoft.com/office/officeart/2005/8/layout/vList2"/>
    <dgm:cxn modelId="{82A45113-6114-40E7-BFF9-7F5CE7745F02}" srcId="{F758A695-F9F3-4BC9-9690-484C0F73DB2D}" destId="{60DF0F44-4223-4902-8474-F4F66F376F1F}" srcOrd="0" destOrd="0" parTransId="{029D9018-9FE4-4671-8C94-CDA4E5D4D09F}" sibTransId="{D75A15B7-BB7B-44A0-8A86-E56DA258E995}"/>
    <dgm:cxn modelId="{CD54BBC3-FE43-462B-A395-01EEE100DEC3}" type="presOf" srcId="{60DF0F44-4223-4902-8474-F4F66F376F1F}" destId="{766F4108-D927-412A-A0D4-CE68CB0AD75D}" srcOrd="0" destOrd="0" presId="urn:microsoft.com/office/officeart/2005/8/layout/vList2"/>
    <dgm:cxn modelId="{E57F5B18-8578-41E8-877A-56AD71268D32}" srcId="{F758A695-F9F3-4BC9-9690-484C0F73DB2D}" destId="{6AE11B18-3FCC-4765-839E-0EA0673ABA88}" srcOrd="4" destOrd="0" parTransId="{149BA961-E57E-4C44-B891-393FE1433A84}" sibTransId="{75011498-7B0F-4DA6-B421-912B56CA501C}"/>
    <dgm:cxn modelId="{607E14B4-F6F4-4243-BB52-91CB4F3091D0}" type="presOf" srcId="{C71AA80F-88F6-4CF6-99E1-37F94A947922}" destId="{EA207815-574D-408E-AB88-B376486AC8E7}" srcOrd="0" destOrd="0" presId="urn:microsoft.com/office/officeart/2005/8/layout/vList2"/>
    <dgm:cxn modelId="{5C4C5D58-B450-421C-AE68-9D03F53183B3}" type="presOf" srcId="{F758A695-F9F3-4BC9-9690-484C0F73DB2D}" destId="{F1C8B3EF-72B1-4492-9A48-93FC1A72C87D}" srcOrd="0" destOrd="0" presId="urn:microsoft.com/office/officeart/2005/8/layout/vList2"/>
    <dgm:cxn modelId="{5237ABC7-FEE5-7B42-B088-7B7A46599FAC}" srcId="{F758A695-F9F3-4BC9-9690-484C0F73DB2D}" destId="{82F5BC5F-73AA-432E-9FA1-8A2030196F6C}" srcOrd="2" destOrd="0" parTransId="{7B4E75A7-D040-483F-806E-DBE1AAB24B69}" sibTransId="{6B89352F-D0F4-40A7-BB9E-B9E86D12BDCA}"/>
    <dgm:cxn modelId="{326458F1-6242-4CA1-92C2-9B32A845D58B}" srcId="{F758A695-F9F3-4BC9-9690-484C0F73DB2D}" destId="{E1BC8266-1BA4-473C-8BD4-8B4AC94887CB}" srcOrd="1" destOrd="0" parTransId="{E551BED7-AAE3-4369-B242-FC2E54E85198}" sibTransId="{23EA20C8-18E4-4C11-A9AE-EEDA4CB7DEA3}"/>
    <dgm:cxn modelId="{B8CB8EE4-95AD-4E6D-A1EB-869390C4A949}" srcId="{F758A695-F9F3-4BC9-9690-484C0F73DB2D}" destId="{C71AA80F-88F6-4CF6-99E1-37F94A947922}" srcOrd="3" destOrd="0" parTransId="{B5AAE41E-68C9-4063-9259-AFD87AB5EFE8}" sibTransId="{7E47CCB2-FD4D-4F0E-8D93-9414F727DF15}"/>
    <dgm:cxn modelId="{B747B520-76D7-421C-9371-6E5E41C4FD37}" type="presParOf" srcId="{F1C8B3EF-72B1-4492-9A48-93FC1A72C87D}" destId="{766F4108-D927-412A-A0D4-CE68CB0AD75D}" srcOrd="0" destOrd="0" presId="urn:microsoft.com/office/officeart/2005/8/layout/vList2"/>
    <dgm:cxn modelId="{7D78F691-7989-4658-BE28-7F820DAF3573}" type="presParOf" srcId="{F1C8B3EF-72B1-4492-9A48-93FC1A72C87D}" destId="{6FED3C66-78E1-4968-9B2D-391D67964CB4}" srcOrd="1" destOrd="0" presId="urn:microsoft.com/office/officeart/2005/8/layout/vList2"/>
    <dgm:cxn modelId="{4A6EB6C2-6F68-4AA0-8B20-11DD7969768C}" type="presParOf" srcId="{F1C8B3EF-72B1-4492-9A48-93FC1A72C87D}" destId="{B713FAB7-19A9-40F4-A12B-77F294B2ACE8}" srcOrd="2" destOrd="0" presId="urn:microsoft.com/office/officeart/2005/8/layout/vList2"/>
    <dgm:cxn modelId="{4608EABB-F4AD-4DC7-BE97-B58779FBC03C}" type="presParOf" srcId="{F1C8B3EF-72B1-4492-9A48-93FC1A72C87D}" destId="{F878128D-B224-4014-90F4-C578C8B1306C}" srcOrd="3" destOrd="0" presId="urn:microsoft.com/office/officeart/2005/8/layout/vList2"/>
    <dgm:cxn modelId="{FA33B32E-96A1-4B95-9F45-05A5F14B2F02}" type="presParOf" srcId="{F1C8B3EF-72B1-4492-9A48-93FC1A72C87D}" destId="{8E3A841B-5830-4EBB-977D-9AEDC30A4C14}" srcOrd="4" destOrd="0" presId="urn:microsoft.com/office/officeart/2005/8/layout/vList2"/>
    <dgm:cxn modelId="{5B6C68CA-1DF8-4E30-B417-1B104E5380AF}" type="presParOf" srcId="{F1C8B3EF-72B1-4492-9A48-93FC1A72C87D}" destId="{9872417E-BE04-4793-BC56-B78BB2E80C5F}" srcOrd="5" destOrd="0" presId="urn:microsoft.com/office/officeart/2005/8/layout/vList2"/>
    <dgm:cxn modelId="{D6A32FB7-12DF-43A8-A9D0-E1ED173949EA}" type="presParOf" srcId="{F1C8B3EF-72B1-4492-9A48-93FC1A72C87D}" destId="{EA207815-574D-408E-AB88-B376486AC8E7}" srcOrd="6" destOrd="0" presId="urn:microsoft.com/office/officeart/2005/8/layout/vList2"/>
    <dgm:cxn modelId="{CFD68F62-40DD-473A-BDCA-264941FA86E5}" type="presParOf" srcId="{F1C8B3EF-72B1-4492-9A48-93FC1A72C87D}" destId="{1399C4B2-1C2A-4204-B7B3-C66942598E0C}" srcOrd="7" destOrd="0" presId="urn:microsoft.com/office/officeart/2005/8/layout/vList2"/>
    <dgm:cxn modelId="{D902AE03-D46D-4BED-ACBE-ADC4B8BDC2CD}" type="presParOf" srcId="{F1C8B3EF-72B1-4492-9A48-93FC1A72C87D}" destId="{9FF810E8-7B06-4519-B0BC-79CC8647B42D}" srcOrd="8" destOrd="0" presId="urn:microsoft.com/office/officeart/2005/8/layout/vList2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0DF0F44-4223-4902-8474-F4F66F376F1F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A. 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Sont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 le plus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souvent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d'origine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cardiaque</a:t>
          </a:r>
          <a:endParaRPr lang="en-US" b="0" dirty="0">
            <a:solidFill>
              <a:schemeClr val="tx1"/>
            </a:solidFill>
            <a:latin typeface="+mn-lt"/>
            <a:cs typeface="Aharoni" pitchFamily="2" charset="-79"/>
          </a:endParaRPr>
        </a:p>
      </dgm:t>
    </dgm:pt>
    <dgm:pt modelId="{029D9018-9FE4-4671-8C94-CDA4E5D4D09F}" type="parTrans" cxnId="{82A45113-6114-40E7-BFF9-7F5CE7745F02}">
      <dgm:prSet/>
      <dgm:spPr/>
      <dgm:t>
        <a:bodyPr/>
        <a:lstStyle/>
        <a:p>
          <a:endParaRPr lang="fr-CA"/>
        </a:p>
      </dgm:t>
    </dgm:pt>
    <dgm:pt modelId="{D75A15B7-BB7B-44A0-8A86-E56DA258E995}" type="sibTrans" cxnId="{82A45113-6114-40E7-BFF9-7F5CE7745F02}">
      <dgm:prSet/>
      <dgm:spPr/>
      <dgm:t>
        <a:bodyPr/>
        <a:lstStyle/>
        <a:p>
          <a:endParaRPr lang="fr-CA"/>
        </a:p>
      </dgm:t>
    </dgm:pt>
    <dgm:pt modelId="{E1BC8266-1BA4-473C-8BD4-8B4AC94887CB}">
      <dgm:prSet phldr="0"/>
      <dgm:spPr>
        <a:solidFill>
          <a:schemeClr val="accent2">
            <a:hueOff val="-363841"/>
            <a:satOff val="-20982"/>
            <a:lumOff val="2157"/>
            <a:alpha val="0"/>
          </a:schemeClr>
        </a:solidFill>
      </dgm:spPr>
      <dgm:t>
        <a:bodyPr/>
        <a:lstStyle/>
        <a:p>
          <a:pPr algn="l" rtl="0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B.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Surviennent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sur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 des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sujets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plutôt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âgés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</a:p>
      </dgm:t>
    </dgm:pt>
    <dgm:pt modelId="{E551BED7-AAE3-4369-B242-FC2E54E85198}" type="parTrans" cxnId="{326458F1-6242-4CA1-92C2-9B32A845D58B}">
      <dgm:prSet/>
      <dgm:spPr/>
      <dgm:t>
        <a:bodyPr/>
        <a:lstStyle/>
        <a:p>
          <a:endParaRPr lang="fr-CA"/>
        </a:p>
      </dgm:t>
    </dgm:pt>
    <dgm:pt modelId="{23EA20C8-18E4-4C11-A9AE-EEDA4CB7DEA3}" type="sibTrans" cxnId="{326458F1-6242-4CA1-92C2-9B32A845D58B}">
      <dgm:prSet/>
      <dgm:spPr/>
      <dgm:t>
        <a:bodyPr/>
        <a:lstStyle/>
        <a:p>
          <a:endParaRPr lang="fr-CA"/>
        </a:p>
      </dgm:t>
    </dgm:pt>
    <dgm:pt modelId="{C71AA80F-88F6-4CF6-99E1-37F94A947922}">
      <dgm:prSet phldr="0"/>
      <dgm:spPr>
        <a:solidFill>
          <a:schemeClr val="accent2">
            <a:hueOff val="-1091522"/>
            <a:satOff val="-62946"/>
            <a:lumOff val="6471"/>
            <a:alpha val="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D. Se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traduisent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toujours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par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une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douleur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brutale</a:t>
          </a:r>
          <a:r>
            <a:rPr lang="en-US" dirty="0">
              <a:solidFill>
                <a:schemeClr val="bg1">
                  <a:lumMod val="95000"/>
                </a:schemeClr>
              </a:solidFill>
              <a:latin typeface="Aharoni" pitchFamily="2" charset="-79"/>
              <a:cs typeface="Aharoni" pitchFamily="2" charset="-79"/>
            </a:rPr>
            <a:t> </a:t>
          </a:r>
          <a:endParaRPr lang="en-US" dirty="0">
            <a:latin typeface="Aharoni" pitchFamily="2" charset="-79"/>
            <a:cs typeface="Aharoni" pitchFamily="2" charset="-79"/>
          </a:endParaRPr>
        </a:p>
      </dgm:t>
    </dgm:pt>
    <dgm:pt modelId="{B5AAE41E-68C9-4063-9259-AFD87AB5EFE8}" type="parTrans" cxnId="{B8CB8EE4-95AD-4E6D-A1EB-869390C4A949}">
      <dgm:prSet/>
      <dgm:spPr/>
      <dgm:t>
        <a:bodyPr/>
        <a:lstStyle/>
        <a:p>
          <a:endParaRPr lang="fr-CA"/>
        </a:p>
      </dgm:t>
    </dgm:pt>
    <dgm:pt modelId="{7E47CCB2-FD4D-4F0E-8D93-9414F727DF15}" type="sibTrans" cxnId="{B8CB8EE4-95AD-4E6D-A1EB-869390C4A949}">
      <dgm:prSet/>
      <dgm:spPr/>
      <dgm:t>
        <a:bodyPr/>
        <a:lstStyle/>
        <a:p>
          <a:endParaRPr lang="fr-CA"/>
        </a:p>
      </dgm:t>
    </dgm:pt>
    <dgm:pt modelId="{6AE11B18-3FCC-4765-839E-0EA0673ABA88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E. 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Sont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traitées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par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une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embolectomie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à la 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sonde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 de Fogarty</a:t>
          </a:r>
        </a:p>
      </dgm:t>
    </dgm:pt>
    <dgm:pt modelId="{149BA961-E57E-4C44-B891-393FE1433A84}" type="parTrans" cxnId="{E57F5B18-8578-41E8-877A-56AD71268D32}">
      <dgm:prSet/>
      <dgm:spPr/>
      <dgm:t>
        <a:bodyPr/>
        <a:lstStyle/>
        <a:p>
          <a:endParaRPr lang="fr-CA"/>
        </a:p>
      </dgm:t>
    </dgm:pt>
    <dgm:pt modelId="{75011498-7B0F-4DA6-B421-912B56CA501C}" type="sibTrans" cxnId="{E57F5B18-8578-41E8-877A-56AD71268D32}">
      <dgm:prSet/>
      <dgm:spPr/>
      <dgm:t>
        <a:bodyPr/>
        <a:lstStyle/>
        <a:p>
          <a:endParaRPr lang="fr-CA"/>
        </a:p>
      </dgm:t>
    </dgm:pt>
    <dgm:pt modelId="{82F5BC5F-73AA-432E-9FA1-8A2030196F6C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C. 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Peuvent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être secondaires à une endocardite infectieuse</a:t>
          </a:r>
          <a:r>
            <a:rPr lang="en-US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fr-FR" dirty="0"/>
        </a:p>
      </dgm:t>
    </dgm:pt>
    <dgm:pt modelId="{7B4E75A7-D040-483F-806E-DBE1AAB24B69}" type="parTrans" cxnId="{5237ABC7-FEE5-7B42-B088-7B7A46599FAC}">
      <dgm:prSet/>
      <dgm:spPr/>
      <dgm:t>
        <a:bodyPr/>
        <a:lstStyle/>
        <a:p>
          <a:endParaRPr lang="fr-CA"/>
        </a:p>
      </dgm:t>
    </dgm:pt>
    <dgm:pt modelId="{6B89352F-D0F4-40A7-BB9E-B9E86D12BDCA}" type="sibTrans" cxnId="{5237ABC7-FEE5-7B42-B088-7B7A46599FAC}">
      <dgm:prSet/>
      <dgm:spPr/>
      <dgm:t>
        <a:bodyPr/>
        <a:lstStyle/>
        <a:p>
          <a:endParaRPr lang="fr-CA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66F4108-D927-412A-A0D4-CE68CB0AD75D}" type="pres">
      <dgm:prSet presAssocID="{60DF0F44-4223-4902-8474-F4F66F376F1F}" presName="parentText" presStyleLbl="node1" presStyleIdx="0" presStyleCnt="5" custLinFactNeighborX="-1599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FED3C66-78E1-4968-9B2D-391D67964CB4}" type="pres">
      <dgm:prSet presAssocID="{D75A15B7-BB7B-44A0-8A86-E56DA258E995}" presName="spacer" presStyleCnt="0"/>
      <dgm:spPr/>
    </dgm:pt>
    <dgm:pt modelId="{B713FAB7-19A9-40F4-A12B-77F294B2ACE8}" type="pres">
      <dgm:prSet presAssocID="{E1BC8266-1BA4-473C-8BD4-8B4AC94887CB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878128D-B224-4014-90F4-C578C8B1306C}" type="pres">
      <dgm:prSet presAssocID="{23EA20C8-18E4-4C11-A9AE-EEDA4CB7DEA3}" presName="spacer" presStyleCnt="0"/>
      <dgm:spPr/>
    </dgm:pt>
    <dgm:pt modelId="{8E3A841B-5830-4EBB-977D-9AEDC30A4C14}" type="pres">
      <dgm:prSet presAssocID="{82F5BC5F-73AA-432E-9FA1-8A2030196F6C}" presName="parentText" presStyleLbl="node1" presStyleIdx="2" presStyleCnt="5" custLinFactNeighborX="-1599" custLinFactNeighborY="-4413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872417E-BE04-4793-BC56-B78BB2E80C5F}" type="pres">
      <dgm:prSet presAssocID="{6B89352F-D0F4-40A7-BB9E-B9E86D12BDCA}" presName="spacer" presStyleCnt="0"/>
      <dgm:spPr/>
    </dgm:pt>
    <dgm:pt modelId="{EA207815-574D-408E-AB88-B376486AC8E7}" type="pres">
      <dgm:prSet presAssocID="{C71AA80F-88F6-4CF6-99E1-37F94A947922}" presName="parentText" presStyleLbl="node1" presStyleIdx="3" presStyleCnt="5" custLinFactY="-7425" custLinFactNeighborX="-1705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399C4B2-1C2A-4204-B7B3-C66942598E0C}" type="pres">
      <dgm:prSet presAssocID="{7E47CCB2-FD4D-4F0E-8D93-9414F727DF15}" presName="spacer" presStyleCnt="0"/>
      <dgm:spPr/>
    </dgm:pt>
    <dgm:pt modelId="{9FF810E8-7B06-4519-B0BC-79CC8647B42D}" type="pres">
      <dgm:prSet presAssocID="{6AE11B18-3FCC-4765-839E-0EA0673ABA88}" presName="parentText" presStyleLbl="node1" presStyleIdx="4" presStyleCnt="5" custLinFactNeighborX="-213" custLinFactNeighborY="-8827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2573BB2-CD30-40E6-AAE5-C191520AE7A3}" type="presOf" srcId="{C71AA80F-88F6-4CF6-99E1-37F94A947922}" destId="{EA207815-574D-408E-AB88-B376486AC8E7}" srcOrd="0" destOrd="0" presId="urn:microsoft.com/office/officeart/2005/8/layout/vList2"/>
    <dgm:cxn modelId="{82A45113-6114-40E7-BFF9-7F5CE7745F02}" srcId="{F758A695-F9F3-4BC9-9690-484C0F73DB2D}" destId="{60DF0F44-4223-4902-8474-F4F66F376F1F}" srcOrd="0" destOrd="0" parTransId="{029D9018-9FE4-4671-8C94-CDA4E5D4D09F}" sibTransId="{D75A15B7-BB7B-44A0-8A86-E56DA258E995}"/>
    <dgm:cxn modelId="{0C25438A-798F-4CBE-A05B-D0F91E697EC7}" type="presOf" srcId="{60DF0F44-4223-4902-8474-F4F66F376F1F}" destId="{766F4108-D927-412A-A0D4-CE68CB0AD75D}" srcOrd="0" destOrd="0" presId="urn:microsoft.com/office/officeart/2005/8/layout/vList2"/>
    <dgm:cxn modelId="{F0764030-92B3-4925-827B-EBFD7FF2F8EF}" type="presOf" srcId="{82F5BC5F-73AA-432E-9FA1-8A2030196F6C}" destId="{8E3A841B-5830-4EBB-977D-9AEDC30A4C14}" srcOrd="0" destOrd="0" presId="urn:microsoft.com/office/officeart/2005/8/layout/vList2"/>
    <dgm:cxn modelId="{0460D7A3-4CD1-4620-B78F-B627A5AB8F1B}" type="presOf" srcId="{6AE11B18-3FCC-4765-839E-0EA0673ABA88}" destId="{9FF810E8-7B06-4519-B0BC-79CC8647B42D}" srcOrd="0" destOrd="0" presId="urn:microsoft.com/office/officeart/2005/8/layout/vList2"/>
    <dgm:cxn modelId="{E57F5B18-8578-41E8-877A-56AD71268D32}" srcId="{F758A695-F9F3-4BC9-9690-484C0F73DB2D}" destId="{6AE11B18-3FCC-4765-839E-0EA0673ABA88}" srcOrd="4" destOrd="0" parTransId="{149BA961-E57E-4C44-B891-393FE1433A84}" sibTransId="{75011498-7B0F-4DA6-B421-912B56CA501C}"/>
    <dgm:cxn modelId="{38B3D7B4-F128-4FC0-B7C1-7E51F63FAC64}" type="presOf" srcId="{E1BC8266-1BA4-473C-8BD4-8B4AC94887CB}" destId="{B713FAB7-19A9-40F4-A12B-77F294B2ACE8}" srcOrd="0" destOrd="0" presId="urn:microsoft.com/office/officeart/2005/8/layout/vList2"/>
    <dgm:cxn modelId="{5237ABC7-FEE5-7B42-B088-7B7A46599FAC}" srcId="{F758A695-F9F3-4BC9-9690-484C0F73DB2D}" destId="{82F5BC5F-73AA-432E-9FA1-8A2030196F6C}" srcOrd="2" destOrd="0" parTransId="{7B4E75A7-D040-483F-806E-DBE1AAB24B69}" sibTransId="{6B89352F-D0F4-40A7-BB9E-B9E86D12BDCA}"/>
    <dgm:cxn modelId="{326458F1-6242-4CA1-92C2-9B32A845D58B}" srcId="{F758A695-F9F3-4BC9-9690-484C0F73DB2D}" destId="{E1BC8266-1BA4-473C-8BD4-8B4AC94887CB}" srcOrd="1" destOrd="0" parTransId="{E551BED7-AAE3-4369-B242-FC2E54E85198}" sibTransId="{23EA20C8-18E4-4C11-A9AE-EEDA4CB7DEA3}"/>
    <dgm:cxn modelId="{3E8B39BD-D6C4-4F72-945B-11966ED90E6A}" type="presOf" srcId="{F758A695-F9F3-4BC9-9690-484C0F73DB2D}" destId="{F1C8B3EF-72B1-4492-9A48-93FC1A72C87D}" srcOrd="0" destOrd="0" presId="urn:microsoft.com/office/officeart/2005/8/layout/vList2"/>
    <dgm:cxn modelId="{B8CB8EE4-95AD-4E6D-A1EB-869390C4A949}" srcId="{F758A695-F9F3-4BC9-9690-484C0F73DB2D}" destId="{C71AA80F-88F6-4CF6-99E1-37F94A947922}" srcOrd="3" destOrd="0" parTransId="{B5AAE41E-68C9-4063-9259-AFD87AB5EFE8}" sibTransId="{7E47CCB2-FD4D-4F0E-8D93-9414F727DF15}"/>
    <dgm:cxn modelId="{378D6592-1366-494C-8D49-A7663BFF57EF}" type="presParOf" srcId="{F1C8B3EF-72B1-4492-9A48-93FC1A72C87D}" destId="{766F4108-D927-412A-A0D4-CE68CB0AD75D}" srcOrd="0" destOrd="0" presId="urn:microsoft.com/office/officeart/2005/8/layout/vList2"/>
    <dgm:cxn modelId="{89294161-86E0-4346-84A4-CCF69A189F6E}" type="presParOf" srcId="{F1C8B3EF-72B1-4492-9A48-93FC1A72C87D}" destId="{6FED3C66-78E1-4968-9B2D-391D67964CB4}" srcOrd="1" destOrd="0" presId="urn:microsoft.com/office/officeart/2005/8/layout/vList2"/>
    <dgm:cxn modelId="{0683897E-75A6-436F-BB70-E1E915433AED}" type="presParOf" srcId="{F1C8B3EF-72B1-4492-9A48-93FC1A72C87D}" destId="{B713FAB7-19A9-40F4-A12B-77F294B2ACE8}" srcOrd="2" destOrd="0" presId="urn:microsoft.com/office/officeart/2005/8/layout/vList2"/>
    <dgm:cxn modelId="{696566A2-CFCD-447E-BBA6-22DB83A0F59D}" type="presParOf" srcId="{F1C8B3EF-72B1-4492-9A48-93FC1A72C87D}" destId="{F878128D-B224-4014-90F4-C578C8B1306C}" srcOrd="3" destOrd="0" presId="urn:microsoft.com/office/officeart/2005/8/layout/vList2"/>
    <dgm:cxn modelId="{78ED7995-A23F-436D-8833-F52A95101711}" type="presParOf" srcId="{F1C8B3EF-72B1-4492-9A48-93FC1A72C87D}" destId="{8E3A841B-5830-4EBB-977D-9AEDC30A4C14}" srcOrd="4" destOrd="0" presId="urn:microsoft.com/office/officeart/2005/8/layout/vList2"/>
    <dgm:cxn modelId="{1930DD6E-9C13-4323-B196-66D5AACF9850}" type="presParOf" srcId="{F1C8B3EF-72B1-4492-9A48-93FC1A72C87D}" destId="{9872417E-BE04-4793-BC56-B78BB2E80C5F}" srcOrd="5" destOrd="0" presId="urn:microsoft.com/office/officeart/2005/8/layout/vList2"/>
    <dgm:cxn modelId="{EAEE873A-7AEE-43C6-B519-86C70CF148D5}" type="presParOf" srcId="{F1C8B3EF-72B1-4492-9A48-93FC1A72C87D}" destId="{EA207815-574D-408E-AB88-B376486AC8E7}" srcOrd="6" destOrd="0" presId="urn:microsoft.com/office/officeart/2005/8/layout/vList2"/>
    <dgm:cxn modelId="{6C137AE0-186C-4CE4-AC21-33969E151499}" type="presParOf" srcId="{F1C8B3EF-72B1-4492-9A48-93FC1A72C87D}" destId="{1399C4B2-1C2A-4204-B7B3-C66942598E0C}" srcOrd="7" destOrd="0" presId="urn:microsoft.com/office/officeart/2005/8/layout/vList2"/>
    <dgm:cxn modelId="{41EE0F65-352A-414E-90F0-EF4E55479B8B}" type="presParOf" srcId="{F1C8B3EF-72B1-4492-9A48-93FC1A72C87D}" destId="{9FF810E8-7B06-4519-B0BC-79CC8647B42D}" srcOrd="8" destOrd="0" presId="urn:microsoft.com/office/officeart/2005/8/layout/vList2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0DF0F44-4223-4902-8474-F4F66F376F1F}">
      <dgm:prSet phldr="0"/>
      <dgm:spPr>
        <a:solidFill>
          <a:schemeClr val="accent2">
            <a:hueOff val="0"/>
            <a:satOff val="0"/>
            <a:lumOff val="0"/>
            <a:alpha val="0"/>
          </a:schemeClr>
        </a:solidFill>
      </dgm:spPr>
      <dgm:t>
        <a:bodyPr/>
        <a:lstStyle/>
        <a:p>
          <a:pPr algn="l" rtl="0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A.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Anévrysme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de la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coronaire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droite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</a:p>
      </dgm:t>
    </dgm:pt>
    <dgm:pt modelId="{029D9018-9FE4-4671-8C94-CDA4E5D4D09F}" type="parTrans" cxnId="{82A45113-6114-40E7-BFF9-7F5CE7745F02}">
      <dgm:prSet/>
      <dgm:spPr/>
      <dgm:t>
        <a:bodyPr/>
        <a:lstStyle/>
        <a:p>
          <a:endParaRPr lang="fr-FR"/>
        </a:p>
      </dgm:t>
    </dgm:pt>
    <dgm:pt modelId="{D75A15B7-BB7B-44A0-8A86-E56DA258E995}" type="sibTrans" cxnId="{82A45113-6114-40E7-BFF9-7F5CE7745F02}">
      <dgm:prSet/>
      <dgm:spPr/>
      <dgm:t>
        <a:bodyPr/>
        <a:lstStyle/>
        <a:p>
          <a:endParaRPr lang="fr-FR"/>
        </a:p>
      </dgm:t>
    </dgm:pt>
    <dgm:pt modelId="{52ABBF3B-7FB0-417F-BCF9-EF611250A186}">
      <dgm:prSet phldr="0"/>
      <dgm:spPr>
        <a:solidFill>
          <a:schemeClr val="accent2">
            <a:hueOff val="-363841"/>
            <a:satOff val="-20982"/>
            <a:lumOff val="2157"/>
            <a:alpha val="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B.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Anévrysme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du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ventricule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gauche </a:t>
          </a:r>
          <a:endParaRPr lang="en-US" b="0" dirty="0">
            <a:solidFill>
              <a:schemeClr val="tx1"/>
            </a:solidFill>
            <a:latin typeface="+mn-lt"/>
          </a:endParaRPr>
        </a:p>
      </dgm:t>
    </dgm:pt>
    <dgm:pt modelId="{737FD00D-28B9-45D7-BA8D-033E1D97337C}" type="parTrans" cxnId="{1E51E04B-72BA-4B15-9918-50EE9E18BAB3}">
      <dgm:prSet/>
      <dgm:spPr/>
      <dgm:t>
        <a:bodyPr/>
        <a:lstStyle/>
        <a:p>
          <a:endParaRPr lang="fr-FR"/>
        </a:p>
      </dgm:t>
    </dgm:pt>
    <dgm:pt modelId="{A6FF892C-8F7E-4824-8742-B0ABC1AD4B25}" type="sibTrans" cxnId="{1E51E04B-72BA-4B15-9918-50EE9E18BAB3}">
      <dgm:prSet/>
      <dgm:spPr/>
      <dgm:t>
        <a:bodyPr/>
        <a:lstStyle/>
        <a:p>
          <a:endParaRPr lang="fr-FR"/>
        </a:p>
      </dgm:t>
    </dgm:pt>
    <dgm:pt modelId="{84A4ACC3-CF99-4A49-8C29-46EA9C441A05}">
      <dgm:prSet phldr="0"/>
      <dgm:spPr>
        <a:solidFill>
          <a:schemeClr val="accent6">
            <a:lumMod val="40000"/>
            <a:lumOff val="60000"/>
            <a:alpha val="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C.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Rétrécissement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mitral</a:t>
          </a:r>
          <a:endParaRPr lang="en-US" b="0" dirty="0">
            <a:solidFill>
              <a:schemeClr val="tx1"/>
            </a:solidFill>
            <a:latin typeface="+mn-lt"/>
          </a:endParaRPr>
        </a:p>
      </dgm:t>
    </dgm:pt>
    <dgm:pt modelId="{63258BE0-B7D8-46E3-9C7C-6232AA193A8F}" type="parTrans" cxnId="{CE47E5A5-70C0-4787-8786-6A38EB083D59}">
      <dgm:prSet/>
      <dgm:spPr/>
      <dgm:t>
        <a:bodyPr/>
        <a:lstStyle/>
        <a:p>
          <a:endParaRPr lang="fr-FR"/>
        </a:p>
      </dgm:t>
    </dgm:pt>
    <dgm:pt modelId="{555DB8BB-E5D3-4B0B-96ED-184C334004F2}" type="sibTrans" cxnId="{CE47E5A5-70C0-4787-8786-6A38EB083D59}">
      <dgm:prSet/>
      <dgm:spPr/>
      <dgm:t>
        <a:bodyPr/>
        <a:lstStyle/>
        <a:p>
          <a:endParaRPr lang="fr-FR"/>
        </a:p>
      </dgm:t>
    </dgm:pt>
    <dgm:pt modelId="{015F559E-5D74-4AA2-8D0F-C04E8F593739}">
      <dgm:prSet phldr="0"/>
      <dgm:spPr>
        <a:solidFill>
          <a:schemeClr val="accent2">
            <a:hueOff val="-1091522"/>
            <a:satOff val="-62946"/>
            <a:lumOff val="6471"/>
            <a:alpha val="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D.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Cardiomyopathie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dilatée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b="0" dirty="0">
            <a:solidFill>
              <a:schemeClr val="tx1"/>
            </a:solidFill>
            <a:latin typeface="+mn-lt"/>
          </a:endParaRPr>
        </a:p>
      </dgm:t>
    </dgm:pt>
    <dgm:pt modelId="{1565FE5C-9388-4D8A-8B1C-3DC945EB60AD}" type="parTrans" cxnId="{FCD25BC2-899D-4E26-8E49-0EF37BCB2D30}">
      <dgm:prSet/>
      <dgm:spPr/>
      <dgm:t>
        <a:bodyPr/>
        <a:lstStyle/>
        <a:p>
          <a:endParaRPr lang="fr-FR"/>
        </a:p>
      </dgm:t>
    </dgm:pt>
    <dgm:pt modelId="{5A4DA06B-D5EC-4CE9-AF30-CBB8257D4AE5}" type="sibTrans" cxnId="{FCD25BC2-899D-4E26-8E49-0EF37BCB2D30}">
      <dgm:prSet/>
      <dgm:spPr/>
      <dgm:t>
        <a:bodyPr/>
        <a:lstStyle/>
        <a:p>
          <a:endParaRPr lang="fr-FR"/>
        </a:p>
      </dgm:t>
    </dgm:pt>
    <dgm:pt modelId="{AA8409A1-CE80-405C-AD4F-D16BC6ADD7DD}">
      <dgm:prSet phldr="0"/>
      <dgm:spPr>
        <a:solidFill>
          <a:schemeClr val="accent2">
            <a:hueOff val="-1455363"/>
            <a:satOff val="-83928"/>
            <a:lumOff val="8628"/>
            <a:alpha val="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E. thrombus de 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l’oreillette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gauche</a:t>
          </a:r>
          <a:endParaRPr lang="en-US" b="0" dirty="0">
            <a:solidFill>
              <a:schemeClr val="tx1"/>
            </a:solidFill>
            <a:latin typeface="+mn-lt"/>
          </a:endParaRPr>
        </a:p>
      </dgm:t>
    </dgm:pt>
    <dgm:pt modelId="{FE2C59D9-40AF-40C5-9F5E-44C7108B6CAE}" type="parTrans" cxnId="{B72D71B4-FE39-4876-8046-1FB05C0BF63A}">
      <dgm:prSet/>
      <dgm:spPr/>
      <dgm:t>
        <a:bodyPr/>
        <a:lstStyle/>
        <a:p>
          <a:endParaRPr lang="fr-FR"/>
        </a:p>
      </dgm:t>
    </dgm:pt>
    <dgm:pt modelId="{875F9888-CA2C-4AC5-AA0D-6B444A8CD3D8}" type="sibTrans" cxnId="{B72D71B4-FE39-4876-8046-1FB05C0BF63A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66F4108-D927-412A-A0D4-CE68CB0AD75D}" type="pres">
      <dgm:prSet presAssocID="{60DF0F44-4223-4902-8474-F4F66F376F1F}" presName="parentText" presStyleLbl="node1" presStyleIdx="0" presStyleCnt="5" custLinFactNeighborX="-319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B0A7129-DE57-4406-AE29-F4C364C10FC6}" type="pres">
      <dgm:prSet presAssocID="{D75A15B7-BB7B-44A0-8A86-E56DA258E995}" presName="spacer" presStyleCnt="0"/>
      <dgm:spPr/>
    </dgm:pt>
    <dgm:pt modelId="{9C61A1BC-ECFA-4815-AB3D-2D122A446C50}" type="pres">
      <dgm:prSet presAssocID="{52ABBF3B-7FB0-417F-BCF9-EF611250A18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52B2375-5C8C-4EF0-88A9-30061B1DA652}" type="pres">
      <dgm:prSet presAssocID="{A6FF892C-8F7E-4824-8742-B0ABC1AD4B25}" presName="spacer" presStyleCnt="0"/>
      <dgm:spPr/>
    </dgm:pt>
    <dgm:pt modelId="{BF10AD5F-C2E1-48FD-B52B-52A99E9EDFDC}" type="pres">
      <dgm:prSet presAssocID="{84A4ACC3-CF99-4A49-8C29-46EA9C441A0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0BE9144-4451-423D-ABF3-280293E0A981}" type="pres">
      <dgm:prSet presAssocID="{555DB8BB-E5D3-4B0B-96ED-184C334004F2}" presName="spacer" presStyleCnt="0"/>
      <dgm:spPr/>
    </dgm:pt>
    <dgm:pt modelId="{1827CA29-D28A-4BF3-A36B-870FD82BE503}" type="pres">
      <dgm:prSet presAssocID="{015F559E-5D74-4AA2-8D0F-C04E8F59373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E9F7E50-982F-4664-BEDF-7F07BE1CF97F}" type="pres">
      <dgm:prSet presAssocID="{5A4DA06B-D5EC-4CE9-AF30-CBB8257D4AE5}" presName="spacer" presStyleCnt="0"/>
      <dgm:spPr/>
    </dgm:pt>
    <dgm:pt modelId="{492B5D05-25BB-43B6-AA22-59750FB2B960}" type="pres">
      <dgm:prSet presAssocID="{AA8409A1-CE80-405C-AD4F-D16BC6ADD7DD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40E3F03-9532-492B-998E-188DC43222FB}" type="presOf" srcId="{52ABBF3B-7FB0-417F-BCF9-EF611250A186}" destId="{9C61A1BC-ECFA-4815-AB3D-2D122A446C50}" srcOrd="0" destOrd="0" presId="urn:microsoft.com/office/officeart/2005/8/layout/vList2"/>
    <dgm:cxn modelId="{B72D71B4-FE39-4876-8046-1FB05C0BF63A}" srcId="{F758A695-F9F3-4BC9-9690-484C0F73DB2D}" destId="{AA8409A1-CE80-405C-AD4F-D16BC6ADD7DD}" srcOrd="4" destOrd="0" parTransId="{FE2C59D9-40AF-40C5-9F5E-44C7108B6CAE}" sibTransId="{875F9888-CA2C-4AC5-AA0D-6B444A8CD3D8}"/>
    <dgm:cxn modelId="{82A45113-6114-40E7-BFF9-7F5CE7745F02}" srcId="{F758A695-F9F3-4BC9-9690-484C0F73DB2D}" destId="{60DF0F44-4223-4902-8474-F4F66F376F1F}" srcOrd="0" destOrd="0" parTransId="{029D9018-9FE4-4671-8C94-CDA4E5D4D09F}" sibTransId="{D75A15B7-BB7B-44A0-8A86-E56DA258E995}"/>
    <dgm:cxn modelId="{70AC65A9-CEF3-4DE6-82E5-474421235057}" type="presOf" srcId="{84A4ACC3-CF99-4A49-8C29-46EA9C441A05}" destId="{BF10AD5F-C2E1-48FD-B52B-52A99E9EDFDC}" srcOrd="0" destOrd="0" presId="urn:microsoft.com/office/officeart/2005/8/layout/vList2"/>
    <dgm:cxn modelId="{FCD25BC2-899D-4E26-8E49-0EF37BCB2D30}" srcId="{F758A695-F9F3-4BC9-9690-484C0F73DB2D}" destId="{015F559E-5D74-4AA2-8D0F-C04E8F593739}" srcOrd="3" destOrd="0" parTransId="{1565FE5C-9388-4D8A-8B1C-3DC945EB60AD}" sibTransId="{5A4DA06B-D5EC-4CE9-AF30-CBB8257D4AE5}"/>
    <dgm:cxn modelId="{1E51E04B-72BA-4B15-9918-50EE9E18BAB3}" srcId="{F758A695-F9F3-4BC9-9690-484C0F73DB2D}" destId="{52ABBF3B-7FB0-417F-BCF9-EF611250A186}" srcOrd="1" destOrd="0" parTransId="{737FD00D-28B9-45D7-BA8D-033E1D97337C}" sibTransId="{A6FF892C-8F7E-4824-8742-B0ABC1AD4B25}"/>
    <dgm:cxn modelId="{20E0FEB9-3649-4B63-A3D9-D447749CFF11}" type="presOf" srcId="{AA8409A1-CE80-405C-AD4F-D16BC6ADD7DD}" destId="{492B5D05-25BB-43B6-AA22-59750FB2B960}" srcOrd="0" destOrd="0" presId="urn:microsoft.com/office/officeart/2005/8/layout/vList2"/>
    <dgm:cxn modelId="{CE47E5A5-70C0-4787-8786-6A38EB083D59}" srcId="{F758A695-F9F3-4BC9-9690-484C0F73DB2D}" destId="{84A4ACC3-CF99-4A49-8C29-46EA9C441A05}" srcOrd="2" destOrd="0" parTransId="{63258BE0-B7D8-46E3-9C7C-6232AA193A8F}" sibTransId="{555DB8BB-E5D3-4B0B-96ED-184C334004F2}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05ECE71F-F1C0-4E6B-B4B4-16BCE12A44A0}" type="presOf" srcId="{015F559E-5D74-4AA2-8D0F-C04E8F593739}" destId="{1827CA29-D28A-4BF3-A36B-870FD82BE503}" srcOrd="0" destOrd="0" presId="urn:microsoft.com/office/officeart/2005/8/layout/vList2"/>
    <dgm:cxn modelId="{5EDA26EB-6B1D-44BF-BCF8-C60BA3173433}" type="presOf" srcId="{60DF0F44-4223-4902-8474-F4F66F376F1F}" destId="{766F4108-D927-412A-A0D4-CE68CB0AD75D}" srcOrd="0" destOrd="0" presId="urn:microsoft.com/office/officeart/2005/8/layout/vList2"/>
    <dgm:cxn modelId="{C43DE67E-CAA0-4CBC-B95B-4279C84CA30F}" type="presParOf" srcId="{F1C8B3EF-72B1-4492-9A48-93FC1A72C87D}" destId="{766F4108-D927-412A-A0D4-CE68CB0AD75D}" srcOrd="0" destOrd="0" presId="urn:microsoft.com/office/officeart/2005/8/layout/vList2"/>
    <dgm:cxn modelId="{6328FA48-E93B-4B7B-8BCA-1BBDE40A1B81}" type="presParOf" srcId="{F1C8B3EF-72B1-4492-9A48-93FC1A72C87D}" destId="{4B0A7129-DE57-4406-AE29-F4C364C10FC6}" srcOrd="1" destOrd="0" presId="urn:microsoft.com/office/officeart/2005/8/layout/vList2"/>
    <dgm:cxn modelId="{DEFF7059-4493-4D95-9FD0-5ED095C00DE5}" type="presParOf" srcId="{F1C8B3EF-72B1-4492-9A48-93FC1A72C87D}" destId="{9C61A1BC-ECFA-4815-AB3D-2D122A446C50}" srcOrd="2" destOrd="0" presId="urn:microsoft.com/office/officeart/2005/8/layout/vList2"/>
    <dgm:cxn modelId="{32134466-3658-4131-9125-A8C8BB49A6DB}" type="presParOf" srcId="{F1C8B3EF-72B1-4492-9A48-93FC1A72C87D}" destId="{F52B2375-5C8C-4EF0-88A9-30061B1DA652}" srcOrd="3" destOrd="0" presId="urn:microsoft.com/office/officeart/2005/8/layout/vList2"/>
    <dgm:cxn modelId="{625C90AC-2D3C-495C-9723-867D9A581C07}" type="presParOf" srcId="{F1C8B3EF-72B1-4492-9A48-93FC1A72C87D}" destId="{BF10AD5F-C2E1-48FD-B52B-52A99E9EDFDC}" srcOrd="4" destOrd="0" presId="urn:microsoft.com/office/officeart/2005/8/layout/vList2"/>
    <dgm:cxn modelId="{11CDA678-550E-4288-94C0-9B44C8C4A056}" type="presParOf" srcId="{F1C8B3EF-72B1-4492-9A48-93FC1A72C87D}" destId="{50BE9144-4451-423D-ABF3-280293E0A981}" srcOrd="5" destOrd="0" presId="urn:microsoft.com/office/officeart/2005/8/layout/vList2"/>
    <dgm:cxn modelId="{BB88E9E9-70E5-4521-99D5-20F0021ED744}" type="presParOf" srcId="{F1C8B3EF-72B1-4492-9A48-93FC1A72C87D}" destId="{1827CA29-D28A-4BF3-A36B-870FD82BE503}" srcOrd="6" destOrd="0" presId="urn:microsoft.com/office/officeart/2005/8/layout/vList2"/>
    <dgm:cxn modelId="{F20554BD-083E-47B4-BCDE-C80427348CE4}" type="presParOf" srcId="{F1C8B3EF-72B1-4492-9A48-93FC1A72C87D}" destId="{BE9F7E50-982F-4664-BEDF-7F07BE1CF97F}" srcOrd="7" destOrd="0" presId="urn:microsoft.com/office/officeart/2005/8/layout/vList2"/>
    <dgm:cxn modelId="{C6C85B18-52C9-45B7-9DBD-3B2C90161F76}" type="presParOf" srcId="{F1C8B3EF-72B1-4492-9A48-93FC1A72C87D}" destId="{492B5D05-25BB-43B6-AA22-59750FB2B960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0DF0F44-4223-4902-8474-F4F66F376F1F}">
      <dgm:prSet phldr="0"/>
      <dgm:spPr>
        <a:solidFill>
          <a:schemeClr val="accent2">
            <a:hueOff val="0"/>
            <a:satOff val="0"/>
            <a:lumOff val="0"/>
            <a:alpha val="0"/>
          </a:schemeClr>
        </a:solidFill>
      </dgm:spPr>
      <dgm:t>
        <a:bodyPr/>
        <a:lstStyle/>
        <a:p>
          <a:pPr algn="l" rtl="0"/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A.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Anévrysme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de la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coronaire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Aharoni" pitchFamily="2" charset="-79"/>
            </a:rPr>
            <a:t>droite</a:t>
          </a:r>
          <a:r>
            <a:rPr lang="en-US" b="0" dirty="0">
              <a:solidFill>
                <a:schemeClr val="tx1"/>
              </a:solidFill>
              <a:latin typeface="+mn-lt"/>
              <a:cs typeface="Aharoni" pitchFamily="2" charset="-79"/>
            </a:rPr>
            <a:t> </a:t>
          </a:r>
        </a:p>
      </dgm:t>
    </dgm:pt>
    <dgm:pt modelId="{029D9018-9FE4-4671-8C94-CDA4E5D4D09F}" type="parTrans" cxnId="{82A45113-6114-40E7-BFF9-7F5CE7745F02}">
      <dgm:prSet/>
      <dgm:spPr/>
      <dgm:t>
        <a:bodyPr/>
        <a:lstStyle/>
        <a:p>
          <a:endParaRPr lang="fr-FR"/>
        </a:p>
      </dgm:t>
    </dgm:pt>
    <dgm:pt modelId="{D75A15B7-BB7B-44A0-8A86-E56DA258E995}" type="sibTrans" cxnId="{82A45113-6114-40E7-BFF9-7F5CE7745F02}">
      <dgm:prSet/>
      <dgm:spPr/>
      <dgm:t>
        <a:bodyPr/>
        <a:lstStyle/>
        <a:p>
          <a:endParaRPr lang="fr-FR"/>
        </a:p>
      </dgm:t>
    </dgm:pt>
    <dgm:pt modelId="{52ABBF3B-7FB0-417F-BCF9-EF611250A186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B.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Anévrysme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du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ventricule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gauche </a:t>
          </a:r>
          <a:endParaRPr lang="en-US" b="0" dirty="0">
            <a:solidFill>
              <a:schemeClr val="tx1"/>
            </a:solidFill>
            <a:latin typeface="+mn-lt"/>
          </a:endParaRPr>
        </a:p>
      </dgm:t>
    </dgm:pt>
    <dgm:pt modelId="{737FD00D-28B9-45D7-BA8D-033E1D97337C}" type="parTrans" cxnId="{1E51E04B-72BA-4B15-9918-50EE9E18BAB3}">
      <dgm:prSet/>
      <dgm:spPr/>
      <dgm:t>
        <a:bodyPr/>
        <a:lstStyle/>
        <a:p>
          <a:endParaRPr lang="fr-FR"/>
        </a:p>
      </dgm:t>
    </dgm:pt>
    <dgm:pt modelId="{A6FF892C-8F7E-4824-8742-B0ABC1AD4B25}" type="sibTrans" cxnId="{1E51E04B-72BA-4B15-9918-50EE9E18BAB3}">
      <dgm:prSet/>
      <dgm:spPr/>
      <dgm:t>
        <a:bodyPr/>
        <a:lstStyle/>
        <a:p>
          <a:endParaRPr lang="fr-FR"/>
        </a:p>
      </dgm:t>
    </dgm:pt>
    <dgm:pt modelId="{84A4ACC3-CF99-4A49-8C29-46EA9C441A05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C.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Rétrécissement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mitral</a:t>
          </a:r>
          <a:endParaRPr lang="en-US" b="0" dirty="0">
            <a:solidFill>
              <a:schemeClr val="tx1"/>
            </a:solidFill>
            <a:latin typeface="+mn-lt"/>
          </a:endParaRPr>
        </a:p>
      </dgm:t>
    </dgm:pt>
    <dgm:pt modelId="{63258BE0-B7D8-46E3-9C7C-6232AA193A8F}" type="parTrans" cxnId="{CE47E5A5-70C0-4787-8786-6A38EB083D59}">
      <dgm:prSet/>
      <dgm:spPr/>
      <dgm:t>
        <a:bodyPr/>
        <a:lstStyle/>
        <a:p>
          <a:endParaRPr lang="fr-FR"/>
        </a:p>
      </dgm:t>
    </dgm:pt>
    <dgm:pt modelId="{555DB8BB-E5D3-4B0B-96ED-184C334004F2}" type="sibTrans" cxnId="{CE47E5A5-70C0-4787-8786-6A38EB083D59}">
      <dgm:prSet/>
      <dgm:spPr/>
      <dgm:t>
        <a:bodyPr/>
        <a:lstStyle/>
        <a:p>
          <a:endParaRPr lang="fr-FR"/>
        </a:p>
      </dgm:t>
    </dgm:pt>
    <dgm:pt modelId="{015F559E-5D74-4AA2-8D0F-C04E8F593739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D.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Cardiomyopathie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dilatée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b="0" dirty="0">
            <a:solidFill>
              <a:schemeClr val="tx1"/>
            </a:solidFill>
            <a:latin typeface="+mn-lt"/>
          </a:endParaRPr>
        </a:p>
      </dgm:t>
    </dgm:pt>
    <dgm:pt modelId="{1565FE5C-9388-4D8A-8B1C-3DC945EB60AD}" type="parTrans" cxnId="{FCD25BC2-899D-4E26-8E49-0EF37BCB2D30}">
      <dgm:prSet/>
      <dgm:spPr/>
      <dgm:t>
        <a:bodyPr/>
        <a:lstStyle/>
        <a:p>
          <a:endParaRPr lang="fr-FR"/>
        </a:p>
      </dgm:t>
    </dgm:pt>
    <dgm:pt modelId="{5A4DA06B-D5EC-4CE9-AF30-CBB8257D4AE5}" type="sibTrans" cxnId="{FCD25BC2-899D-4E26-8E49-0EF37BCB2D30}">
      <dgm:prSet/>
      <dgm:spPr/>
      <dgm:t>
        <a:bodyPr/>
        <a:lstStyle/>
        <a:p>
          <a:endParaRPr lang="fr-FR"/>
        </a:p>
      </dgm:t>
    </dgm:pt>
    <dgm:pt modelId="{AA8409A1-CE80-405C-AD4F-D16BC6ADD7DD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E. thrombus de </a:t>
          </a:r>
          <a:r>
            <a:rPr lang="en-US" b="0" dirty="0" err="1">
              <a:solidFill>
                <a:schemeClr val="tx1"/>
              </a:solidFill>
              <a:latin typeface="+mn-lt"/>
              <a:cs typeface="Times New Roman"/>
            </a:rPr>
            <a:t>l’oreillette</a:t>
          </a:r>
          <a:r>
            <a:rPr lang="en-US" b="0" dirty="0">
              <a:solidFill>
                <a:schemeClr val="tx1"/>
              </a:solidFill>
              <a:latin typeface="+mn-lt"/>
              <a:cs typeface="Times New Roman"/>
            </a:rPr>
            <a:t> gauche</a:t>
          </a:r>
          <a:endParaRPr lang="en-US" b="0" dirty="0">
            <a:solidFill>
              <a:schemeClr val="tx1"/>
            </a:solidFill>
            <a:latin typeface="+mn-lt"/>
          </a:endParaRPr>
        </a:p>
      </dgm:t>
    </dgm:pt>
    <dgm:pt modelId="{FE2C59D9-40AF-40C5-9F5E-44C7108B6CAE}" type="parTrans" cxnId="{B72D71B4-FE39-4876-8046-1FB05C0BF63A}">
      <dgm:prSet/>
      <dgm:spPr/>
      <dgm:t>
        <a:bodyPr/>
        <a:lstStyle/>
        <a:p>
          <a:endParaRPr lang="fr-FR"/>
        </a:p>
      </dgm:t>
    </dgm:pt>
    <dgm:pt modelId="{875F9888-CA2C-4AC5-AA0D-6B444A8CD3D8}" type="sibTrans" cxnId="{B72D71B4-FE39-4876-8046-1FB05C0BF63A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66F4108-D927-412A-A0D4-CE68CB0AD75D}" type="pres">
      <dgm:prSet presAssocID="{60DF0F44-4223-4902-8474-F4F66F376F1F}" presName="parentText" presStyleLbl="node1" presStyleIdx="0" presStyleCnt="5" custLinFactNeighborX="-3197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B0A7129-DE57-4406-AE29-F4C364C10FC6}" type="pres">
      <dgm:prSet presAssocID="{D75A15B7-BB7B-44A0-8A86-E56DA258E995}" presName="spacer" presStyleCnt="0"/>
      <dgm:spPr/>
    </dgm:pt>
    <dgm:pt modelId="{9C61A1BC-ECFA-4815-AB3D-2D122A446C50}" type="pres">
      <dgm:prSet presAssocID="{52ABBF3B-7FB0-417F-BCF9-EF611250A18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52B2375-5C8C-4EF0-88A9-30061B1DA652}" type="pres">
      <dgm:prSet presAssocID="{A6FF892C-8F7E-4824-8742-B0ABC1AD4B25}" presName="spacer" presStyleCnt="0"/>
      <dgm:spPr/>
    </dgm:pt>
    <dgm:pt modelId="{BF10AD5F-C2E1-48FD-B52B-52A99E9EDFDC}" type="pres">
      <dgm:prSet presAssocID="{84A4ACC3-CF99-4A49-8C29-46EA9C441A0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0BE9144-4451-423D-ABF3-280293E0A981}" type="pres">
      <dgm:prSet presAssocID="{555DB8BB-E5D3-4B0B-96ED-184C334004F2}" presName="spacer" presStyleCnt="0"/>
      <dgm:spPr/>
    </dgm:pt>
    <dgm:pt modelId="{1827CA29-D28A-4BF3-A36B-870FD82BE503}" type="pres">
      <dgm:prSet presAssocID="{015F559E-5D74-4AA2-8D0F-C04E8F59373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E9F7E50-982F-4664-BEDF-7F07BE1CF97F}" type="pres">
      <dgm:prSet presAssocID="{5A4DA06B-D5EC-4CE9-AF30-CBB8257D4AE5}" presName="spacer" presStyleCnt="0"/>
      <dgm:spPr/>
    </dgm:pt>
    <dgm:pt modelId="{492B5D05-25BB-43B6-AA22-59750FB2B960}" type="pres">
      <dgm:prSet presAssocID="{AA8409A1-CE80-405C-AD4F-D16BC6ADD7DD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72D71B4-FE39-4876-8046-1FB05C0BF63A}" srcId="{F758A695-F9F3-4BC9-9690-484C0F73DB2D}" destId="{AA8409A1-CE80-405C-AD4F-D16BC6ADD7DD}" srcOrd="4" destOrd="0" parTransId="{FE2C59D9-40AF-40C5-9F5E-44C7108B6CAE}" sibTransId="{875F9888-CA2C-4AC5-AA0D-6B444A8CD3D8}"/>
    <dgm:cxn modelId="{62FD1E76-A491-4DDF-AE7B-F16260EEC1AB}" type="presOf" srcId="{F758A695-F9F3-4BC9-9690-484C0F73DB2D}" destId="{F1C8B3EF-72B1-4492-9A48-93FC1A72C87D}" srcOrd="0" destOrd="0" presId="urn:microsoft.com/office/officeart/2005/8/layout/vList2"/>
    <dgm:cxn modelId="{82A45113-6114-40E7-BFF9-7F5CE7745F02}" srcId="{F758A695-F9F3-4BC9-9690-484C0F73DB2D}" destId="{60DF0F44-4223-4902-8474-F4F66F376F1F}" srcOrd="0" destOrd="0" parTransId="{029D9018-9FE4-4671-8C94-CDA4E5D4D09F}" sibTransId="{D75A15B7-BB7B-44A0-8A86-E56DA258E995}"/>
    <dgm:cxn modelId="{7BB640EB-6FD4-4592-A095-9FE083248B1F}" type="presOf" srcId="{AA8409A1-CE80-405C-AD4F-D16BC6ADD7DD}" destId="{492B5D05-25BB-43B6-AA22-59750FB2B960}" srcOrd="0" destOrd="0" presId="urn:microsoft.com/office/officeart/2005/8/layout/vList2"/>
    <dgm:cxn modelId="{FCD25BC2-899D-4E26-8E49-0EF37BCB2D30}" srcId="{F758A695-F9F3-4BC9-9690-484C0F73DB2D}" destId="{015F559E-5D74-4AA2-8D0F-C04E8F593739}" srcOrd="3" destOrd="0" parTransId="{1565FE5C-9388-4D8A-8B1C-3DC945EB60AD}" sibTransId="{5A4DA06B-D5EC-4CE9-AF30-CBB8257D4AE5}"/>
    <dgm:cxn modelId="{5734279C-F4AD-40EC-9182-C425AA0A681C}" type="presOf" srcId="{84A4ACC3-CF99-4A49-8C29-46EA9C441A05}" destId="{BF10AD5F-C2E1-48FD-B52B-52A99E9EDFDC}" srcOrd="0" destOrd="0" presId="urn:microsoft.com/office/officeart/2005/8/layout/vList2"/>
    <dgm:cxn modelId="{1E51E04B-72BA-4B15-9918-50EE9E18BAB3}" srcId="{F758A695-F9F3-4BC9-9690-484C0F73DB2D}" destId="{52ABBF3B-7FB0-417F-BCF9-EF611250A186}" srcOrd="1" destOrd="0" parTransId="{737FD00D-28B9-45D7-BA8D-033E1D97337C}" sibTransId="{A6FF892C-8F7E-4824-8742-B0ABC1AD4B25}"/>
    <dgm:cxn modelId="{29551B3A-1A0E-489C-ABF7-D850D9DA3C25}" type="presOf" srcId="{52ABBF3B-7FB0-417F-BCF9-EF611250A186}" destId="{9C61A1BC-ECFA-4815-AB3D-2D122A446C50}" srcOrd="0" destOrd="0" presId="urn:microsoft.com/office/officeart/2005/8/layout/vList2"/>
    <dgm:cxn modelId="{CE47E5A5-70C0-4787-8786-6A38EB083D59}" srcId="{F758A695-F9F3-4BC9-9690-484C0F73DB2D}" destId="{84A4ACC3-CF99-4A49-8C29-46EA9C441A05}" srcOrd="2" destOrd="0" parTransId="{63258BE0-B7D8-46E3-9C7C-6232AA193A8F}" sibTransId="{555DB8BB-E5D3-4B0B-96ED-184C334004F2}"/>
    <dgm:cxn modelId="{30A1E919-F6F0-41D6-B764-3769B49E4D98}" type="presOf" srcId="{60DF0F44-4223-4902-8474-F4F66F376F1F}" destId="{766F4108-D927-412A-A0D4-CE68CB0AD75D}" srcOrd="0" destOrd="0" presId="urn:microsoft.com/office/officeart/2005/8/layout/vList2"/>
    <dgm:cxn modelId="{AE1FA659-7372-40D6-B257-9F9D11382335}" type="presOf" srcId="{015F559E-5D74-4AA2-8D0F-C04E8F593739}" destId="{1827CA29-D28A-4BF3-A36B-870FD82BE503}" srcOrd="0" destOrd="0" presId="urn:microsoft.com/office/officeart/2005/8/layout/vList2"/>
    <dgm:cxn modelId="{2EB57FA3-8AB1-4879-8D1D-A00506D86C23}" type="presParOf" srcId="{F1C8B3EF-72B1-4492-9A48-93FC1A72C87D}" destId="{766F4108-D927-412A-A0D4-CE68CB0AD75D}" srcOrd="0" destOrd="0" presId="urn:microsoft.com/office/officeart/2005/8/layout/vList2"/>
    <dgm:cxn modelId="{B0B400F3-D6AC-4814-B8C6-705D92AE00E5}" type="presParOf" srcId="{F1C8B3EF-72B1-4492-9A48-93FC1A72C87D}" destId="{4B0A7129-DE57-4406-AE29-F4C364C10FC6}" srcOrd="1" destOrd="0" presId="urn:microsoft.com/office/officeart/2005/8/layout/vList2"/>
    <dgm:cxn modelId="{9A07CBC5-9399-44AB-A3C0-A3F5E7356870}" type="presParOf" srcId="{F1C8B3EF-72B1-4492-9A48-93FC1A72C87D}" destId="{9C61A1BC-ECFA-4815-AB3D-2D122A446C50}" srcOrd="2" destOrd="0" presId="urn:microsoft.com/office/officeart/2005/8/layout/vList2"/>
    <dgm:cxn modelId="{F7365CD0-7BE6-4C39-A40F-A2FB7E2B0B25}" type="presParOf" srcId="{F1C8B3EF-72B1-4492-9A48-93FC1A72C87D}" destId="{F52B2375-5C8C-4EF0-88A9-30061B1DA652}" srcOrd="3" destOrd="0" presId="urn:microsoft.com/office/officeart/2005/8/layout/vList2"/>
    <dgm:cxn modelId="{A1AAA7B7-EF6A-4C27-8657-8978013455CE}" type="presParOf" srcId="{F1C8B3EF-72B1-4492-9A48-93FC1A72C87D}" destId="{BF10AD5F-C2E1-48FD-B52B-52A99E9EDFDC}" srcOrd="4" destOrd="0" presId="urn:microsoft.com/office/officeart/2005/8/layout/vList2"/>
    <dgm:cxn modelId="{1F69AF3A-98A2-4BBA-B005-F7990FB71C28}" type="presParOf" srcId="{F1C8B3EF-72B1-4492-9A48-93FC1A72C87D}" destId="{50BE9144-4451-423D-ABF3-280293E0A981}" srcOrd="5" destOrd="0" presId="urn:microsoft.com/office/officeart/2005/8/layout/vList2"/>
    <dgm:cxn modelId="{E1222413-F26A-404C-81A0-5C9155DFABFD}" type="presParOf" srcId="{F1C8B3EF-72B1-4492-9A48-93FC1A72C87D}" destId="{1827CA29-D28A-4BF3-A36B-870FD82BE503}" srcOrd="6" destOrd="0" presId="urn:microsoft.com/office/officeart/2005/8/layout/vList2"/>
    <dgm:cxn modelId="{2488202E-569E-4A31-B682-A857A8D3B402}" type="presParOf" srcId="{F1C8B3EF-72B1-4492-9A48-93FC1A72C87D}" destId="{BE9F7E50-982F-4664-BEDF-7F07BE1CF97F}" srcOrd="7" destOrd="0" presId="urn:microsoft.com/office/officeart/2005/8/layout/vList2"/>
    <dgm:cxn modelId="{A3441207-8D75-4B20-B0DA-8AC301A253A1}" type="presParOf" srcId="{F1C8B3EF-72B1-4492-9A48-93FC1A72C87D}" destId="{492B5D05-25BB-43B6-AA22-59750FB2B960}" srcOrd="8" destOrd="0" presId="urn:microsoft.com/office/officeart/2005/8/layout/vList2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A8409A1-CE80-405C-AD4F-D16BC6ADD7DD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en-US" dirty="0">
              <a:solidFill>
                <a:schemeClr val="tx1"/>
              </a:solidFill>
            </a:rPr>
            <a:t>D. Le syndrome des </a:t>
          </a:r>
          <a:r>
            <a:rPr lang="en-US" dirty="0" err="1">
              <a:solidFill>
                <a:schemeClr val="tx1"/>
              </a:solidFill>
            </a:rPr>
            <a:t>anticorps</a:t>
          </a:r>
          <a:r>
            <a:rPr lang="en-US" dirty="0">
              <a:solidFill>
                <a:schemeClr val="tx1"/>
              </a:solidFill>
            </a:rPr>
            <a:t> anti-</a:t>
          </a:r>
          <a:r>
            <a:rPr lang="en-US" dirty="0" err="1">
              <a:solidFill>
                <a:schemeClr val="tx1"/>
              </a:solidFill>
            </a:rPr>
            <a:t>phospholipides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E2C59D9-40AF-40C5-9F5E-44C7108B6CAE}" type="parTrans" cxnId="{B72D71B4-FE39-4876-8046-1FB05C0BF63A}">
      <dgm:prSet/>
      <dgm:spPr/>
      <dgm:t>
        <a:bodyPr/>
        <a:lstStyle/>
        <a:p>
          <a:endParaRPr lang="fr-FR"/>
        </a:p>
      </dgm:t>
    </dgm:pt>
    <dgm:pt modelId="{875F9888-CA2C-4AC5-AA0D-6B444A8CD3D8}" type="sibTrans" cxnId="{B72D71B4-FE39-4876-8046-1FB05C0BF63A}">
      <dgm:prSet/>
      <dgm:spPr/>
      <dgm:t>
        <a:bodyPr/>
        <a:lstStyle/>
        <a:p>
          <a:endParaRPr lang="fr-FR"/>
        </a:p>
      </dgm:t>
    </dgm:pt>
    <dgm:pt modelId="{6D3710C7-622D-476F-84EF-87A6B34C5A3D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en-US" dirty="0">
              <a:solidFill>
                <a:schemeClr val="tx1"/>
              </a:solidFill>
            </a:rPr>
            <a:t>A. Le syndrome de </a:t>
          </a:r>
          <a:r>
            <a:rPr lang="en-US" dirty="0" err="1">
              <a:solidFill>
                <a:schemeClr val="tx1"/>
              </a:solidFill>
            </a:rPr>
            <a:t>l'artère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poplitée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piégée</a:t>
          </a:r>
          <a:r>
            <a:rPr lang="en-US" dirty="0">
              <a:solidFill>
                <a:schemeClr val="tx1"/>
              </a:solidFill>
            </a:rPr>
            <a:t> 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4CA2CEB-F281-420B-AEB5-42FDA8BD5B70}" type="parTrans" cxnId="{15D285D5-06A5-440A-86D6-09D8101E5121}">
      <dgm:prSet/>
      <dgm:spPr/>
      <dgm:t>
        <a:bodyPr/>
        <a:lstStyle/>
        <a:p>
          <a:endParaRPr lang="fr-FR"/>
        </a:p>
      </dgm:t>
    </dgm:pt>
    <dgm:pt modelId="{2A3EF36F-C28D-4B00-AC9F-8D30D31F695E}" type="sibTrans" cxnId="{15D285D5-06A5-440A-86D6-09D8101E5121}">
      <dgm:prSet/>
      <dgm:spPr/>
      <dgm:t>
        <a:bodyPr/>
        <a:lstStyle/>
        <a:p>
          <a:endParaRPr lang="fr-FR"/>
        </a:p>
      </dgm:t>
    </dgm:pt>
    <dgm:pt modelId="{3F2EECA3-FB02-4C2E-8586-05EF7AF2A5CE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B. La </a:t>
          </a:r>
          <a:r>
            <a:rPr lang="en-US" dirty="0" err="1">
              <a:solidFill>
                <a:schemeClr val="tx1"/>
              </a:solidFill>
            </a:rPr>
            <a:t>phlegmatia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coerulea</a:t>
          </a:r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8108E653-16F1-4C91-A0B8-2BED49D99F3B}" type="parTrans" cxnId="{1905197F-0DDF-47E6-B73D-6015A79B69D8}">
      <dgm:prSet/>
      <dgm:spPr/>
      <dgm:t>
        <a:bodyPr/>
        <a:lstStyle/>
        <a:p>
          <a:endParaRPr lang="fr-FR"/>
        </a:p>
      </dgm:t>
    </dgm:pt>
    <dgm:pt modelId="{841E9001-3774-4319-A34F-DA7D52B5D483}" type="sibTrans" cxnId="{1905197F-0DDF-47E6-B73D-6015A79B69D8}">
      <dgm:prSet/>
      <dgm:spPr/>
      <dgm:t>
        <a:bodyPr/>
        <a:lstStyle/>
        <a:p>
          <a:endParaRPr lang="fr-FR"/>
        </a:p>
      </dgm:t>
    </dgm:pt>
    <dgm:pt modelId="{3845623B-9CB1-480F-9062-5ADAA3C3656A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C. </a:t>
          </a:r>
          <a:r>
            <a:rPr lang="en-US" dirty="0" err="1">
              <a:solidFill>
                <a:schemeClr val="tx1"/>
              </a:solidFill>
            </a:rPr>
            <a:t>L'anévrysme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poplité</a:t>
          </a:r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B4A00C42-2916-40D5-A44B-C236CF21D817}" type="parTrans" cxnId="{B9147A45-622B-4FD4-A2AB-4585679A8F1D}">
      <dgm:prSet/>
      <dgm:spPr/>
      <dgm:t>
        <a:bodyPr/>
        <a:lstStyle/>
        <a:p>
          <a:endParaRPr lang="fr-FR"/>
        </a:p>
      </dgm:t>
    </dgm:pt>
    <dgm:pt modelId="{008D814E-47A1-4C7D-95D4-C0C84C9120D5}" type="sibTrans" cxnId="{B9147A45-622B-4FD4-A2AB-4585679A8F1D}">
      <dgm:prSet/>
      <dgm:spPr/>
      <dgm:t>
        <a:bodyPr/>
        <a:lstStyle/>
        <a:p>
          <a:endParaRPr lang="fr-FR"/>
        </a:p>
      </dgm:t>
    </dgm:pt>
    <dgm:pt modelId="{A141197C-E0C3-435B-A5CC-F7A87B0BDA15}">
      <dgm:prSet phldr="0"/>
      <dgm:spPr>
        <a:solidFill>
          <a:schemeClr val="bg1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E. </a:t>
          </a:r>
          <a:r>
            <a:rPr lang="en-US" dirty="0" err="1">
              <a:solidFill>
                <a:schemeClr val="tx1"/>
              </a:solidFill>
            </a:rPr>
            <a:t>L'ergotisme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médicamenteux</a:t>
          </a:r>
          <a:endParaRPr lang="fr-FR" dirty="0">
            <a:solidFill>
              <a:schemeClr val="tx1"/>
            </a:solidFill>
          </a:endParaRPr>
        </a:p>
      </dgm:t>
    </dgm:pt>
    <dgm:pt modelId="{4607DEE5-C368-488A-832B-6F07709D15ED}" type="parTrans" cxnId="{33A78B97-B350-442C-B8F7-08D19303D005}">
      <dgm:prSet/>
      <dgm:spPr/>
      <dgm:t>
        <a:bodyPr/>
        <a:lstStyle/>
        <a:p>
          <a:endParaRPr lang="fr-FR"/>
        </a:p>
      </dgm:t>
    </dgm:pt>
    <dgm:pt modelId="{3AE9E545-CD35-4BB1-9DD9-4094D7A511BB}" type="sibTrans" cxnId="{33A78B97-B350-442C-B8F7-08D19303D005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20D4A8A-5509-4354-975E-FCA0081A8132}" type="pres">
      <dgm:prSet presAssocID="{6D3710C7-622D-476F-84EF-87A6B34C5A3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BCC676-F375-4E89-8E0E-1336F0863A75}" type="pres">
      <dgm:prSet presAssocID="{2A3EF36F-C28D-4B00-AC9F-8D30D31F695E}" presName="spacer" presStyleCnt="0"/>
      <dgm:spPr/>
    </dgm:pt>
    <dgm:pt modelId="{A96D1CC9-418E-48D7-937F-48410D121690}" type="pres">
      <dgm:prSet presAssocID="{3F2EECA3-FB02-4C2E-8586-05EF7AF2A5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018A29-F488-4012-B0B4-42A2BA5F9AA5}" type="pres">
      <dgm:prSet presAssocID="{841E9001-3774-4319-A34F-DA7D52B5D483}" presName="spacer" presStyleCnt="0"/>
      <dgm:spPr/>
    </dgm:pt>
    <dgm:pt modelId="{09AB8EAD-173F-4D33-B650-25903660F82D}" type="pres">
      <dgm:prSet presAssocID="{3845623B-9CB1-480F-9062-5ADAA3C3656A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423052-9840-4A33-BFE5-8233F142B07A}" type="pres">
      <dgm:prSet presAssocID="{008D814E-47A1-4C7D-95D4-C0C84C9120D5}" presName="spacer" presStyleCnt="0"/>
      <dgm:spPr/>
    </dgm:pt>
    <dgm:pt modelId="{492B5D05-25BB-43B6-AA22-59750FB2B960}" type="pres">
      <dgm:prSet presAssocID="{AA8409A1-CE80-405C-AD4F-D16BC6ADD7DD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D07BAC-FC5E-47DD-BB22-FFAF8717AE5F}" type="pres">
      <dgm:prSet presAssocID="{875F9888-CA2C-4AC5-AA0D-6B444A8CD3D8}" presName="spacer" presStyleCnt="0"/>
      <dgm:spPr/>
    </dgm:pt>
    <dgm:pt modelId="{8641281D-6450-4E95-8FA8-E65655FFFBB5}" type="pres">
      <dgm:prSet presAssocID="{A141197C-E0C3-435B-A5CC-F7A87B0BDA1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72D71B4-FE39-4876-8046-1FB05C0BF63A}" srcId="{F758A695-F9F3-4BC9-9690-484C0F73DB2D}" destId="{AA8409A1-CE80-405C-AD4F-D16BC6ADD7DD}" srcOrd="3" destOrd="0" parTransId="{FE2C59D9-40AF-40C5-9F5E-44C7108B6CAE}" sibTransId="{875F9888-CA2C-4AC5-AA0D-6B444A8CD3D8}"/>
    <dgm:cxn modelId="{27CD8E0B-B930-47C5-B377-955F6F541D77}" type="presOf" srcId="{6D3710C7-622D-476F-84EF-87A6B34C5A3D}" destId="{C20D4A8A-5509-4354-975E-FCA0081A8132}" srcOrd="0" destOrd="0" presId="urn:microsoft.com/office/officeart/2005/8/layout/vList2"/>
    <dgm:cxn modelId="{1905197F-0DDF-47E6-B73D-6015A79B69D8}" srcId="{F758A695-F9F3-4BC9-9690-484C0F73DB2D}" destId="{3F2EECA3-FB02-4C2E-8586-05EF7AF2A5CE}" srcOrd="1" destOrd="0" parTransId="{8108E653-16F1-4C91-A0B8-2BED49D99F3B}" sibTransId="{841E9001-3774-4319-A34F-DA7D52B5D483}"/>
    <dgm:cxn modelId="{00F823C4-E731-4445-819E-CB9980A74210}" type="presOf" srcId="{AA8409A1-CE80-405C-AD4F-D16BC6ADD7DD}" destId="{492B5D05-25BB-43B6-AA22-59750FB2B960}" srcOrd="0" destOrd="0" presId="urn:microsoft.com/office/officeart/2005/8/layout/vList2"/>
    <dgm:cxn modelId="{15D285D5-06A5-440A-86D6-09D8101E5121}" srcId="{F758A695-F9F3-4BC9-9690-484C0F73DB2D}" destId="{6D3710C7-622D-476F-84EF-87A6B34C5A3D}" srcOrd="0" destOrd="0" parTransId="{F4CA2CEB-F281-420B-AEB5-42FDA8BD5B70}" sibTransId="{2A3EF36F-C28D-4B00-AC9F-8D30D31F695E}"/>
    <dgm:cxn modelId="{FBC10709-0226-4404-AF99-B170EA05CDFE}" type="presOf" srcId="{A141197C-E0C3-435B-A5CC-F7A87B0BDA15}" destId="{8641281D-6450-4E95-8FA8-E65655FFFBB5}" srcOrd="0" destOrd="0" presId="urn:microsoft.com/office/officeart/2005/8/layout/vList2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392E611A-20A7-4972-9BF2-FA8DCB5B8B75}" type="presOf" srcId="{3F2EECA3-FB02-4C2E-8586-05EF7AF2A5CE}" destId="{A96D1CC9-418E-48D7-937F-48410D121690}" srcOrd="0" destOrd="0" presId="urn:microsoft.com/office/officeart/2005/8/layout/vList2"/>
    <dgm:cxn modelId="{B7E424FF-F62E-4265-B50C-2942CDC9265D}" type="presOf" srcId="{3845623B-9CB1-480F-9062-5ADAA3C3656A}" destId="{09AB8EAD-173F-4D33-B650-25903660F82D}" srcOrd="0" destOrd="0" presId="urn:microsoft.com/office/officeart/2005/8/layout/vList2"/>
    <dgm:cxn modelId="{33A78B97-B350-442C-B8F7-08D19303D005}" srcId="{F758A695-F9F3-4BC9-9690-484C0F73DB2D}" destId="{A141197C-E0C3-435B-A5CC-F7A87B0BDA15}" srcOrd="4" destOrd="0" parTransId="{4607DEE5-C368-488A-832B-6F07709D15ED}" sibTransId="{3AE9E545-CD35-4BB1-9DD9-4094D7A511BB}"/>
    <dgm:cxn modelId="{B9147A45-622B-4FD4-A2AB-4585679A8F1D}" srcId="{F758A695-F9F3-4BC9-9690-484C0F73DB2D}" destId="{3845623B-9CB1-480F-9062-5ADAA3C3656A}" srcOrd="2" destOrd="0" parTransId="{B4A00C42-2916-40D5-A44B-C236CF21D817}" sibTransId="{008D814E-47A1-4C7D-95D4-C0C84C9120D5}"/>
    <dgm:cxn modelId="{C2DD59FC-A12E-44B4-9825-18A6641AB745}" type="presParOf" srcId="{F1C8B3EF-72B1-4492-9A48-93FC1A72C87D}" destId="{C20D4A8A-5509-4354-975E-FCA0081A8132}" srcOrd="0" destOrd="0" presId="urn:microsoft.com/office/officeart/2005/8/layout/vList2"/>
    <dgm:cxn modelId="{A52C692B-7FDF-49A6-AA60-928D212BF89C}" type="presParOf" srcId="{F1C8B3EF-72B1-4492-9A48-93FC1A72C87D}" destId="{61BCC676-F375-4E89-8E0E-1336F0863A75}" srcOrd="1" destOrd="0" presId="urn:microsoft.com/office/officeart/2005/8/layout/vList2"/>
    <dgm:cxn modelId="{FA5809CA-509B-4FE5-8788-89083EE2E4F8}" type="presParOf" srcId="{F1C8B3EF-72B1-4492-9A48-93FC1A72C87D}" destId="{A96D1CC9-418E-48D7-937F-48410D121690}" srcOrd="2" destOrd="0" presId="urn:microsoft.com/office/officeart/2005/8/layout/vList2"/>
    <dgm:cxn modelId="{4229DFB0-333A-4EEC-9F90-732243860046}" type="presParOf" srcId="{F1C8B3EF-72B1-4492-9A48-93FC1A72C87D}" destId="{9C018A29-F488-4012-B0B4-42A2BA5F9AA5}" srcOrd="3" destOrd="0" presId="urn:microsoft.com/office/officeart/2005/8/layout/vList2"/>
    <dgm:cxn modelId="{83A2DCF1-A893-4212-A1C5-0A3859735856}" type="presParOf" srcId="{F1C8B3EF-72B1-4492-9A48-93FC1A72C87D}" destId="{09AB8EAD-173F-4D33-B650-25903660F82D}" srcOrd="4" destOrd="0" presId="urn:microsoft.com/office/officeart/2005/8/layout/vList2"/>
    <dgm:cxn modelId="{84AC901A-71C4-418C-A323-C33B3E6736A1}" type="presParOf" srcId="{F1C8B3EF-72B1-4492-9A48-93FC1A72C87D}" destId="{27423052-9840-4A33-BFE5-8233F142B07A}" srcOrd="5" destOrd="0" presId="urn:microsoft.com/office/officeart/2005/8/layout/vList2"/>
    <dgm:cxn modelId="{B76C8532-7631-431A-9A53-1FE9541317F2}" type="presParOf" srcId="{F1C8B3EF-72B1-4492-9A48-93FC1A72C87D}" destId="{492B5D05-25BB-43B6-AA22-59750FB2B960}" srcOrd="6" destOrd="0" presId="urn:microsoft.com/office/officeart/2005/8/layout/vList2"/>
    <dgm:cxn modelId="{72105FB9-1157-4EAE-A5B3-252AD30AD713}" type="presParOf" srcId="{F1C8B3EF-72B1-4492-9A48-93FC1A72C87D}" destId="{FCD07BAC-FC5E-47DD-BB22-FFAF8717AE5F}" srcOrd="7" destOrd="0" presId="urn:microsoft.com/office/officeart/2005/8/layout/vList2"/>
    <dgm:cxn modelId="{2D75FC0D-6AE8-4B72-8A16-C1BC590D86B2}" type="presParOf" srcId="{F1C8B3EF-72B1-4492-9A48-93FC1A72C87D}" destId="{8641281D-6450-4E95-8FA8-E65655FFFBB5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A8409A1-CE80-405C-AD4F-D16BC6ADD7DD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dirty="0">
              <a:solidFill>
                <a:schemeClr val="tx1"/>
              </a:solidFill>
            </a:rPr>
            <a:t>D. Le syndrome des </a:t>
          </a:r>
          <a:r>
            <a:rPr lang="en-US" dirty="0" err="1">
              <a:solidFill>
                <a:schemeClr val="tx1"/>
              </a:solidFill>
            </a:rPr>
            <a:t>anticorps</a:t>
          </a:r>
          <a:r>
            <a:rPr lang="en-US" dirty="0">
              <a:solidFill>
                <a:schemeClr val="tx1"/>
              </a:solidFill>
            </a:rPr>
            <a:t> anti-</a:t>
          </a:r>
          <a:r>
            <a:rPr lang="en-US" dirty="0" err="1">
              <a:solidFill>
                <a:schemeClr val="tx1"/>
              </a:solidFill>
            </a:rPr>
            <a:t>phospholipides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E2C59D9-40AF-40C5-9F5E-44C7108B6CAE}" type="parTrans" cxnId="{B72D71B4-FE39-4876-8046-1FB05C0BF63A}">
      <dgm:prSet/>
      <dgm:spPr/>
      <dgm:t>
        <a:bodyPr/>
        <a:lstStyle/>
        <a:p>
          <a:endParaRPr lang="fr-FR"/>
        </a:p>
      </dgm:t>
    </dgm:pt>
    <dgm:pt modelId="{875F9888-CA2C-4AC5-AA0D-6B444A8CD3D8}" type="sibTrans" cxnId="{B72D71B4-FE39-4876-8046-1FB05C0BF63A}">
      <dgm:prSet/>
      <dgm:spPr/>
      <dgm:t>
        <a:bodyPr/>
        <a:lstStyle/>
        <a:p>
          <a:endParaRPr lang="fr-FR"/>
        </a:p>
      </dgm:t>
    </dgm:pt>
    <dgm:pt modelId="{6D3710C7-622D-476F-84EF-87A6B34C5A3D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en-US" dirty="0">
              <a:solidFill>
                <a:schemeClr val="tx1"/>
              </a:solidFill>
            </a:rPr>
            <a:t>A. Le syndrome de </a:t>
          </a:r>
          <a:r>
            <a:rPr lang="en-US" dirty="0" err="1">
              <a:solidFill>
                <a:schemeClr val="tx1"/>
              </a:solidFill>
            </a:rPr>
            <a:t>l'artère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poplitée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piégée</a:t>
          </a:r>
          <a:r>
            <a:rPr lang="en-US" dirty="0">
              <a:solidFill>
                <a:schemeClr val="tx1"/>
              </a:solidFill>
            </a:rPr>
            <a:t> 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4CA2CEB-F281-420B-AEB5-42FDA8BD5B70}" type="parTrans" cxnId="{15D285D5-06A5-440A-86D6-09D8101E5121}">
      <dgm:prSet/>
      <dgm:spPr/>
      <dgm:t>
        <a:bodyPr/>
        <a:lstStyle/>
        <a:p>
          <a:endParaRPr lang="fr-FR"/>
        </a:p>
      </dgm:t>
    </dgm:pt>
    <dgm:pt modelId="{2A3EF36F-C28D-4B00-AC9F-8D30D31F695E}" type="sibTrans" cxnId="{15D285D5-06A5-440A-86D6-09D8101E5121}">
      <dgm:prSet/>
      <dgm:spPr/>
      <dgm:t>
        <a:bodyPr/>
        <a:lstStyle/>
        <a:p>
          <a:endParaRPr lang="fr-FR"/>
        </a:p>
      </dgm:t>
    </dgm:pt>
    <dgm:pt modelId="{3F2EECA3-FB02-4C2E-8586-05EF7AF2A5CE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B. La </a:t>
          </a:r>
          <a:r>
            <a:rPr lang="en-US" dirty="0" err="1">
              <a:solidFill>
                <a:schemeClr val="tx1"/>
              </a:solidFill>
            </a:rPr>
            <a:t>phlegmatia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coerulea</a:t>
          </a:r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8108E653-16F1-4C91-A0B8-2BED49D99F3B}" type="parTrans" cxnId="{1905197F-0DDF-47E6-B73D-6015A79B69D8}">
      <dgm:prSet/>
      <dgm:spPr/>
      <dgm:t>
        <a:bodyPr/>
        <a:lstStyle/>
        <a:p>
          <a:endParaRPr lang="fr-FR"/>
        </a:p>
      </dgm:t>
    </dgm:pt>
    <dgm:pt modelId="{841E9001-3774-4319-A34F-DA7D52B5D483}" type="sibTrans" cxnId="{1905197F-0DDF-47E6-B73D-6015A79B69D8}">
      <dgm:prSet/>
      <dgm:spPr/>
      <dgm:t>
        <a:bodyPr/>
        <a:lstStyle/>
        <a:p>
          <a:endParaRPr lang="fr-FR"/>
        </a:p>
      </dgm:t>
    </dgm:pt>
    <dgm:pt modelId="{3845623B-9CB1-480F-9062-5ADAA3C3656A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</a:rPr>
            <a:t>C. </a:t>
          </a:r>
          <a:r>
            <a:rPr lang="en-US" dirty="0" err="1">
              <a:solidFill>
                <a:schemeClr val="tx1"/>
              </a:solidFill>
            </a:rPr>
            <a:t>L'anévrysme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poplité</a:t>
          </a:r>
          <a:r>
            <a:rPr lang="en-US" dirty="0">
              <a:solidFill>
                <a:schemeClr val="tx1"/>
              </a:solidFill>
            </a:rPr>
            <a:t> </a:t>
          </a:r>
        </a:p>
      </dgm:t>
    </dgm:pt>
    <dgm:pt modelId="{B4A00C42-2916-40D5-A44B-C236CF21D817}" type="parTrans" cxnId="{B9147A45-622B-4FD4-A2AB-4585679A8F1D}">
      <dgm:prSet/>
      <dgm:spPr/>
      <dgm:t>
        <a:bodyPr/>
        <a:lstStyle/>
        <a:p>
          <a:endParaRPr lang="fr-FR"/>
        </a:p>
      </dgm:t>
    </dgm:pt>
    <dgm:pt modelId="{008D814E-47A1-4C7D-95D4-C0C84C9120D5}" type="sibTrans" cxnId="{B9147A45-622B-4FD4-A2AB-4585679A8F1D}">
      <dgm:prSet/>
      <dgm:spPr/>
      <dgm:t>
        <a:bodyPr/>
        <a:lstStyle/>
        <a:p>
          <a:endParaRPr lang="fr-FR"/>
        </a:p>
      </dgm:t>
    </dgm:pt>
    <dgm:pt modelId="{A141197C-E0C3-435B-A5CC-F7A87B0BDA15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E. </a:t>
          </a:r>
          <a:r>
            <a:rPr lang="en-US" dirty="0" err="1">
              <a:solidFill>
                <a:schemeClr val="tx1"/>
              </a:solidFill>
            </a:rPr>
            <a:t>L'ergotisme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médicamenteux</a:t>
          </a:r>
          <a:endParaRPr lang="fr-FR" dirty="0">
            <a:solidFill>
              <a:schemeClr val="tx1"/>
            </a:solidFill>
          </a:endParaRPr>
        </a:p>
      </dgm:t>
    </dgm:pt>
    <dgm:pt modelId="{4607DEE5-C368-488A-832B-6F07709D15ED}" type="parTrans" cxnId="{33A78B97-B350-442C-B8F7-08D19303D005}">
      <dgm:prSet/>
      <dgm:spPr/>
      <dgm:t>
        <a:bodyPr/>
        <a:lstStyle/>
        <a:p>
          <a:endParaRPr lang="fr-FR"/>
        </a:p>
      </dgm:t>
    </dgm:pt>
    <dgm:pt modelId="{3AE9E545-CD35-4BB1-9DD9-4094D7A511BB}" type="sibTrans" cxnId="{33A78B97-B350-442C-B8F7-08D19303D005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20D4A8A-5509-4354-975E-FCA0081A8132}" type="pres">
      <dgm:prSet presAssocID="{6D3710C7-622D-476F-84EF-87A6B34C5A3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BCC676-F375-4E89-8E0E-1336F0863A75}" type="pres">
      <dgm:prSet presAssocID="{2A3EF36F-C28D-4B00-AC9F-8D30D31F695E}" presName="spacer" presStyleCnt="0"/>
      <dgm:spPr/>
    </dgm:pt>
    <dgm:pt modelId="{A96D1CC9-418E-48D7-937F-48410D121690}" type="pres">
      <dgm:prSet presAssocID="{3F2EECA3-FB02-4C2E-8586-05EF7AF2A5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018A29-F488-4012-B0B4-42A2BA5F9AA5}" type="pres">
      <dgm:prSet presAssocID="{841E9001-3774-4319-A34F-DA7D52B5D483}" presName="spacer" presStyleCnt="0"/>
      <dgm:spPr/>
    </dgm:pt>
    <dgm:pt modelId="{09AB8EAD-173F-4D33-B650-25903660F82D}" type="pres">
      <dgm:prSet presAssocID="{3845623B-9CB1-480F-9062-5ADAA3C3656A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423052-9840-4A33-BFE5-8233F142B07A}" type="pres">
      <dgm:prSet presAssocID="{008D814E-47A1-4C7D-95D4-C0C84C9120D5}" presName="spacer" presStyleCnt="0"/>
      <dgm:spPr/>
    </dgm:pt>
    <dgm:pt modelId="{492B5D05-25BB-43B6-AA22-59750FB2B960}" type="pres">
      <dgm:prSet presAssocID="{AA8409A1-CE80-405C-AD4F-D16BC6ADD7DD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D07BAC-FC5E-47DD-BB22-FFAF8717AE5F}" type="pres">
      <dgm:prSet presAssocID="{875F9888-CA2C-4AC5-AA0D-6B444A8CD3D8}" presName="spacer" presStyleCnt="0"/>
      <dgm:spPr/>
    </dgm:pt>
    <dgm:pt modelId="{8641281D-6450-4E95-8FA8-E65655FFFBB5}" type="pres">
      <dgm:prSet presAssocID="{A141197C-E0C3-435B-A5CC-F7A87B0BDA1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72D71B4-FE39-4876-8046-1FB05C0BF63A}" srcId="{F758A695-F9F3-4BC9-9690-484C0F73DB2D}" destId="{AA8409A1-CE80-405C-AD4F-D16BC6ADD7DD}" srcOrd="3" destOrd="0" parTransId="{FE2C59D9-40AF-40C5-9F5E-44C7108B6CAE}" sibTransId="{875F9888-CA2C-4AC5-AA0D-6B444A8CD3D8}"/>
    <dgm:cxn modelId="{1905197F-0DDF-47E6-B73D-6015A79B69D8}" srcId="{F758A695-F9F3-4BC9-9690-484C0F73DB2D}" destId="{3F2EECA3-FB02-4C2E-8586-05EF7AF2A5CE}" srcOrd="1" destOrd="0" parTransId="{8108E653-16F1-4C91-A0B8-2BED49D99F3B}" sibTransId="{841E9001-3774-4319-A34F-DA7D52B5D483}"/>
    <dgm:cxn modelId="{0D7904A6-32FB-4884-971A-EE2B98FD962D}" type="presOf" srcId="{3845623B-9CB1-480F-9062-5ADAA3C3656A}" destId="{09AB8EAD-173F-4D33-B650-25903660F82D}" srcOrd="0" destOrd="0" presId="urn:microsoft.com/office/officeart/2005/8/layout/vList2"/>
    <dgm:cxn modelId="{E067EC1F-95FF-4555-A716-8ECBEE6C3530}" type="presOf" srcId="{A141197C-E0C3-435B-A5CC-F7A87B0BDA15}" destId="{8641281D-6450-4E95-8FA8-E65655FFFBB5}" srcOrd="0" destOrd="0" presId="urn:microsoft.com/office/officeart/2005/8/layout/vList2"/>
    <dgm:cxn modelId="{15D285D5-06A5-440A-86D6-09D8101E5121}" srcId="{F758A695-F9F3-4BC9-9690-484C0F73DB2D}" destId="{6D3710C7-622D-476F-84EF-87A6B34C5A3D}" srcOrd="0" destOrd="0" parTransId="{F4CA2CEB-F281-420B-AEB5-42FDA8BD5B70}" sibTransId="{2A3EF36F-C28D-4B00-AC9F-8D30D31F695E}"/>
    <dgm:cxn modelId="{D13C8B25-F475-46E7-8B46-9E11697621AF}" type="presOf" srcId="{AA8409A1-CE80-405C-AD4F-D16BC6ADD7DD}" destId="{492B5D05-25BB-43B6-AA22-59750FB2B960}" srcOrd="0" destOrd="0" presId="urn:microsoft.com/office/officeart/2005/8/layout/vList2"/>
    <dgm:cxn modelId="{366C4BEB-1958-46AE-BACC-1E38CDFBB11F}" type="presOf" srcId="{3F2EECA3-FB02-4C2E-8586-05EF7AF2A5CE}" destId="{A96D1CC9-418E-48D7-937F-48410D121690}" srcOrd="0" destOrd="0" presId="urn:microsoft.com/office/officeart/2005/8/layout/vList2"/>
    <dgm:cxn modelId="{9134D3CA-50D1-45CE-AF74-81E6BAC8FADD}" type="presOf" srcId="{6D3710C7-622D-476F-84EF-87A6B34C5A3D}" destId="{C20D4A8A-5509-4354-975E-FCA0081A8132}" srcOrd="0" destOrd="0" presId="urn:microsoft.com/office/officeart/2005/8/layout/vList2"/>
    <dgm:cxn modelId="{33A78B97-B350-442C-B8F7-08D19303D005}" srcId="{F758A695-F9F3-4BC9-9690-484C0F73DB2D}" destId="{A141197C-E0C3-435B-A5CC-F7A87B0BDA15}" srcOrd="4" destOrd="0" parTransId="{4607DEE5-C368-488A-832B-6F07709D15ED}" sibTransId="{3AE9E545-CD35-4BB1-9DD9-4094D7A511BB}"/>
    <dgm:cxn modelId="{B9147A45-622B-4FD4-A2AB-4585679A8F1D}" srcId="{F758A695-F9F3-4BC9-9690-484C0F73DB2D}" destId="{3845623B-9CB1-480F-9062-5ADAA3C3656A}" srcOrd="2" destOrd="0" parTransId="{B4A00C42-2916-40D5-A44B-C236CF21D817}" sibTransId="{008D814E-47A1-4C7D-95D4-C0C84C9120D5}"/>
    <dgm:cxn modelId="{3F78AE7A-6757-4F9B-AF06-D6817E0637AD}" type="presOf" srcId="{F758A695-F9F3-4BC9-9690-484C0F73DB2D}" destId="{F1C8B3EF-72B1-4492-9A48-93FC1A72C87D}" srcOrd="0" destOrd="0" presId="urn:microsoft.com/office/officeart/2005/8/layout/vList2"/>
    <dgm:cxn modelId="{67D6F13E-7142-4B57-ACF0-C04CFFFFFABA}" type="presParOf" srcId="{F1C8B3EF-72B1-4492-9A48-93FC1A72C87D}" destId="{C20D4A8A-5509-4354-975E-FCA0081A8132}" srcOrd="0" destOrd="0" presId="urn:microsoft.com/office/officeart/2005/8/layout/vList2"/>
    <dgm:cxn modelId="{FC3ECDE3-D495-4461-9C44-6D2E9C968574}" type="presParOf" srcId="{F1C8B3EF-72B1-4492-9A48-93FC1A72C87D}" destId="{61BCC676-F375-4E89-8E0E-1336F0863A75}" srcOrd="1" destOrd="0" presId="urn:microsoft.com/office/officeart/2005/8/layout/vList2"/>
    <dgm:cxn modelId="{21583C99-B5CC-4F88-9FB9-CA5DBE10DF62}" type="presParOf" srcId="{F1C8B3EF-72B1-4492-9A48-93FC1A72C87D}" destId="{A96D1CC9-418E-48D7-937F-48410D121690}" srcOrd="2" destOrd="0" presId="urn:microsoft.com/office/officeart/2005/8/layout/vList2"/>
    <dgm:cxn modelId="{BB53DF2A-800E-4850-B61E-8578C908B5C5}" type="presParOf" srcId="{F1C8B3EF-72B1-4492-9A48-93FC1A72C87D}" destId="{9C018A29-F488-4012-B0B4-42A2BA5F9AA5}" srcOrd="3" destOrd="0" presId="urn:microsoft.com/office/officeart/2005/8/layout/vList2"/>
    <dgm:cxn modelId="{2448E98F-A465-455E-B8B9-45A53274EE76}" type="presParOf" srcId="{F1C8B3EF-72B1-4492-9A48-93FC1A72C87D}" destId="{09AB8EAD-173F-4D33-B650-25903660F82D}" srcOrd="4" destOrd="0" presId="urn:microsoft.com/office/officeart/2005/8/layout/vList2"/>
    <dgm:cxn modelId="{4BA5948F-A68D-420F-BA06-E57E90F3530D}" type="presParOf" srcId="{F1C8B3EF-72B1-4492-9A48-93FC1A72C87D}" destId="{27423052-9840-4A33-BFE5-8233F142B07A}" srcOrd="5" destOrd="0" presId="urn:microsoft.com/office/officeart/2005/8/layout/vList2"/>
    <dgm:cxn modelId="{9F82C809-B16C-46C8-BFDC-B78776B27FF5}" type="presParOf" srcId="{F1C8B3EF-72B1-4492-9A48-93FC1A72C87D}" destId="{492B5D05-25BB-43B6-AA22-59750FB2B960}" srcOrd="6" destOrd="0" presId="urn:microsoft.com/office/officeart/2005/8/layout/vList2"/>
    <dgm:cxn modelId="{DEA52FB0-9387-46CA-95F6-FC777EE12D62}" type="presParOf" srcId="{F1C8B3EF-72B1-4492-9A48-93FC1A72C87D}" destId="{FCD07BAC-FC5E-47DD-BB22-FFAF8717AE5F}" srcOrd="7" destOrd="0" presId="urn:microsoft.com/office/officeart/2005/8/layout/vList2"/>
    <dgm:cxn modelId="{664BAB4B-A491-4C76-A354-0353F8C6B18C}" type="presParOf" srcId="{F1C8B3EF-72B1-4492-9A48-93FC1A72C87D}" destId="{8641281D-6450-4E95-8FA8-E65655FFFBB5}" srcOrd="8" destOrd="0" presId="urn:microsoft.com/office/officeart/2005/8/layout/vList2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A8409A1-CE80-405C-AD4F-D16BC6ADD7DD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fr-CA" dirty="0" err="1" smtClean="0">
              <a:solidFill>
                <a:schemeClr val="tx1"/>
              </a:solidFill>
            </a:rPr>
            <a:t>D-Une</a:t>
          </a:r>
          <a:r>
            <a:rPr lang="fr-CA" dirty="0" smtClean="0">
              <a:solidFill>
                <a:schemeClr val="tx1"/>
              </a:solidFill>
            </a:rPr>
            <a:t> atteinte de la veine saphène interne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E2C59D9-40AF-40C5-9F5E-44C7108B6CAE}" type="parTrans" cxnId="{B72D71B4-FE39-4876-8046-1FB05C0BF63A}">
      <dgm:prSet/>
      <dgm:spPr/>
      <dgm:t>
        <a:bodyPr/>
        <a:lstStyle/>
        <a:p>
          <a:endParaRPr lang="fr-FR"/>
        </a:p>
      </dgm:t>
    </dgm:pt>
    <dgm:pt modelId="{875F9888-CA2C-4AC5-AA0D-6B444A8CD3D8}" type="sibTrans" cxnId="{B72D71B4-FE39-4876-8046-1FB05C0BF63A}">
      <dgm:prSet/>
      <dgm:spPr/>
      <dgm:t>
        <a:bodyPr/>
        <a:lstStyle/>
        <a:p>
          <a:endParaRPr lang="fr-FR"/>
        </a:p>
      </dgm:t>
    </dgm:pt>
    <dgm:pt modelId="{6D3710C7-622D-476F-84EF-87A6B34C5A3D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CA" dirty="0" err="1" smtClean="0">
              <a:solidFill>
                <a:schemeClr val="tx1"/>
              </a:solidFill>
            </a:rPr>
            <a:t>A-Une</a:t>
          </a:r>
          <a:r>
            <a:rPr lang="fr-CA" dirty="0" smtClean="0">
              <a:solidFill>
                <a:schemeClr val="tx1"/>
              </a:solidFill>
            </a:rPr>
            <a:t> atteinte de la veine saphène externe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4CA2CEB-F281-420B-AEB5-42FDA8BD5B70}" type="parTrans" cxnId="{15D285D5-06A5-440A-86D6-09D8101E5121}">
      <dgm:prSet/>
      <dgm:spPr/>
      <dgm:t>
        <a:bodyPr/>
        <a:lstStyle/>
        <a:p>
          <a:endParaRPr lang="fr-FR"/>
        </a:p>
      </dgm:t>
    </dgm:pt>
    <dgm:pt modelId="{2A3EF36F-C28D-4B00-AC9F-8D30D31F695E}" type="sibTrans" cxnId="{15D285D5-06A5-440A-86D6-09D8101E5121}">
      <dgm:prSet/>
      <dgm:spPr/>
      <dgm:t>
        <a:bodyPr/>
        <a:lstStyle/>
        <a:p>
          <a:endParaRPr lang="fr-FR"/>
        </a:p>
      </dgm:t>
    </dgm:pt>
    <dgm:pt modelId="{3F2EECA3-FB02-4C2E-8586-05EF7AF2A5CE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B-Une atteinte de l’artère descendante du genou</a:t>
          </a:r>
          <a:endParaRPr lang="en-US" dirty="0">
            <a:solidFill>
              <a:schemeClr val="tx1"/>
            </a:solidFill>
          </a:endParaRPr>
        </a:p>
      </dgm:t>
    </dgm:pt>
    <dgm:pt modelId="{8108E653-16F1-4C91-A0B8-2BED49D99F3B}" type="parTrans" cxnId="{1905197F-0DDF-47E6-B73D-6015A79B69D8}">
      <dgm:prSet/>
      <dgm:spPr/>
      <dgm:t>
        <a:bodyPr/>
        <a:lstStyle/>
        <a:p>
          <a:endParaRPr lang="fr-FR"/>
        </a:p>
      </dgm:t>
    </dgm:pt>
    <dgm:pt modelId="{841E9001-3774-4319-A34F-DA7D52B5D483}" type="sibTrans" cxnId="{1905197F-0DDF-47E6-B73D-6015A79B69D8}">
      <dgm:prSet/>
      <dgm:spPr/>
      <dgm:t>
        <a:bodyPr/>
        <a:lstStyle/>
        <a:p>
          <a:endParaRPr lang="fr-FR"/>
        </a:p>
      </dgm:t>
    </dgm:pt>
    <dgm:pt modelId="{3845623B-9CB1-480F-9062-5ADAA3C3656A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C-Une atteinte de l’artère poplitée</a:t>
          </a:r>
          <a:endParaRPr lang="en-US" dirty="0">
            <a:solidFill>
              <a:schemeClr val="tx1"/>
            </a:solidFill>
          </a:endParaRPr>
        </a:p>
      </dgm:t>
    </dgm:pt>
    <dgm:pt modelId="{B4A00C42-2916-40D5-A44B-C236CF21D817}" type="parTrans" cxnId="{B9147A45-622B-4FD4-A2AB-4585679A8F1D}">
      <dgm:prSet/>
      <dgm:spPr/>
      <dgm:t>
        <a:bodyPr/>
        <a:lstStyle/>
        <a:p>
          <a:endParaRPr lang="fr-FR"/>
        </a:p>
      </dgm:t>
    </dgm:pt>
    <dgm:pt modelId="{008D814E-47A1-4C7D-95D4-C0C84C9120D5}" type="sibTrans" cxnId="{B9147A45-622B-4FD4-A2AB-4585679A8F1D}">
      <dgm:prSet/>
      <dgm:spPr/>
      <dgm:t>
        <a:bodyPr/>
        <a:lstStyle/>
        <a:p>
          <a:endParaRPr lang="fr-FR"/>
        </a:p>
      </dgm:t>
    </dgm:pt>
    <dgm:pt modelId="{F4BE78F4-D2CE-40E9-8396-92DAD5A76493}">
      <dgm:prSet/>
      <dgm:spPr>
        <a:noFill/>
      </dgm:spPr>
      <dgm:t>
        <a:bodyPr/>
        <a:lstStyle/>
        <a:p>
          <a:r>
            <a:rPr lang="fr-CA" dirty="0" smtClean="0">
              <a:solidFill>
                <a:schemeClr val="tx1"/>
              </a:solidFill>
            </a:rPr>
            <a:t>E-Une atteinte de l’artère tibiale postérieure</a:t>
          </a:r>
          <a:endParaRPr lang="fr-FR" dirty="0">
            <a:solidFill>
              <a:schemeClr val="tx1"/>
            </a:solidFill>
          </a:endParaRPr>
        </a:p>
      </dgm:t>
    </dgm:pt>
    <dgm:pt modelId="{34C254D2-29A2-4779-8491-9069F714B8B7}" type="parTrans" cxnId="{4E2D31B9-C65E-4F12-B88A-F35CDBB40438}">
      <dgm:prSet/>
      <dgm:spPr/>
      <dgm:t>
        <a:bodyPr/>
        <a:lstStyle/>
        <a:p>
          <a:endParaRPr lang="fr-FR"/>
        </a:p>
      </dgm:t>
    </dgm:pt>
    <dgm:pt modelId="{1ACEC4F1-9771-4CB2-9CE7-1BF78CD14778}" type="sibTrans" cxnId="{4E2D31B9-C65E-4F12-B88A-F35CDBB40438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20D4A8A-5509-4354-975E-FCA0081A8132}" type="pres">
      <dgm:prSet presAssocID="{6D3710C7-622D-476F-84EF-87A6B34C5A3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BCC676-F375-4E89-8E0E-1336F0863A75}" type="pres">
      <dgm:prSet presAssocID="{2A3EF36F-C28D-4B00-AC9F-8D30D31F695E}" presName="spacer" presStyleCnt="0"/>
      <dgm:spPr/>
    </dgm:pt>
    <dgm:pt modelId="{A96D1CC9-418E-48D7-937F-48410D121690}" type="pres">
      <dgm:prSet presAssocID="{3F2EECA3-FB02-4C2E-8586-05EF7AF2A5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018A29-F488-4012-B0B4-42A2BA5F9AA5}" type="pres">
      <dgm:prSet presAssocID="{841E9001-3774-4319-A34F-DA7D52B5D483}" presName="spacer" presStyleCnt="0"/>
      <dgm:spPr/>
    </dgm:pt>
    <dgm:pt modelId="{09AB8EAD-173F-4D33-B650-25903660F82D}" type="pres">
      <dgm:prSet presAssocID="{3845623B-9CB1-480F-9062-5ADAA3C3656A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423052-9840-4A33-BFE5-8233F142B07A}" type="pres">
      <dgm:prSet presAssocID="{008D814E-47A1-4C7D-95D4-C0C84C9120D5}" presName="spacer" presStyleCnt="0"/>
      <dgm:spPr/>
    </dgm:pt>
    <dgm:pt modelId="{492B5D05-25BB-43B6-AA22-59750FB2B960}" type="pres">
      <dgm:prSet presAssocID="{AA8409A1-CE80-405C-AD4F-D16BC6ADD7DD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D07BAC-FC5E-47DD-BB22-FFAF8717AE5F}" type="pres">
      <dgm:prSet presAssocID="{875F9888-CA2C-4AC5-AA0D-6B444A8CD3D8}" presName="spacer" presStyleCnt="0"/>
      <dgm:spPr/>
    </dgm:pt>
    <dgm:pt modelId="{8A1396D1-E3CA-4428-94CF-27D5CD2C9D5C}" type="pres">
      <dgm:prSet presAssocID="{F4BE78F4-D2CE-40E9-8396-92DAD5A76493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2D1F771-FA57-4F0A-85C4-69C292A364DB}" type="presOf" srcId="{F4BE78F4-D2CE-40E9-8396-92DAD5A76493}" destId="{8A1396D1-E3CA-4428-94CF-27D5CD2C9D5C}" srcOrd="0" destOrd="0" presId="urn:microsoft.com/office/officeart/2005/8/layout/vList2"/>
    <dgm:cxn modelId="{B72D71B4-FE39-4876-8046-1FB05C0BF63A}" srcId="{F758A695-F9F3-4BC9-9690-484C0F73DB2D}" destId="{AA8409A1-CE80-405C-AD4F-D16BC6ADD7DD}" srcOrd="3" destOrd="0" parTransId="{FE2C59D9-40AF-40C5-9F5E-44C7108B6CAE}" sibTransId="{875F9888-CA2C-4AC5-AA0D-6B444A8CD3D8}"/>
    <dgm:cxn modelId="{0532A714-380D-41FC-9450-B43854483ACD}" type="presOf" srcId="{AA8409A1-CE80-405C-AD4F-D16BC6ADD7DD}" destId="{492B5D05-25BB-43B6-AA22-59750FB2B960}" srcOrd="0" destOrd="0" presId="urn:microsoft.com/office/officeart/2005/8/layout/vList2"/>
    <dgm:cxn modelId="{1905197F-0DDF-47E6-B73D-6015A79B69D8}" srcId="{F758A695-F9F3-4BC9-9690-484C0F73DB2D}" destId="{3F2EECA3-FB02-4C2E-8586-05EF7AF2A5CE}" srcOrd="1" destOrd="0" parTransId="{8108E653-16F1-4C91-A0B8-2BED49D99F3B}" sibTransId="{841E9001-3774-4319-A34F-DA7D52B5D483}"/>
    <dgm:cxn modelId="{22F9549F-CECE-4A6D-916F-6D7B6A788B81}" type="presOf" srcId="{6D3710C7-622D-476F-84EF-87A6B34C5A3D}" destId="{C20D4A8A-5509-4354-975E-FCA0081A8132}" srcOrd="0" destOrd="0" presId="urn:microsoft.com/office/officeart/2005/8/layout/vList2"/>
    <dgm:cxn modelId="{9DF1FF94-D573-4811-B92C-5B5394BD2043}" type="presOf" srcId="{F758A695-F9F3-4BC9-9690-484C0F73DB2D}" destId="{F1C8B3EF-72B1-4492-9A48-93FC1A72C87D}" srcOrd="0" destOrd="0" presId="urn:microsoft.com/office/officeart/2005/8/layout/vList2"/>
    <dgm:cxn modelId="{96E468F1-4812-40F1-B8FE-4CC1E22DFE80}" type="presOf" srcId="{3845623B-9CB1-480F-9062-5ADAA3C3656A}" destId="{09AB8EAD-173F-4D33-B650-25903660F82D}" srcOrd="0" destOrd="0" presId="urn:microsoft.com/office/officeart/2005/8/layout/vList2"/>
    <dgm:cxn modelId="{F5D472FD-1C70-4EEA-AF47-4ABA1E5139A6}" type="presOf" srcId="{3F2EECA3-FB02-4C2E-8586-05EF7AF2A5CE}" destId="{A96D1CC9-418E-48D7-937F-48410D121690}" srcOrd="0" destOrd="0" presId="urn:microsoft.com/office/officeart/2005/8/layout/vList2"/>
    <dgm:cxn modelId="{15D285D5-06A5-440A-86D6-09D8101E5121}" srcId="{F758A695-F9F3-4BC9-9690-484C0F73DB2D}" destId="{6D3710C7-622D-476F-84EF-87A6B34C5A3D}" srcOrd="0" destOrd="0" parTransId="{F4CA2CEB-F281-420B-AEB5-42FDA8BD5B70}" sibTransId="{2A3EF36F-C28D-4B00-AC9F-8D30D31F695E}"/>
    <dgm:cxn modelId="{4E2D31B9-C65E-4F12-B88A-F35CDBB40438}" srcId="{F758A695-F9F3-4BC9-9690-484C0F73DB2D}" destId="{F4BE78F4-D2CE-40E9-8396-92DAD5A76493}" srcOrd="4" destOrd="0" parTransId="{34C254D2-29A2-4779-8491-9069F714B8B7}" sibTransId="{1ACEC4F1-9771-4CB2-9CE7-1BF78CD14778}"/>
    <dgm:cxn modelId="{B9147A45-622B-4FD4-A2AB-4585679A8F1D}" srcId="{F758A695-F9F3-4BC9-9690-484C0F73DB2D}" destId="{3845623B-9CB1-480F-9062-5ADAA3C3656A}" srcOrd="2" destOrd="0" parTransId="{B4A00C42-2916-40D5-A44B-C236CF21D817}" sibTransId="{008D814E-47A1-4C7D-95D4-C0C84C9120D5}"/>
    <dgm:cxn modelId="{53B825A4-6B34-49FD-92A4-893846CD6076}" type="presParOf" srcId="{F1C8B3EF-72B1-4492-9A48-93FC1A72C87D}" destId="{C20D4A8A-5509-4354-975E-FCA0081A8132}" srcOrd="0" destOrd="0" presId="urn:microsoft.com/office/officeart/2005/8/layout/vList2"/>
    <dgm:cxn modelId="{CD0E3B6D-5AD8-42C2-BBCE-7026FEF39971}" type="presParOf" srcId="{F1C8B3EF-72B1-4492-9A48-93FC1A72C87D}" destId="{61BCC676-F375-4E89-8E0E-1336F0863A75}" srcOrd="1" destOrd="0" presId="urn:microsoft.com/office/officeart/2005/8/layout/vList2"/>
    <dgm:cxn modelId="{D5676A56-149A-4922-8D85-2D65BE455E93}" type="presParOf" srcId="{F1C8B3EF-72B1-4492-9A48-93FC1A72C87D}" destId="{A96D1CC9-418E-48D7-937F-48410D121690}" srcOrd="2" destOrd="0" presId="urn:microsoft.com/office/officeart/2005/8/layout/vList2"/>
    <dgm:cxn modelId="{09BD184B-4A4B-4114-876D-FE058D6D5A52}" type="presParOf" srcId="{F1C8B3EF-72B1-4492-9A48-93FC1A72C87D}" destId="{9C018A29-F488-4012-B0B4-42A2BA5F9AA5}" srcOrd="3" destOrd="0" presId="urn:microsoft.com/office/officeart/2005/8/layout/vList2"/>
    <dgm:cxn modelId="{660A9152-DC23-44C8-93D6-04E7AE4ACD78}" type="presParOf" srcId="{F1C8B3EF-72B1-4492-9A48-93FC1A72C87D}" destId="{09AB8EAD-173F-4D33-B650-25903660F82D}" srcOrd="4" destOrd="0" presId="urn:microsoft.com/office/officeart/2005/8/layout/vList2"/>
    <dgm:cxn modelId="{42D3D154-C8C2-4D41-9399-CAEFE5368E00}" type="presParOf" srcId="{F1C8B3EF-72B1-4492-9A48-93FC1A72C87D}" destId="{27423052-9840-4A33-BFE5-8233F142B07A}" srcOrd="5" destOrd="0" presId="urn:microsoft.com/office/officeart/2005/8/layout/vList2"/>
    <dgm:cxn modelId="{81EBC236-5B1A-494F-8DFE-AC9B2E714937}" type="presParOf" srcId="{F1C8B3EF-72B1-4492-9A48-93FC1A72C87D}" destId="{492B5D05-25BB-43B6-AA22-59750FB2B960}" srcOrd="6" destOrd="0" presId="urn:microsoft.com/office/officeart/2005/8/layout/vList2"/>
    <dgm:cxn modelId="{AB5DB0F3-D4E7-40DA-8810-FA1BB55CF29D}" type="presParOf" srcId="{F1C8B3EF-72B1-4492-9A48-93FC1A72C87D}" destId="{FCD07BAC-FC5E-47DD-BB22-FFAF8717AE5F}" srcOrd="7" destOrd="0" presId="urn:microsoft.com/office/officeart/2005/8/layout/vList2"/>
    <dgm:cxn modelId="{7A7A909A-B2BD-4F92-B8A1-23FE85F3FCAE}" type="presParOf" srcId="{F1C8B3EF-72B1-4492-9A48-93FC1A72C87D}" destId="{8A1396D1-E3CA-4428-94CF-27D5CD2C9D5C}" srcOrd="8" destOrd="0" presId="urn:microsoft.com/office/officeart/2005/8/layout/vList2"/>
  </dgm:cxnLst>
  <dgm:bg/>
  <dgm:whole/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A8409A1-CE80-405C-AD4F-D16BC6ADD7DD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fr-CA" dirty="0" err="1" smtClean="0">
              <a:solidFill>
                <a:schemeClr val="tx1"/>
              </a:solidFill>
            </a:rPr>
            <a:t>D-Une</a:t>
          </a:r>
          <a:r>
            <a:rPr lang="fr-CA" dirty="0" smtClean="0">
              <a:solidFill>
                <a:schemeClr val="tx1"/>
              </a:solidFill>
            </a:rPr>
            <a:t> atteinte de la veine saphène interne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E2C59D9-40AF-40C5-9F5E-44C7108B6CAE}" type="parTrans" cxnId="{B72D71B4-FE39-4876-8046-1FB05C0BF63A}">
      <dgm:prSet/>
      <dgm:spPr/>
      <dgm:t>
        <a:bodyPr/>
        <a:lstStyle/>
        <a:p>
          <a:endParaRPr lang="fr-FR"/>
        </a:p>
      </dgm:t>
    </dgm:pt>
    <dgm:pt modelId="{875F9888-CA2C-4AC5-AA0D-6B444A8CD3D8}" type="sibTrans" cxnId="{B72D71B4-FE39-4876-8046-1FB05C0BF63A}">
      <dgm:prSet/>
      <dgm:spPr/>
      <dgm:t>
        <a:bodyPr/>
        <a:lstStyle/>
        <a:p>
          <a:endParaRPr lang="fr-FR"/>
        </a:p>
      </dgm:t>
    </dgm:pt>
    <dgm:pt modelId="{6D3710C7-622D-476F-84EF-87A6B34C5A3D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CA" dirty="0" err="1" smtClean="0">
              <a:solidFill>
                <a:schemeClr val="tx1"/>
              </a:solidFill>
            </a:rPr>
            <a:t>A-Une</a:t>
          </a:r>
          <a:r>
            <a:rPr lang="fr-CA" dirty="0" smtClean="0">
              <a:solidFill>
                <a:schemeClr val="tx1"/>
              </a:solidFill>
            </a:rPr>
            <a:t> atteinte de la veine saphène externe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4CA2CEB-F281-420B-AEB5-42FDA8BD5B70}" type="parTrans" cxnId="{15D285D5-06A5-440A-86D6-09D8101E5121}">
      <dgm:prSet/>
      <dgm:spPr/>
      <dgm:t>
        <a:bodyPr/>
        <a:lstStyle/>
        <a:p>
          <a:endParaRPr lang="fr-FR"/>
        </a:p>
      </dgm:t>
    </dgm:pt>
    <dgm:pt modelId="{2A3EF36F-C28D-4B00-AC9F-8D30D31F695E}" type="sibTrans" cxnId="{15D285D5-06A5-440A-86D6-09D8101E5121}">
      <dgm:prSet/>
      <dgm:spPr/>
      <dgm:t>
        <a:bodyPr/>
        <a:lstStyle/>
        <a:p>
          <a:endParaRPr lang="fr-FR"/>
        </a:p>
      </dgm:t>
    </dgm:pt>
    <dgm:pt modelId="{3F2EECA3-FB02-4C2E-8586-05EF7AF2A5CE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B-Une atteinte de l’artère descendante du genou</a:t>
          </a:r>
          <a:endParaRPr lang="en-US" dirty="0">
            <a:solidFill>
              <a:schemeClr val="tx1"/>
            </a:solidFill>
          </a:endParaRPr>
        </a:p>
      </dgm:t>
    </dgm:pt>
    <dgm:pt modelId="{8108E653-16F1-4C91-A0B8-2BED49D99F3B}" type="parTrans" cxnId="{1905197F-0DDF-47E6-B73D-6015A79B69D8}">
      <dgm:prSet/>
      <dgm:spPr/>
      <dgm:t>
        <a:bodyPr/>
        <a:lstStyle/>
        <a:p>
          <a:endParaRPr lang="fr-FR"/>
        </a:p>
      </dgm:t>
    </dgm:pt>
    <dgm:pt modelId="{841E9001-3774-4319-A34F-DA7D52B5D483}" type="sibTrans" cxnId="{1905197F-0DDF-47E6-B73D-6015A79B69D8}">
      <dgm:prSet/>
      <dgm:spPr/>
      <dgm:t>
        <a:bodyPr/>
        <a:lstStyle/>
        <a:p>
          <a:endParaRPr lang="fr-FR"/>
        </a:p>
      </dgm:t>
    </dgm:pt>
    <dgm:pt modelId="{3845623B-9CB1-480F-9062-5ADAA3C3656A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C-Une atteinte de l’artère poplitée</a:t>
          </a:r>
          <a:endParaRPr lang="en-US" dirty="0">
            <a:solidFill>
              <a:schemeClr val="tx1"/>
            </a:solidFill>
          </a:endParaRPr>
        </a:p>
      </dgm:t>
    </dgm:pt>
    <dgm:pt modelId="{B4A00C42-2916-40D5-A44B-C236CF21D817}" type="parTrans" cxnId="{B9147A45-622B-4FD4-A2AB-4585679A8F1D}">
      <dgm:prSet/>
      <dgm:spPr/>
      <dgm:t>
        <a:bodyPr/>
        <a:lstStyle/>
        <a:p>
          <a:endParaRPr lang="fr-FR"/>
        </a:p>
      </dgm:t>
    </dgm:pt>
    <dgm:pt modelId="{008D814E-47A1-4C7D-95D4-C0C84C9120D5}" type="sibTrans" cxnId="{B9147A45-622B-4FD4-A2AB-4585679A8F1D}">
      <dgm:prSet/>
      <dgm:spPr/>
      <dgm:t>
        <a:bodyPr/>
        <a:lstStyle/>
        <a:p>
          <a:endParaRPr lang="fr-FR"/>
        </a:p>
      </dgm:t>
    </dgm:pt>
    <dgm:pt modelId="{F4BE78F4-D2CE-40E9-8396-92DAD5A76493}">
      <dgm:prSet/>
      <dgm:spPr>
        <a:noFill/>
      </dgm:spPr>
      <dgm:t>
        <a:bodyPr/>
        <a:lstStyle/>
        <a:p>
          <a:r>
            <a:rPr lang="fr-CA" dirty="0" smtClean="0">
              <a:solidFill>
                <a:schemeClr val="tx1"/>
              </a:solidFill>
            </a:rPr>
            <a:t>E-Une atteinte de l’artère tibiale postérieure</a:t>
          </a:r>
          <a:endParaRPr lang="fr-FR" dirty="0">
            <a:solidFill>
              <a:schemeClr val="tx1"/>
            </a:solidFill>
          </a:endParaRPr>
        </a:p>
      </dgm:t>
    </dgm:pt>
    <dgm:pt modelId="{34C254D2-29A2-4779-8491-9069F714B8B7}" type="parTrans" cxnId="{4E2D31B9-C65E-4F12-B88A-F35CDBB40438}">
      <dgm:prSet/>
      <dgm:spPr/>
      <dgm:t>
        <a:bodyPr/>
        <a:lstStyle/>
        <a:p>
          <a:endParaRPr lang="fr-FR"/>
        </a:p>
      </dgm:t>
    </dgm:pt>
    <dgm:pt modelId="{1ACEC4F1-9771-4CB2-9CE7-1BF78CD14778}" type="sibTrans" cxnId="{4E2D31B9-C65E-4F12-B88A-F35CDBB40438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20D4A8A-5509-4354-975E-FCA0081A8132}" type="pres">
      <dgm:prSet presAssocID="{6D3710C7-622D-476F-84EF-87A6B34C5A3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BCC676-F375-4E89-8E0E-1336F0863A75}" type="pres">
      <dgm:prSet presAssocID="{2A3EF36F-C28D-4B00-AC9F-8D30D31F695E}" presName="spacer" presStyleCnt="0"/>
      <dgm:spPr/>
    </dgm:pt>
    <dgm:pt modelId="{A96D1CC9-418E-48D7-937F-48410D121690}" type="pres">
      <dgm:prSet presAssocID="{3F2EECA3-FB02-4C2E-8586-05EF7AF2A5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018A29-F488-4012-B0B4-42A2BA5F9AA5}" type="pres">
      <dgm:prSet presAssocID="{841E9001-3774-4319-A34F-DA7D52B5D483}" presName="spacer" presStyleCnt="0"/>
      <dgm:spPr/>
    </dgm:pt>
    <dgm:pt modelId="{09AB8EAD-173F-4D33-B650-25903660F82D}" type="pres">
      <dgm:prSet presAssocID="{3845623B-9CB1-480F-9062-5ADAA3C3656A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423052-9840-4A33-BFE5-8233F142B07A}" type="pres">
      <dgm:prSet presAssocID="{008D814E-47A1-4C7D-95D4-C0C84C9120D5}" presName="spacer" presStyleCnt="0"/>
      <dgm:spPr/>
    </dgm:pt>
    <dgm:pt modelId="{492B5D05-25BB-43B6-AA22-59750FB2B960}" type="pres">
      <dgm:prSet presAssocID="{AA8409A1-CE80-405C-AD4F-D16BC6ADD7DD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D07BAC-FC5E-47DD-BB22-FFAF8717AE5F}" type="pres">
      <dgm:prSet presAssocID="{875F9888-CA2C-4AC5-AA0D-6B444A8CD3D8}" presName="spacer" presStyleCnt="0"/>
      <dgm:spPr/>
    </dgm:pt>
    <dgm:pt modelId="{8A1396D1-E3CA-4428-94CF-27D5CD2C9D5C}" type="pres">
      <dgm:prSet presAssocID="{F4BE78F4-D2CE-40E9-8396-92DAD5A76493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72D71B4-FE39-4876-8046-1FB05C0BF63A}" srcId="{F758A695-F9F3-4BC9-9690-484C0F73DB2D}" destId="{AA8409A1-CE80-405C-AD4F-D16BC6ADD7DD}" srcOrd="3" destOrd="0" parTransId="{FE2C59D9-40AF-40C5-9F5E-44C7108B6CAE}" sibTransId="{875F9888-CA2C-4AC5-AA0D-6B444A8CD3D8}"/>
    <dgm:cxn modelId="{291229C3-91F6-4129-A3D0-BA62C8B8978E}" type="presOf" srcId="{6D3710C7-622D-476F-84EF-87A6B34C5A3D}" destId="{C20D4A8A-5509-4354-975E-FCA0081A8132}" srcOrd="0" destOrd="0" presId="urn:microsoft.com/office/officeart/2005/8/layout/vList2"/>
    <dgm:cxn modelId="{1905197F-0DDF-47E6-B73D-6015A79B69D8}" srcId="{F758A695-F9F3-4BC9-9690-484C0F73DB2D}" destId="{3F2EECA3-FB02-4C2E-8586-05EF7AF2A5CE}" srcOrd="1" destOrd="0" parTransId="{8108E653-16F1-4C91-A0B8-2BED49D99F3B}" sibTransId="{841E9001-3774-4319-A34F-DA7D52B5D483}"/>
    <dgm:cxn modelId="{01DCAEBF-05E8-47DD-AFD2-289F65BEAB8D}" type="presOf" srcId="{3F2EECA3-FB02-4C2E-8586-05EF7AF2A5CE}" destId="{A96D1CC9-418E-48D7-937F-48410D121690}" srcOrd="0" destOrd="0" presId="urn:microsoft.com/office/officeart/2005/8/layout/vList2"/>
    <dgm:cxn modelId="{A1DB60BB-578B-460B-A515-977EA6B42478}" type="presOf" srcId="{F758A695-F9F3-4BC9-9690-484C0F73DB2D}" destId="{F1C8B3EF-72B1-4492-9A48-93FC1A72C87D}" srcOrd="0" destOrd="0" presId="urn:microsoft.com/office/officeart/2005/8/layout/vList2"/>
    <dgm:cxn modelId="{315D7B65-1C7C-445C-B35E-E5B74F6E9DC8}" type="presOf" srcId="{AA8409A1-CE80-405C-AD4F-D16BC6ADD7DD}" destId="{492B5D05-25BB-43B6-AA22-59750FB2B960}" srcOrd="0" destOrd="0" presId="urn:microsoft.com/office/officeart/2005/8/layout/vList2"/>
    <dgm:cxn modelId="{15D285D5-06A5-440A-86D6-09D8101E5121}" srcId="{F758A695-F9F3-4BC9-9690-484C0F73DB2D}" destId="{6D3710C7-622D-476F-84EF-87A6B34C5A3D}" srcOrd="0" destOrd="0" parTransId="{F4CA2CEB-F281-420B-AEB5-42FDA8BD5B70}" sibTransId="{2A3EF36F-C28D-4B00-AC9F-8D30D31F695E}"/>
    <dgm:cxn modelId="{4E2D31B9-C65E-4F12-B88A-F35CDBB40438}" srcId="{F758A695-F9F3-4BC9-9690-484C0F73DB2D}" destId="{F4BE78F4-D2CE-40E9-8396-92DAD5A76493}" srcOrd="4" destOrd="0" parTransId="{34C254D2-29A2-4779-8491-9069F714B8B7}" sibTransId="{1ACEC4F1-9771-4CB2-9CE7-1BF78CD14778}"/>
    <dgm:cxn modelId="{CBB0F582-C637-434E-A421-B9489C534B69}" type="presOf" srcId="{F4BE78F4-D2CE-40E9-8396-92DAD5A76493}" destId="{8A1396D1-E3CA-4428-94CF-27D5CD2C9D5C}" srcOrd="0" destOrd="0" presId="urn:microsoft.com/office/officeart/2005/8/layout/vList2"/>
    <dgm:cxn modelId="{B9147A45-622B-4FD4-A2AB-4585679A8F1D}" srcId="{F758A695-F9F3-4BC9-9690-484C0F73DB2D}" destId="{3845623B-9CB1-480F-9062-5ADAA3C3656A}" srcOrd="2" destOrd="0" parTransId="{B4A00C42-2916-40D5-A44B-C236CF21D817}" sibTransId="{008D814E-47A1-4C7D-95D4-C0C84C9120D5}"/>
    <dgm:cxn modelId="{D8B42A21-F58C-4225-B502-209847BA827B}" type="presOf" srcId="{3845623B-9CB1-480F-9062-5ADAA3C3656A}" destId="{09AB8EAD-173F-4D33-B650-25903660F82D}" srcOrd="0" destOrd="0" presId="urn:microsoft.com/office/officeart/2005/8/layout/vList2"/>
    <dgm:cxn modelId="{3C69F6B5-E4D0-48D3-8CD2-8C7E33CD0C5D}" type="presParOf" srcId="{F1C8B3EF-72B1-4492-9A48-93FC1A72C87D}" destId="{C20D4A8A-5509-4354-975E-FCA0081A8132}" srcOrd="0" destOrd="0" presId="urn:microsoft.com/office/officeart/2005/8/layout/vList2"/>
    <dgm:cxn modelId="{9B6B95C3-F63D-4B6F-94FC-88D27B91E720}" type="presParOf" srcId="{F1C8B3EF-72B1-4492-9A48-93FC1A72C87D}" destId="{61BCC676-F375-4E89-8E0E-1336F0863A75}" srcOrd="1" destOrd="0" presId="urn:microsoft.com/office/officeart/2005/8/layout/vList2"/>
    <dgm:cxn modelId="{11BAB503-8861-46FB-B341-2933C258B503}" type="presParOf" srcId="{F1C8B3EF-72B1-4492-9A48-93FC1A72C87D}" destId="{A96D1CC9-418E-48D7-937F-48410D121690}" srcOrd="2" destOrd="0" presId="urn:microsoft.com/office/officeart/2005/8/layout/vList2"/>
    <dgm:cxn modelId="{AA3E0FAD-7409-416D-8A84-FFC10B0526EA}" type="presParOf" srcId="{F1C8B3EF-72B1-4492-9A48-93FC1A72C87D}" destId="{9C018A29-F488-4012-B0B4-42A2BA5F9AA5}" srcOrd="3" destOrd="0" presId="urn:microsoft.com/office/officeart/2005/8/layout/vList2"/>
    <dgm:cxn modelId="{7E383AA6-61CE-4ADF-8350-6682CF372CB2}" type="presParOf" srcId="{F1C8B3EF-72B1-4492-9A48-93FC1A72C87D}" destId="{09AB8EAD-173F-4D33-B650-25903660F82D}" srcOrd="4" destOrd="0" presId="urn:microsoft.com/office/officeart/2005/8/layout/vList2"/>
    <dgm:cxn modelId="{808368E0-EEDA-4BB8-AC05-B1BE9C6C398F}" type="presParOf" srcId="{F1C8B3EF-72B1-4492-9A48-93FC1A72C87D}" destId="{27423052-9840-4A33-BFE5-8233F142B07A}" srcOrd="5" destOrd="0" presId="urn:microsoft.com/office/officeart/2005/8/layout/vList2"/>
    <dgm:cxn modelId="{1793B57C-50C0-4DAC-8881-D9358FAFDB52}" type="presParOf" srcId="{F1C8B3EF-72B1-4492-9A48-93FC1A72C87D}" destId="{492B5D05-25BB-43B6-AA22-59750FB2B960}" srcOrd="6" destOrd="0" presId="urn:microsoft.com/office/officeart/2005/8/layout/vList2"/>
    <dgm:cxn modelId="{99B36799-4204-406E-8C47-2BEA514752C4}" type="presParOf" srcId="{F1C8B3EF-72B1-4492-9A48-93FC1A72C87D}" destId="{FCD07BAC-FC5E-47DD-BB22-FFAF8717AE5F}" srcOrd="7" destOrd="0" presId="urn:microsoft.com/office/officeart/2005/8/layout/vList2"/>
    <dgm:cxn modelId="{21EC9CFF-87E3-4EBD-99F7-D90636C75A2B}" type="presParOf" srcId="{F1C8B3EF-72B1-4492-9A48-93FC1A72C87D}" destId="{8A1396D1-E3CA-4428-94CF-27D5CD2C9D5C}" srcOrd="8" destOrd="0" presId="urn:microsoft.com/office/officeart/2005/8/layout/vList2"/>
  </dgm:cxnLst>
  <dgm:bg/>
  <dgm:whole/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A8409A1-CE80-405C-AD4F-D16BC6ADD7DD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fr-CA" dirty="0" smtClean="0">
              <a:solidFill>
                <a:schemeClr val="tx1"/>
              </a:solidFill>
            </a:rPr>
            <a:t>D- Une tumeur aortique 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E2C59D9-40AF-40C5-9F5E-44C7108B6CAE}" type="parTrans" cxnId="{B72D71B4-FE39-4876-8046-1FB05C0BF63A}">
      <dgm:prSet/>
      <dgm:spPr/>
      <dgm:t>
        <a:bodyPr/>
        <a:lstStyle/>
        <a:p>
          <a:endParaRPr lang="fr-FR"/>
        </a:p>
      </dgm:t>
    </dgm:pt>
    <dgm:pt modelId="{875F9888-CA2C-4AC5-AA0D-6B444A8CD3D8}" type="sibTrans" cxnId="{B72D71B4-FE39-4876-8046-1FB05C0BF63A}">
      <dgm:prSet/>
      <dgm:spPr/>
      <dgm:t>
        <a:bodyPr/>
        <a:lstStyle/>
        <a:p>
          <a:endParaRPr lang="fr-FR"/>
        </a:p>
      </dgm:t>
    </dgm:pt>
    <dgm:pt modelId="{6D3710C7-622D-476F-84EF-87A6B34C5A3D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CA" dirty="0" smtClean="0">
              <a:solidFill>
                <a:schemeClr val="tx1"/>
              </a:solidFill>
            </a:rPr>
            <a:t>A- La thrombose d’un </a:t>
          </a:r>
          <a:r>
            <a:rPr lang="fr-CA" dirty="0" err="1" smtClean="0">
              <a:solidFill>
                <a:schemeClr val="tx1"/>
              </a:solidFill>
            </a:rPr>
            <a:t>stent</a:t>
          </a:r>
          <a:r>
            <a:rPr lang="fr-CA" dirty="0" smtClean="0">
              <a:solidFill>
                <a:schemeClr val="tx1"/>
              </a:solidFill>
            </a:rPr>
            <a:t> fémoral superficiel 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4CA2CEB-F281-420B-AEB5-42FDA8BD5B70}" type="parTrans" cxnId="{15D285D5-06A5-440A-86D6-09D8101E5121}">
      <dgm:prSet/>
      <dgm:spPr/>
      <dgm:t>
        <a:bodyPr/>
        <a:lstStyle/>
        <a:p>
          <a:endParaRPr lang="fr-FR"/>
        </a:p>
      </dgm:t>
    </dgm:pt>
    <dgm:pt modelId="{2A3EF36F-C28D-4B00-AC9F-8D30D31F695E}" type="sibTrans" cxnId="{15D285D5-06A5-440A-86D6-09D8101E5121}">
      <dgm:prSet/>
      <dgm:spPr/>
      <dgm:t>
        <a:bodyPr/>
        <a:lstStyle/>
        <a:p>
          <a:endParaRPr lang="fr-FR"/>
        </a:p>
      </dgm:t>
    </dgm:pt>
    <dgm:pt modelId="{3F2EECA3-FB02-4C2E-8586-05EF7AF2A5CE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B- La maladie de </a:t>
          </a:r>
          <a:r>
            <a:rPr lang="fr-CA" dirty="0" err="1" smtClean="0">
              <a:solidFill>
                <a:schemeClr val="tx1"/>
              </a:solidFill>
            </a:rPr>
            <a:t>Buerger</a:t>
          </a:r>
          <a:r>
            <a:rPr lang="fr-CA" dirty="0" smtClean="0">
              <a:solidFill>
                <a:schemeClr val="tx1"/>
              </a:solidFill>
            </a:rPr>
            <a:t> </a:t>
          </a:r>
          <a:endParaRPr lang="en-US" dirty="0">
            <a:solidFill>
              <a:schemeClr val="tx1"/>
            </a:solidFill>
          </a:endParaRPr>
        </a:p>
      </dgm:t>
    </dgm:pt>
    <dgm:pt modelId="{8108E653-16F1-4C91-A0B8-2BED49D99F3B}" type="parTrans" cxnId="{1905197F-0DDF-47E6-B73D-6015A79B69D8}">
      <dgm:prSet/>
      <dgm:spPr/>
      <dgm:t>
        <a:bodyPr/>
        <a:lstStyle/>
        <a:p>
          <a:endParaRPr lang="fr-FR"/>
        </a:p>
      </dgm:t>
    </dgm:pt>
    <dgm:pt modelId="{841E9001-3774-4319-A34F-DA7D52B5D483}" type="sibTrans" cxnId="{1905197F-0DDF-47E6-B73D-6015A79B69D8}">
      <dgm:prSet/>
      <dgm:spPr/>
      <dgm:t>
        <a:bodyPr/>
        <a:lstStyle/>
        <a:p>
          <a:endParaRPr lang="fr-FR"/>
        </a:p>
      </dgm:t>
    </dgm:pt>
    <dgm:pt modelId="{3845623B-9CB1-480F-9062-5ADAA3C3656A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C- Une artère poplitée piégée </a:t>
          </a:r>
          <a:endParaRPr lang="en-US" dirty="0">
            <a:solidFill>
              <a:schemeClr val="tx1"/>
            </a:solidFill>
          </a:endParaRPr>
        </a:p>
      </dgm:t>
    </dgm:pt>
    <dgm:pt modelId="{B4A00C42-2916-40D5-A44B-C236CF21D817}" type="parTrans" cxnId="{B9147A45-622B-4FD4-A2AB-4585679A8F1D}">
      <dgm:prSet/>
      <dgm:spPr/>
      <dgm:t>
        <a:bodyPr/>
        <a:lstStyle/>
        <a:p>
          <a:endParaRPr lang="fr-FR"/>
        </a:p>
      </dgm:t>
    </dgm:pt>
    <dgm:pt modelId="{008D814E-47A1-4C7D-95D4-C0C84C9120D5}" type="sibTrans" cxnId="{B9147A45-622B-4FD4-A2AB-4585679A8F1D}">
      <dgm:prSet/>
      <dgm:spPr/>
      <dgm:t>
        <a:bodyPr/>
        <a:lstStyle/>
        <a:p>
          <a:endParaRPr lang="fr-FR"/>
        </a:p>
      </dgm:t>
    </dgm:pt>
    <dgm:pt modelId="{F4BE78F4-D2CE-40E9-8396-92DAD5A76493}">
      <dgm:prSet/>
      <dgm:spPr>
        <a:noFill/>
      </dgm:spPr>
      <dgm:t>
        <a:bodyPr/>
        <a:lstStyle/>
        <a:p>
          <a:r>
            <a:rPr lang="fr-CA" dirty="0" smtClean="0">
              <a:solidFill>
                <a:schemeClr val="tx1"/>
              </a:solidFill>
            </a:rPr>
            <a:t>E- Un myxome de l’OG</a:t>
          </a:r>
          <a:endParaRPr lang="fr-FR" dirty="0">
            <a:solidFill>
              <a:schemeClr val="tx1"/>
            </a:solidFill>
          </a:endParaRPr>
        </a:p>
      </dgm:t>
    </dgm:pt>
    <dgm:pt modelId="{34C254D2-29A2-4779-8491-9069F714B8B7}" type="parTrans" cxnId="{4E2D31B9-C65E-4F12-B88A-F35CDBB40438}">
      <dgm:prSet/>
      <dgm:spPr/>
      <dgm:t>
        <a:bodyPr/>
        <a:lstStyle/>
        <a:p>
          <a:endParaRPr lang="fr-FR"/>
        </a:p>
      </dgm:t>
    </dgm:pt>
    <dgm:pt modelId="{1ACEC4F1-9771-4CB2-9CE7-1BF78CD14778}" type="sibTrans" cxnId="{4E2D31B9-C65E-4F12-B88A-F35CDBB40438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20D4A8A-5509-4354-975E-FCA0081A8132}" type="pres">
      <dgm:prSet presAssocID="{6D3710C7-622D-476F-84EF-87A6B34C5A3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BCC676-F375-4E89-8E0E-1336F0863A75}" type="pres">
      <dgm:prSet presAssocID="{2A3EF36F-C28D-4B00-AC9F-8D30D31F695E}" presName="spacer" presStyleCnt="0"/>
      <dgm:spPr/>
    </dgm:pt>
    <dgm:pt modelId="{A96D1CC9-418E-48D7-937F-48410D121690}" type="pres">
      <dgm:prSet presAssocID="{3F2EECA3-FB02-4C2E-8586-05EF7AF2A5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018A29-F488-4012-B0B4-42A2BA5F9AA5}" type="pres">
      <dgm:prSet presAssocID="{841E9001-3774-4319-A34F-DA7D52B5D483}" presName="spacer" presStyleCnt="0"/>
      <dgm:spPr/>
    </dgm:pt>
    <dgm:pt modelId="{09AB8EAD-173F-4D33-B650-25903660F82D}" type="pres">
      <dgm:prSet presAssocID="{3845623B-9CB1-480F-9062-5ADAA3C3656A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423052-9840-4A33-BFE5-8233F142B07A}" type="pres">
      <dgm:prSet presAssocID="{008D814E-47A1-4C7D-95D4-C0C84C9120D5}" presName="spacer" presStyleCnt="0"/>
      <dgm:spPr/>
    </dgm:pt>
    <dgm:pt modelId="{492B5D05-25BB-43B6-AA22-59750FB2B960}" type="pres">
      <dgm:prSet presAssocID="{AA8409A1-CE80-405C-AD4F-D16BC6ADD7DD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D07BAC-FC5E-47DD-BB22-FFAF8717AE5F}" type="pres">
      <dgm:prSet presAssocID="{875F9888-CA2C-4AC5-AA0D-6B444A8CD3D8}" presName="spacer" presStyleCnt="0"/>
      <dgm:spPr/>
    </dgm:pt>
    <dgm:pt modelId="{8A1396D1-E3CA-4428-94CF-27D5CD2C9D5C}" type="pres">
      <dgm:prSet presAssocID="{F4BE78F4-D2CE-40E9-8396-92DAD5A76493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72D71B4-FE39-4876-8046-1FB05C0BF63A}" srcId="{F758A695-F9F3-4BC9-9690-484C0F73DB2D}" destId="{AA8409A1-CE80-405C-AD4F-D16BC6ADD7DD}" srcOrd="3" destOrd="0" parTransId="{FE2C59D9-40AF-40C5-9F5E-44C7108B6CAE}" sibTransId="{875F9888-CA2C-4AC5-AA0D-6B444A8CD3D8}"/>
    <dgm:cxn modelId="{44912275-2468-41F6-B600-F7A9AA62EAE8}" type="presOf" srcId="{AA8409A1-CE80-405C-AD4F-D16BC6ADD7DD}" destId="{492B5D05-25BB-43B6-AA22-59750FB2B960}" srcOrd="0" destOrd="0" presId="urn:microsoft.com/office/officeart/2005/8/layout/vList2"/>
    <dgm:cxn modelId="{1905197F-0DDF-47E6-B73D-6015A79B69D8}" srcId="{F758A695-F9F3-4BC9-9690-484C0F73DB2D}" destId="{3F2EECA3-FB02-4C2E-8586-05EF7AF2A5CE}" srcOrd="1" destOrd="0" parTransId="{8108E653-16F1-4C91-A0B8-2BED49D99F3B}" sibTransId="{841E9001-3774-4319-A34F-DA7D52B5D483}"/>
    <dgm:cxn modelId="{35F9DDC7-503E-4BC1-958C-62DEEB020752}" type="presOf" srcId="{6D3710C7-622D-476F-84EF-87A6B34C5A3D}" destId="{C20D4A8A-5509-4354-975E-FCA0081A8132}" srcOrd="0" destOrd="0" presId="urn:microsoft.com/office/officeart/2005/8/layout/vList2"/>
    <dgm:cxn modelId="{46CB3F7B-75DB-4952-BF8F-0F6C37B86812}" type="presOf" srcId="{3F2EECA3-FB02-4C2E-8586-05EF7AF2A5CE}" destId="{A96D1CC9-418E-48D7-937F-48410D121690}" srcOrd="0" destOrd="0" presId="urn:microsoft.com/office/officeart/2005/8/layout/vList2"/>
    <dgm:cxn modelId="{DBCCF270-6B1F-4717-904E-C846FA32525E}" type="presOf" srcId="{F758A695-F9F3-4BC9-9690-484C0F73DB2D}" destId="{F1C8B3EF-72B1-4492-9A48-93FC1A72C87D}" srcOrd="0" destOrd="0" presId="urn:microsoft.com/office/officeart/2005/8/layout/vList2"/>
    <dgm:cxn modelId="{15D285D5-06A5-440A-86D6-09D8101E5121}" srcId="{F758A695-F9F3-4BC9-9690-484C0F73DB2D}" destId="{6D3710C7-622D-476F-84EF-87A6B34C5A3D}" srcOrd="0" destOrd="0" parTransId="{F4CA2CEB-F281-420B-AEB5-42FDA8BD5B70}" sibTransId="{2A3EF36F-C28D-4B00-AC9F-8D30D31F695E}"/>
    <dgm:cxn modelId="{18AAA730-5B9E-410D-B6EB-FB8C64A631DA}" type="presOf" srcId="{3845623B-9CB1-480F-9062-5ADAA3C3656A}" destId="{09AB8EAD-173F-4D33-B650-25903660F82D}" srcOrd="0" destOrd="0" presId="urn:microsoft.com/office/officeart/2005/8/layout/vList2"/>
    <dgm:cxn modelId="{4E2D31B9-C65E-4F12-B88A-F35CDBB40438}" srcId="{F758A695-F9F3-4BC9-9690-484C0F73DB2D}" destId="{F4BE78F4-D2CE-40E9-8396-92DAD5A76493}" srcOrd="4" destOrd="0" parTransId="{34C254D2-29A2-4779-8491-9069F714B8B7}" sibTransId="{1ACEC4F1-9771-4CB2-9CE7-1BF78CD14778}"/>
    <dgm:cxn modelId="{C9BC759E-F582-403A-B447-F418A4A07613}" type="presOf" srcId="{F4BE78F4-D2CE-40E9-8396-92DAD5A76493}" destId="{8A1396D1-E3CA-4428-94CF-27D5CD2C9D5C}" srcOrd="0" destOrd="0" presId="urn:microsoft.com/office/officeart/2005/8/layout/vList2"/>
    <dgm:cxn modelId="{B9147A45-622B-4FD4-A2AB-4585679A8F1D}" srcId="{F758A695-F9F3-4BC9-9690-484C0F73DB2D}" destId="{3845623B-9CB1-480F-9062-5ADAA3C3656A}" srcOrd="2" destOrd="0" parTransId="{B4A00C42-2916-40D5-A44B-C236CF21D817}" sibTransId="{008D814E-47A1-4C7D-95D4-C0C84C9120D5}"/>
    <dgm:cxn modelId="{F9D65CDF-4E59-48A0-8F06-00BDC72AB0B7}" type="presParOf" srcId="{F1C8B3EF-72B1-4492-9A48-93FC1A72C87D}" destId="{C20D4A8A-5509-4354-975E-FCA0081A8132}" srcOrd="0" destOrd="0" presId="urn:microsoft.com/office/officeart/2005/8/layout/vList2"/>
    <dgm:cxn modelId="{7F666B70-788C-4C09-837A-CA4E2BE63B81}" type="presParOf" srcId="{F1C8B3EF-72B1-4492-9A48-93FC1A72C87D}" destId="{61BCC676-F375-4E89-8E0E-1336F0863A75}" srcOrd="1" destOrd="0" presId="urn:microsoft.com/office/officeart/2005/8/layout/vList2"/>
    <dgm:cxn modelId="{CDC0BBAD-6B28-4562-B575-8ED8D09FF5ED}" type="presParOf" srcId="{F1C8B3EF-72B1-4492-9A48-93FC1A72C87D}" destId="{A96D1CC9-418E-48D7-937F-48410D121690}" srcOrd="2" destOrd="0" presId="urn:microsoft.com/office/officeart/2005/8/layout/vList2"/>
    <dgm:cxn modelId="{D5BD49AA-6803-46D2-8F97-D6E8611649EC}" type="presParOf" srcId="{F1C8B3EF-72B1-4492-9A48-93FC1A72C87D}" destId="{9C018A29-F488-4012-B0B4-42A2BA5F9AA5}" srcOrd="3" destOrd="0" presId="urn:microsoft.com/office/officeart/2005/8/layout/vList2"/>
    <dgm:cxn modelId="{C58A0DEA-5F82-4873-98A3-777A965120DD}" type="presParOf" srcId="{F1C8B3EF-72B1-4492-9A48-93FC1A72C87D}" destId="{09AB8EAD-173F-4D33-B650-25903660F82D}" srcOrd="4" destOrd="0" presId="urn:microsoft.com/office/officeart/2005/8/layout/vList2"/>
    <dgm:cxn modelId="{2B36E4D6-249C-4D4C-B8EE-08F21D7B1B34}" type="presParOf" srcId="{F1C8B3EF-72B1-4492-9A48-93FC1A72C87D}" destId="{27423052-9840-4A33-BFE5-8233F142B07A}" srcOrd="5" destOrd="0" presId="urn:microsoft.com/office/officeart/2005/8/layout/vList2"/>
    <dgm:cxn modelId="{3B1FAC86-4C80-4539-A92C-6959F1FC7A85}" type="presParOf" srcId="{F1C8B3EF-72B1-4492-9A48-93FC1A72C87D}" destId="{492B5D05-25BB-43B6-AA22-59750FB2B960}" srcOrd="6" destOrd="0" presId="urn:microsoft.com/office/officeart/2005/8/layout/vList2"/>
    <dgm:cxn modelId="{1F148A20-6B62-4403-9A4A-FA40C8B080AE}" type="presParOf" srcId="{F1C8B3EF-72B1-4492-9A48-93FC1A72C87D}" destId="{FCD07BAC-FC5E-47DD-BB22-FFAF8717AE5F}" srcOrd="7" destOrd="0" presId="urn:microsoft.com/office/officeart/2005/8/layout/vList2"/>
    <dgm:cxn modelId="{F0C866B0-83EC-42E7-AEAC-0ED922CBC7B9}" type="presParOf" srcId="{F1C8B3EF-72B1-4492-9A48-93FC1A72C87D}" destId="{8A1396D1-E3CA-4428-94CF-27D5CD2C9D5C}" srcOrd="8" destOrd="0" presId="urn:microsoft.com/office/officeart/2005/8/layout/vList2"/>
  </dgm:cxnLst>
  <dgm:bg/>
  <dgm:whole/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A8409A1-CE80-405C-AD4F-D16BC6ADD7DD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fr-CA" dirty="0" smtClean="0">
              <a:solidFill>
                <a:schemeClr val="tx1"/>
              </a:solidFill>
            </a:rPr>
            <a:t>D- Une tumeur aortique 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E2C59D9-40AF-40C5-9F5E-44C7108B6CAE}" type="parTrans" cxnId="{B72D71B4-FE39-4876-8046-1FB05C0BF63A}">
      <dgm:prSet/>
      <dgm:spPr/>
      <dgm:t>
        <a:bodyPr/>
        <a:lstStyle/>
        <a:p>
          <a:endParaRPr lang="fr-FR"/>
        </a:p>
      </dgm:t>
    </dgm:pt>
    <dgm:pt modelId="{875F9888-CA2C-4AC5-AA0D-6B444A8CD3D8}" type="sibTrans" cxnId="{B72D71B4-FE39-4876-8046-1FB05C0BF63A}">
      <dgm:prSet/>
      <dgm:spPr/>
      <dgm:t>
        <a:bodyPr/>
        <a:lstStyle/>
        <a:p>
          <a:endParaRPr lang="fr-FR"/>
        </a:p>
      </dgm:t>
    </dgm:pt>
    <dgm:pt modelId="{6D3710C7-622D-476F-84EF-87A6B34C5A3D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CA" dirty="0" smtClean="0">
              <a:solidFill>
                <a:schemeClr val="tx1"/>
              </a:solidFill>
            </a:rPr>
            <a:t>A- La thrombose d’un </a:t>
          </a:r>
          <a:r>
            <a:rPr lang="fr-CA" dirty="0" err="1" smtClean="0">
              <a:solidFill>
                <a:schemeClr val="tx1"/>
              </a:solidFill>
            </a:rPr>
            <a:t>stent</a:t>
          </a:r>
          <a:r>
            <a:rPr lang="fr-CA" dirty="0" smtClean="0">
              <a:solidFill>
                <a:schemeClr val="tx1"/>
              </a:solidFill>
            </a:rPr>
            <a:t> fémoral superficiel </a:t>
          </a:r>
          <a:endParaRPr lang="en-US" dirty="0">
            <a:solidFill>
              <a:schemeClr val="tx1"/>
            </a:solidFill>
            <a:latin typeface="Calibri Light" panose="020F0302020204030204"/>
          </a:endParaRPr>
        </a:p>
      </dgm:t>
    </dgm:pt>
    <dgm:pt modelId="{F4CA2CEB-F281-420B-AEB5-42FDA8BD5B70}" type="parTrans" cxnId="{15D285D5-06A5-440A-86D6-09D8101E5121}">
      <dgm:prSet/>
      <dgm:spPr/>
      <dgm:t>
        <a:bodyPr/>
        <a:lstStyle/>
        <a:p>
          <a:endParaRPr lang="fr-FR"/>
        </a:p>
      </dgm:t>
    </dgm:pt>
    <dgm:pt modelId="{2A3EF36F-C28D-4B00-AC9F-8D30D31F695E}" type="sibTrans" cxnId="{15D285D5-06A5-440A-86D6-09D8101E5121}">
      <dgm:prSet/>
      <dgm:spPr/>
      <dgm:t>
        <a:bodyPr/>
        <a:lstStyle/>
        <a:p>
          <a:endParaRPr lang="fr-FR"/>
        </a:p>
      </dgm:t>
    </dgm:pt>
    <dgm:pt modelId="{3F2EECA3-FB02-4C2E-8586-05EF7AF2A5CE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B- La maladie de </a:t>
          </a:r>
          <a:r>
            <a:rPr lang="fr-CA" dirty="0" err="1" smtClean="0">
              <a:solidFill>
                <a:schemeClr val="tx1"/>
              </a:solidFill>
            </a:rPr>
            <a:t>Buerger</a:t>
          </a:r>
          <a:r>
            <a:rPr lang="fr-CA" dirty="0" smtClean="0">
              <a:solidFill>
                <a:schemeClr val="tx1"/>
              </a:solidFill>
            </a:rPr>
            <a:t> </a:t>
          </a:r>
          <a:endParaRPr lang="en-US" dirty="0">
            <a:solidFill>
              <a:schemeClr val="tx1"/>
            </a:solidFill>
          </a:endParaRPr>
        </a:p>
      </dgm:t>
    </dgm:pt>
    <dgm:pt modelId="{8108E653-16F1-4C91-A0B8-2BED49D99F3B}" type="parTrans" cxnId="{1905197F-0DDF-47E6-B73D-6015A79B69D8}">
      <dgm:prSet/>
      <dgm:spPr/>
      <dgm:t>
        <a:bodyPr/>
        <a:lstStyle/>
        <a:p>
          <a:endParaRPr lang="fr-FR"/>
        </a:p>
      </dgm:t>
    </dgm:pt>
    <dgm:pt modelId="{841E9001-3774-4319-A34F-DA7D52B5D483}" type="sibTrans" cxnId="{1905197F-0DDF-47E6-B73D-6015A79B69D8}">
      <dgm:prSet/>
      <dgm:spPr/>
      <dgm:t>
        <a:bodyPr/>
        <a:lstStyle/>
        <a:p>
          <a:endParaRPr lang="fr-FR"/>
        </a:p>
      </dgm:t>
    </dgm:pt>
    <dgm:pt modelId="{3845623B-9CB1-480F-9062-5ADAA3C3656A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C- Une artère poplitée piégée </a:t>
          </a:r>
          <a:endParaRPr lang="en-US" dirty="0">
            <a:solidFill>
              <a:schemeClr val="tx1"/>
            </a:solidFill>
          </a:endParaRPr>
        </a:p>
      </dgm:t>
    </dgm:pt>
    <dgm:pt modelId="{B4A00C42-2916-40D5-A44B-C236CF21D817}" type="parTrans" cxnId="{B9147A45-622B-4FD4-A2AB-4585679A8F1D}">
      <dgm:prSet/>
      <dgm:spPr/>
      <dgm:t>
        <a:bodyPr/>
        <a:lstStyle/>
        <a:p>
          <a:endParaRPr lang="fr-FR"/>
        </a:p>
      </dgm:t>
    </dgm:pt>
    <dgm:pt modelId="{008D814E-47A1-4C7D-95D4-C0C84C9120D5}" type="sibTrans" cxnId="{B9147A45-622B-4FD4-A2AB-4585679A8F1D}">
      <dgm:prSet/>
      <dgm:spPr/>
      <dgm:t>
        <a:bodyPr/>
        <a:lstStyle/>
        <a:p>
          <a:endParaRPr lang="fr-FR"/>
        </a:p>
      </dgm:t>
    </dgm:pt>
    <dgm:pt modelId="{F4BE78F4-D2CE-40E9-8396-92DAD5A76493}">
      <dgm:prSet/>
      <dgm:spPr>
        <a:noFill/>
      </dgm:spPr>
      <dgm:t>
        <a:bodyPr/>
        <a:lstStyle/>
        <a:p>
          <a:r>
            <a:rPr lang="fr-CA" dirty="0" smtClean="0">
              <a:solidFill>
                <a:schemeClr val="tx1"/>
              </a:solidFill>
            </a:rPr>
            <a:t>E- Un myxome de l’OG</a:t>
          </a:r>
          <a:endParaRPr lang="fr-FR" dirty="0">
            <a:solidFill>
              <a:schemeClr val="tx1"/>
            </a:solidFill>
          </a:endParaRPr>
        </a:p>
      </dgm:t>
    </dgm:pt>
    <dgm:pt modelId="{34C254D2-29A2-4779-8491-9069F714B8B7}" type="parTrans" cxnId="{4E2D31B9-C65E-4F12-B88A-F35CDBB40438}">
      <dgm:prSet/>
      <dgm:spPr/>
      <dgm:t>
        <a:bodyPr/>
        <a:lstStyle/>
        <a:p>
          <a:endParaRPr lang="fr-FR"/>
        </a:p>
      </dgm:t>
    </dgm:pt>
    <dgm:pt modelId="{1ACEC4F1-9771-4CB2-9CE7-1BF78CD14778}" type="sibTrans" cxnId="{4E2D31B9-C65E-4F12-B88A-F35CDBB40438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20D4A8A-5509-4354-975E-FCA0081A8132}" type="pres">
      <dgm:prSet presAssocID="{6D3710C7-622D-476F-84EF-87A6B34C5A3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BCC676-F375-4E89-8E0E-1336F0863A75}" type="pres">
      <dgm:prSet presAssocID="{2A3EF36F-C28D-4B00-AC9F-8D30D31F695E}" presName="spacer" presStyleCnt="0"/>
      <dgm:spPr/>
    </dgm:pt>
    <dgm:pt modelId="{A96D1CC9-418E-48D7-937F-48410D121690}" type="pres">
      <dgm:prSet presAssocID="{3F2EECA3-FB02-4C2E-8586-05EF7AF2A5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C018A29-F488-4012-B0B4-42A2BA5F9AA5}" type="pres">
      <dgm:prSet presAssocID="{841E9001-3774-4319-A34F-DA7D52B5D483}" presName="spacer" presStyleCnt="0"/>
      <dgm:spPr/>
    </dgm:pt>
    <dgm:pt modelId="{09AB8EAD-173F-4D33-B650-25903660F82D}" type="pres">
      <dgm:prSet presAssocID="{3845623B-9CB1-480F-9062-5ADAA3C3656A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423052-9840-4A33-BFE5-8233F142B07A}" type="pres">
      <dgm:prSet presAssocID="{008D814E-47A1-4C7D-95D4-C0C84C9120D5}" presName="spacer" presStyleCnt="0"/>
      <dgm:spPr/>
    </dgm:pt>
    <dgm:pt modelId="{492B5D05-25BB-43B6-AA22-59750FB2B960}" type="pres">
      <dgm:prSet presAssocID="{AA8409A1-CE80-405C-AD4F-D16BC6ADD7DD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D07BAC-FC5E-47DD-BB22-FFAF8717AE5F}" type="pres">
      <dgm:prSet presAssocID="{875F9888-CA2C-4AC5-AA0D-6B444A8CD3D8}" presName="spacer" presStyleCnt="0"/>
      <dgm:spPr/>
    </dgm:pt>
    <dgm:pt modelId="{8A1396D1-E3CA-4428-94CF-27D5CD2C9D5C}" type="pres">
      <dgm:prSet presAssocID="{F4BE78F4-D2CE-40E9-8396-92DAD5A76493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72D71B4-FE39-4876-8046-1FB05C0BF63A}" srcId="{F758A695-F9F3-4BC9-9690-484C0F73DB2D}" destId="{AA8409A1-CE80-405C-AD4F-D16BC6ADD7DD}" srcOrd="3" destOrd="0" parTransId="{FE2C59D9-40AF-40C5-9F5E-44C7108B6CAE}" sibTransId="{875F9888-CA2C-4AC5-AA0D-6B444A8CD3D8}"/>
    <dgm:cxn modelId="{DD6595AF-402B-4883-9E56-FEE69C930F7C}" type="presOf" srcId="{3F2EECA3-FB02-4C2E-8586-05EF7AF2A5CE}" destId="{A96D1CC9-418E-48D7-937F-48410D121690}" srcOrd="0" destOrd="0" presId="urn:microsoft.com/office/officeart/2005/8/layout/vList2"/>
    <dgm:cxn modelId="{1905197F-0DDF-47E6-B73D-6015A79B69D8}" srcId="{F758A695-F9F3-4BC9-9690-484C0F73DB2D}" destId="{3F2EECA3-FB02-4C2E-8586-05EF7AF2A5CE}" srcOrd="1" destOrd="0" parTransId="{8108E653-16F1-4C91-A0B8-2BED49D99F3B}" sibTransId="{841E9001-3774-4319-A34F-DA7D52B5D483}"/>
    <dgm:cxn modelId="{6BAA6163-E86D-472A-8B2A-4E5C471D3247}" type="presOf" srcId="{F758A695-F9F3-4BC9-9690-484C0F73DB2D}" destId="{F1C8B3EF-72B1-4492-9A48-93FC1A72C87D}" srcOrd="0" destOrd="0" presId="urn:microsoft.com/office/officeart/2005/8/layout/vList2"/>
    <dgm:cxn modelId="{0A7A23C0-2A98-44A8-B641-9EAC97F7E6FA}" type="presOf" srcId="{6D3710C7-622D-476F-84EF-87A6B34C5A3D}" destId="{C20D4A8A-5509-4354-975E-FCA0081A8132}" srcOrd="0" destOrd="0" presId="urn:microsoft.com/office/officeart/2005/8/layout/vList2"/>
    <dgm:cxn modelId="{15D285D5-06A5-440A-86D6-09D8101E5121}" srcId="{F758A695-F9F3-4BC9-9690-484C0F73DB2D}" destId="{6D3710C7-622D-476F-84EF-87A6B34C5A3D}" srcOrd="0" destOrd="0" parTransId="{F4CA2CEB-F281-420B-AEB5-42FDA8BD5B70}" sibTransId="{2A3EF36F-C28D-4B00-AC9F-8D30D31F695E}"/>
    <dgm:cxn modelId="{518260B7-7A18-496E-8CE2-1ADF75C8BBF0}" type="presOf" srcId="{3845623B-9CB1-480F-9062-5ADAA3C3656A}" destId="{09AB8EAD-173F-4D33-B650-25903660F82D}" srcOrd="0" destOrd="0" presId="urn:microsoft.com/office/officeart/2005/8/layout/vList2"/>
    <dgm:cxn modelId="{8CB69E4D-9963-4D47-A21C-689AABDA43AC}" type="presOf" srcId="{F4BE78F4-D2CE-40E9-8396-92DAD5A76493}" destId="{8A1396D1-E3CA-4428-94CF-27D5CD2C9D5C}" srcOrd="0" destOrd="0" presId="urn:microsoft.com/office/officeart/2005/8/layout/vList2"/>
    <dgm:cxn modelId="{4E2D31B9-C65E-4F12-B88A-F35CDBB40438}" srcId="{F758A695-F9F3-4BC9-9690-484C0F73DB2D}" destId="{F4BE78F4-D2CE-40E9-8396-92DAD5A76493}" srcOrd="4" destOrd="0" parTransId="{34C254D2-29A2-4779-8491-9069F714B8B7}" sibTransId="{1ACEC4F1-9771-4CB2-9CE7-1BF78CD14778}"/>
    <dgm:cxn modelId="{EAEA5F75-BB78-4D11-A0FF-728E5D6E253A}" type="presOf" srcId="{AA8409A1-CE80-405C-AD4F-D16BC6ADD7DD}" destId="{492B5D05-25BB-43B6-AA22-59750FB2B960}" srcOrd="0" destOrd="0" presId="urn:microsoft.com/office/officeart/2005/8/layout/vList2"/>
    <dgm:cxn modelId="{B9147A45-622B-4FD4-A2AB-4585679A8F1D}" srcId="{F758A695-F9F3-4BC9-9690-484C0F73DB2D}" destId="{3845623B-9CB1-480F-9062-5ADAA3C3656A}" srcOrd="2" destOrd="0" parTransId="{B4A00C42-2916-40D5-A44B-C236CF21D817}" sibTransId="{008D814E-47A1-4C7D-95D4-C0C84C9120D5}"/>
    <dgm:cxn modelId="{02253680-08B4-492F-B8D2-9E20BDF123D5}" type="presParOf" srcId="{F1C8B3EF-72B1-4492-9A48-93FC1A72C87D}" destId="{C20D4A8A-5509-4354-975E-FCA0081A8132}" srcOrd="0" destOrd="0" presId="urn:microsoft.com/office/officeart/2005/8/layout/vList2"/>
    <dgm:cxn modelId="{7042353F-775F-4189-8141-D56CB88457C4}" type="presParOf" srcId="{F1C8B3EF-72B1-4492-9A48-93FC1A72C87D}" destId="{61BCC676-F375-4E89-8E0E-1336F0863A75}" srcOrd="1" destOrd="0" presId="urn:microsoft.com/office/officeart/2005/8/layout/vList2"/>
    <dgm:cxn modelId="{7700B266-6446-4FD1-839D-5326C92743B2}" type="presParOf" srcId="{F1C8B3EF-72B1-4492-9A48-93FC1A72C87D}" destId="{A96D1CC9-418E-48D7-937F-48410D121690}" srcOrd="2" destOrd="0" presId="urn:microsoft.com/office/officeart/2005/8/layout/vList2"/>
    <dgm:cxn modelId="{01515F63-BD24-4257-BEC4-2E21C0F08BC4}" type="presParOf" srcId="{F1C8B3EF-72B1-4492-9A48-93FC1A72C87D}" destId="{9C018A29-F488-4012-B0B4-42A2BA5F9AA5}" srcOrd="3" destOrd="0" presId="urn:microsoft.com/office/officeart/2005/8/layout/vList2"/>
    <dgm:cxn modelId="{F58A8FDF-1E7B-45C6-89FE-D42537126140}" type="presParOf" srcId="{F1C8B3EF-72B1-4492-9A48-93FC1A72C87D}" destId="{09AB8EAD-173F-4D33-B650-25903660F82D}" srcOrd="4" destOrd="0" presId="urn:microsoft.com/office/officeart/2005/8/layout/vList2"/>
    <dgm:cxn modelId="{1CC519C4-F5FE-4E05-B8DE-9B9DC803A3B4}" type="presParOf" srcId="{F1C8B3EF-72B1-4492-9A48-93FC1A72C87D}" destId="{27423052-9840-4A33-BFE5-8233F142B07A}" srcOrd="5" destOrd="0" presId="urn:microsoft.com/office/officeart/2005/8/layout/vList2"/>
    <dgm:cxn modelId="{887BDB9B-8AFC-4BDA-A996-28C0D91ECD4F}" type="presParOf" srcId="{F1C8B3EF-72B1-4492-9A48-93FC1A72C87D}" destId="{492B5D05-25BB-43B6-AA22-59750FB2B960}" srcOrd="6" destOrd="0" presId="urn:microsoft.com/office/officeart/2005/8/layout/vList2"/>
    <dgm:cxn modelId="{8DE5240B-3C12-4CCE-A810-0D1BD43B97D9}" type="presParOf" srcId="{F1C8B3EF-72B1-4492-9A48-93FC1A72C87D}" destId="{FCD07BAC-FC5E-47DD-BB22-FFAF8717AE5F}" srcOrd="7" destOrd="0" presId="urn:microsoft.com/office/officeart/2005/8/layout/vList2"/>
    <dgm:cxn modelId="{2365710E-D9F5-4DF3-BD99-ABE1EAC50734}" type="presParOf" srcId="{F1C8B3EF-72B1-4492-9A48-93FC1A72C87D}" destId="{8A1396D1-E3CA-4428-94CF-27D5CD2C9D5C}" srcOrd="8" destOrd="0" presId="urn:microsoft.com/office/officeart/2005/8/layout/vList2"/>
  </dgm:cxnLst>
  <dgm:bg/>
  <dgm:whole/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Absence de pouls distaux à l'autre membre </a:t>
          </a:r>
        </a:p>
      </dgm:t>
    </dgm:pt>
    <dgm:pt modelId="{685BBE08-05D6-44C6-A3D1-B48A9EF6048E}" type="parTrans" cxnId="{F65E6169-C93E-41FC-913F-32EC5A765CEB}">
      <dgm:prSet/>
      <dgm:spPr/>
      <dgm:t>
        <a:bodyPr/>
        <a:lstStyle/>
        <a:p>
          <a:endParaRPr lang="fr-FR"/>
        </a:p>
      </dgm:t>
    </dgm:pt>
    <dgm:pt modelId="{4AFDD863-9241-436D-83B7-00C60D695A10}" type="sibTrans" cxnId="{F65E6169-C93E-41FC-913F-32EC5A765CEB}">
      <dgm:prSet/>
      <dgm:spPr/>
      <dgm:t>
        <a:bodyPr/>
        <a:lstStyle/>
        <a:p>
          <a:endParaRPr lang="fr-FR"/>
        </a:p>
      </dgm:t>
    </dgm:pt>
    <dgm:pt modelId="{08B48600-32F3-4703-BDD5-9FB7E7B9789E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Douleur brutale du mollet </a:t>
          </a:r>
        </a:p>
      </dgm:t>
    </dgm:pt>
    <dgm:pt modelId="{D9AB3AA4-FA29-4565-91AC-BB32EEC661C1}" type="parTrans" cxnId="{AF75735E-5DE2-4842-9A85-FA21DD3F8AC1}">
      <dgm:prSet/>
      <dgm:spPr/>
      <dgm:t>
        <a:bodyPr/>
        <a:lstStyle/>
        <a:p>
          <a:endParaRPr lang="fr-FR"/>
        </a:p>
      </dgm:t>
    </dgm:pt>
    <dgm:pt modelId="{DA948D3B-8456-4735-823E-BF3C1C2B6005}" type="sibTrans" cxnId="{AF75735E-5DE2-4842-9A85-FA21DD3F8AC1}">
      <dgm:prSet/>
      <dgm:spPr/>
      <dgm:t>
        <a:bodyPr/>
        <a:lstStyle/>
        <a:p>
          <a:endParaRPr lang="fr-FR"/>
        </a:p>
      </dgm:t>
    </dgm:pt>
    <dgm:pt modelId="{7BBE5ABB-C630-4B78-8A44-3BE29B8B51A7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Troubles neurologiques </a:t>
          </a:r>
        </a:p>
      </dgm:t>
    </dgm:pt>
    <dgm:pt modelId="{8BD4BA22-D795-4FAE-AAF8-44A9A50152F6}" type="parTrans" cxnId="{FC236944-E278-4A3B-9C8B-90F50663EE4F}">
      <dgm:prSet/>
      <dgm:spPr/>
      <dgm:t>
        <a:bodyPr/>
        <a:lstStyle/>
        <a:p>
          <a:endParaRPr lang="fr-FR"/>
        </a:p>
      </dgm:t>
    </dgm:pt>
    <dgm:pt modelId="{181498FD-169A-44E8-A0AF-D27F7DC2D4AF}" type="sibTrans" cxnId="{FC236944-E278-4A3B-9C8B-90F50663EE4F}">
      <dgm:prSet/>
      <dgm:spPr/>
      <dgm:t>
        <a:bodyPr/>
        <a:lstStyle/>
        <a:p>
          <a:endParaRPr lang="fr-FR"/>
        </a:p>
      </dgm:t>
    </dgm:pt>
    <dgm:pt modelId="{B1372AEC-55E1-4969-A098-8B66BE792921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D. Antécédents de claudication intermittente du membre atteint </a:t>
          </a:r>
        </a:p>
      </dgm:t>
    </dgm:pt>
    <dgm:pt modelId="{8FBF17D5-33F0-4FCC-98BD-C68538346A8C}" type="parTrans" cxnId="{769F3B05-982B-4A5E-A63F-DAB3F545BFB6}">
      <dgm:prSet/>
      <dgm:spPr/>
      <dgm:t>
        <a:bodyPr/>
        <a:lstStyle/>
        <a:p>
          <a:endParaRPr lang="fr-FR"/>
        </a:p>
      </dgm:t>
    </dgm:pt>
    <dgm:pt modelId="{8BF07E0D-D1B2-407F-8E54-944BC2089566}" type="sibTrans" cxnId="{769F3B05-982B-4A5E-A63F-DAB3F545BFB6}">
      <dgm:prSet/>
      <dgm:spPr/>
      <dgm:t>
        <a:bodyPr/>
        <a:lstStyle/>
        <a:p>
          <a:endParaRPr lang="fr-FR"/>
        </a:p>
      </dgm:t>
    </dgm:pt>
    <dgm:pt modelId="{49C9187B-5033-483F-BE6E-6C9D16277BA2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E. Infarctus du myocarde </a:t>
          </a:r>
        </a:p>
      </dgm:t>
    </dgm:pt>
    <dgm:pt modelId="{7429B657-155E-4677-8030-5D1A89C08256}" type="parTrans" cxnId="{907B64FA-C52C-447F-9BCA-196D3F5B2528}">
      <dgm:prSet/>
      <dgm:spPr/>
      <dgm:t>
        <a:bodyPr/>
        <a:lstStyle/>
        <a:p>
          <a:endParaRPr lang="fr-FR"/>
        </a:p>
      </dgm:t>
    </dgm:pt>
    <dgm:pt modelId="{A766DA0F-FF02-4D7A-9D1F-74B67CC29E16}" type="sibTrans" cxnId="{907B64FA-C52C-447F-9BCA-196D3F5B2528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 custLinFactNeighborX="746" custLinFactNeighborY="51003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B0D1286-D796-4C3C-923E-A6F6711C16B5}" type="pres">
      <dgm:prSet presAssocID="{4AFDD863-9241-436D-83B7-00C60D695A10}" presName="spacer" presStyleCnt="0"/>
      <dgm:spPr/>
    </dgm:pt>
    <dgm:pt modelId="{4CDA170B-097E-4BFB-BA40-10A355D0CE93}" type="pres">
      <dgm:prSet presAssocID="{08B48600-32F3-4703-BDD5-9FB7E7B9789E}" presName="parentText" presStyleLbl="node1" presStyleIdx="1" presStyleCnt="5" custLinFactNeighborX="746" custLinFactNeighborY="51003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B4E76D9-9181-4842-9ECC-0629746C67F0}" type="pres">
      <dgm:prSet presAssocID="{DA948D3B-8456-4735-823E-BF3C1C2B6005}" presName="spacer" presStyleCnt="0"/>
      <dgm:spPr/>
    </dgm:pt>
    <dgm:pt modelId="{7F0A596A-F0DC-424F-BB65-F5A7BC3F24C6}" type="pres">
      <dgm:prSet presAssocID="{7BBE5ABB-C630-4B78-8A44-3BE29B8B51A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C3B7095-9C27-48B9-AD01-4019BA338C51}" type="pres">
      <dgm:prSet presAssocID="{181498FD-169A-44E8-A0AF-D27F7DC2D4AF}" presName="spacer" presStyleCnt="0"/>
      <dgm:spPr/>
    </dgm:pt>
    <dgm:pt modelId="{4B0AAD98-63E9-41BB-87E7-89B12B7F1F2A}" type="pres">
      <dgm:prSet presAssocID="{B1372AEC-55E1-4969-A098-8B66BE792921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D257931-C29F-42B7-9B35-C58A610378EF}" type="pres">
      <dgm:prSet presAssocID="{8BF07E0D-D1B2-407F-8E54-944BC2089566}" presName="spacer" presStyleCnt="0"/>
      <dgm:spPr/>
    </dgm:pt>
    <dgm:pt modelId="{372B5ED8-4A81-4735-8F7C-5C0412DCFF1D}" type="pres">
      <dgm:prSet presAssocID="{49C9187B-5033-483F-BE6E-6C9D16277BA2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07B64FA-C52C-447F-9BCA-196D3F5B2528}" srcId="{F758A695-F9F3-4BC9-9690-484C0F73DB2D}" destId="{49C9187B-5033-483F-BE6E-6C9D16277BA2}" srcOrd="4" destOrd="0" parTransId="{7429B657-155E-4677-8030-5D1A89C08256}" sibTransId="{A766DA0F-FF02-4D7A-9D1F-74B67CC29E16}"/>
    <dgm:cxn modelId="{FC236944-E278-4A3B-9C8B-90F50663EE4F}" srcId="{F758A695-F9F3-4BC9-9690-484C0F73DB2D}" destId="{7BBE5ABB-C630-4B78-8A44-3BE29B8B51A7}" srcOrd="2" destOrd="0" parTransId="{8BD4BA22-D795-4FAE-AAF8-44A9A50152F6}" sibTransId="{181498FD-169A-44E8-A0AF-D27F7DC2D4AF}"/>
    <dgm:cxn modelId="{AF75735E-5DE2-4842-9A85-FA21DD3F8AC1}" srcId="{F758A695-F9F3-4BC9-9690-484C0F73DB2D}" destId="{08B48600-32F3-4703-BDD5-9FB7E7B9789E}" srcOrd="1" destOrd="0" parTransId="{D9AB3AA4-FA29-4565-91AC-BB32EEC661C1}" sibTransId="{DA948D3B-8456-4735-823E-BF3C1C2B6005}"/>
    <dgm:cxn modelId="{4C9671FD-7674-4442-A780-C2C50DE7C13F}" type="presOf" srcId="{7BBE5ABB-C630-4B78-8A44-3BE29B8B51A7}" destId="{7F0A596A-F0DC-424F-BB65-F5A7BC3F24C6}" srcOrd="0" destOrd="0" presId="urn:microsoft.com/office/officeart/2005/8/layout/vList2"/>
    <dgm:cxn modelId="{769F3B05-982B-4A5E-A63F-DAB3F545BFB6}" srcId="{F758A695-F9F3-4BC9-9690-484C0F73DB2D}" destId="{B1372AEC-55E1-4969-A098-8B66BE792921}" srcOrd="3" destOrd="0" parTransId="{8FBF17D5-33F0-4FCC-98BD-C68538346A8C}" sibTransId="{8BF07E0D-D1B2-407F-8E54-944BC2089566}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94E95260-1D2A-451B-93E7-D231F26F10EA}" type="presOf" srcId="{08B48600-32F3-4703-BDD5-9FB7E7B9789E}" destId="{4CDA170B-097E-4BFB-BA40-10A355D0CE93}" srcOrd="0" destOrd="0" presId="urn:microsoft.com/office/officeart/2005/8/layout/vList2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0F65C79A-C39A-49C0-A83C-6D12C47395DE}" type="presOf" srcId="{CF409C4B-41AE-49FC-BDBE-57C026BE3259}" destId="{32283D71-3931-4459-B3D9-255A7F4E4E6F}" srcOrd="0" destOrd="0" presId="urn:microsoft.com/office/officeart/2005/8/layout/vList2"/>
    <dgm:cxn modelId="{D5B6E008-00C9-42CA-9876-BD51F714646F}" type="presOf" srcId="{B1372AEC-55E1-4969-A098-8B66BE792921}" destId="{4B0AAD98-63E9-41BB-87E7-89B12B7F1F2A}" srcOrd="0" destOrd="0" presId="urn:microsoft.com/office/officeart/2005/8/layout/vList2"/>
    <dgm:cxn modelId="{27D0079B-4BCC-40EB-867C-640D49714E63}" type="presOf" srcId="{49C9187B-5033-483F-BE6E-6C9D16277BA2}" destId="{372B5ED8-4A81-4735-8F7C-5C0412DCFF1D}" srcOrd="0" destOrd="0" presId="urn:microsoft.com/office/officeart/2005/8/layout/vList2"/>
    <dgm:cxn modelId="{CDD98ABB-CC09-4838-9B39-85A1F7A7B78B}" type="presParOf" srcId="{F1C8B3EF-72B1-4492-9A48-93FC1A72C87D}" destId="{32283D71-3931-4459-B3D9-255A7F4E4E6F}" srcOrd="0" destOrd="0" presId="urn:microsoft.com/office/officeart/2005/8/layout/vList2"/>
    <dgm:cxn modelId="{41791CF4-50A3-439D-8BC5-24BC6031815E}" type="presParOf" srcId="{F1C8B3EF-72B1-4492-9A48-93FC1A72C87D}" destId="{8B0D1286-D796-4C3C-923E-A6F6711C16B5}" srcOrd="1" destOrd="0" presId="urn:microsoft.com/office/officeart/2005/8/layout/vList2"/>
    <dgm:cxn modelId="{BAB985A7-7038-4EF3-BC21-65E7C8857E39}" type="presParOf" srcId="{F1C8B3EF-72B1-4492-9A48-93FC1A72C87D}" destId="{4CDA170B-097E-4BFB-BA40-10A355D0CE93}" srcOrd="2" destOrd="0" presId="urn:microsoft.com/office/officeart/2005/8/layout/vList2"/>
    <dgm:cxn modelId="{421DB2A0-9121-4094-8F62-FA28E9392172}" type="presParOf" srcId="{F1C8B3EF-72B1-4492-9A48-93FC1A72C87D}" destId="{FB4E76D9-9181-4842-9ECC-0629746C67F0}" srcOrd="3" destOrd="0" presId="urn:microsoft.com/office/officeart/2005/8/layout/vList2"/>
    <dgm:cxn modelId="{36F0AC97-E7B1-4183-A461-526213085F96}" type="presParOf" srcId="{F1C8B3EF-72B1-4492-9A48-93FC1A72C87D}" destId="{7F0A596A-F0DC-424F-BB65-F5A7BC3F24C6}" srcOrd="4" destOrd="0" presId="urn:microsoft.com/office/officeart/2005/8/layout/vList2"/>
    <dgm:cxn modelId="{A7AFAA4C-6A30-4EE7-8615-7826ED3EC92F}" type="presParOf" srcId="{F1C8B3EF-72B1-4492-9A48-93FC1A72C87D}" destId="{8C3B7095-9C27-48B9-AD01-4019BA338C51}" srcOrd="5" destOrd="0" presId="urn:microsoft.com/office/officeart/2005/8/layout/vList2"/>
    <dgm:cxn modelId="{9C57F982-D183-468C-A7F1-8D39E377902C}" type="presParOf" srcId="{F1C8B3EF-72B1-4492-9A48-93FC1A72C87D}" destId="{4B0AAD98-63E9-41BB-87E7-89B12B7F1F2A}" srcOrd="6" destOrd="0" presId="urn:microsoft.com/office/officeart/2005/8/layout/vList2"/>
    <dgm:cxn modelId="{2C3C58C2-7248-496A-B53A-5E4422B654EB}" type="presParOf" srcId="{F1C8B3EF-72B1-4492-9A48-93FC1A72C87D}" destId="{DD257931-C29F-42B7-9B35-C58A610378EF}" srcOrd="7" destOrd="0" presId="urn:microsoft.com/office/officeart/2005/8/layout/vList2"/>
    <dgm:cxn modelId="{0BCF8C0F-AFF0-4F6F-931A-94FADB2684CB}" type="presParOf" srcId="{F1C8B3EF-72B1-4492-9A48-93FC1A72C87D}" destId="{372B5ED8-4A81-4735-8F7C-5C0412DCFF1D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Absence de pouls distaux à l'autre membre </a:t>
          </a:r>
        </a:p>
      </dgm:t>
    </dgm:pt>
    <dgm:pt modelId="{685BBE08-05D6-44C6-A3D1-B48A9EF6048E}" type="parTrans" cxnId="{F65E6169-C93E-41FC-913F-32EC5A765CEB}">
      <dgm:prSet/>
      <dgm:spPr/>
      <dgm:t>
        <a:bodyPr/>
        <a:lstStyle/>
        <a:p>
          <a:endParaRPr lang="fr-FR"/>
        </a:p>
      </dgm:t>
    </dgm:pt>
    <dgm:pt modelId="{4AFDD863-9241-436D-83B7-00C60D695A10}" type="sibTrans" cxnId="{F65E6169-C93E-41FC-913F-32EC5A765CEB}">
      <dgm:prSet/>
      <dgm:spPr/>
      <dgm:t>
        <a:bodyPr/>
        <a:lstStyle/>
        <a:p>
          <a:endParaRPr lang="fr-FR"/>
        </a:p>
      </dgm:t>
    </dgm:pt>
    <dgm:pt modelId="{08B48600-32F3-4703-BDD5-9FB7E7B9789E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Douleur brutale du mollet </a:t>
          </a:r>
        </a:p>
      </dgm:t>
    </dgm:pt>
    <dgm:pt modelId="{D9AB3AA4-FA29-4565-91AC-BB32EEC661C1}" type="parTrans" cxnId="{AF75735E-5DE2-4842-9A85-FA21DD3F8AC1}">
      <dgm:prSet/>
      <dgm:spPr/>
      <dgm:t>
        <a:bodyPr/>
        <a:lstStyle/>
        <a:p>
          <a:endParaRPr lang="fr-FR"/>
        </a:p>
      </dgm:t>
    </dgm:pt>
    <dgm:pt modelId="{DA948D3B-8456-4735-823E-BF3C1C2B6005}" type="sibTrans" cxnId="{AF75735E-5DE2-4842-9A85-FA21DD3F8AC1}">
      <dgm:prSet/>
      <dgm:spPr/>
      <dgm:t>
        <a:bodyPr/>
        <a:lstStyle/>
        <a:p>
          <a:endParaRPr lang="fr-FR"/>
        </a:p>
      </dgm:t>
    </dgm:pt>
    <dgm:pt modelId="{7BBE5ABB-C630-4B78-8A44-3BE29B8B51A7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Troubles neurologiques </a:t>
          </a:r>
        </a:p>
      </dgm:t>
    </dgm:pt>
    <dgm:pt modelId="{8BD4BA22-D795-4FAE-AAF8-44A9A50152F6}" type="parTrans" cxnId="{FC236944-E278-4A3B-9C8B-90F50663EE4F}">
      <dgm:prSet/>
      <dgm:spPr/>
      <dgm:t>
        <a:bodyPr/>
        <a:lstStyle/>
        <a:p>
          <a:endParaRPr lang="fr-FR"/>
        </a:p>
      </dgm:t>
    </dgm:pt>
    <dgm:pt modelId="{181498FD-169A-44E8-A0AF-D27F7DC2D4AF}" type="sibTrans" cxnId="{FC236944-E278-4A3B-9C8B-90F50663EE4F}">
      <dgm:prSet/>
      <dgm:spPr/>
      <dgm:t>
        <a:bodyPr/>
        <a:lstStyle/>
        <a:p>
          <a:endParaRPr lang="fr-FR"/>
        </a:p>
      </dgm:t>
    </dgm:pt>
    <dgm:pt modelId="{B1372AEC-55E1-4969-A098-8B66BE792921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D. Antécédents de claudication intermittente du membre atteint </a:t>
          </a:r>
        </a:p>
      </dgm:t>
    </dgm:pt>
    <dgm:pt modelId="{8FBF17D5-33F0-4FCC-98BD-C68538346A8C}" type="parTrans" cxnId="{769F3B05-982B-4A5E-A63F-DAB3F545BFB6}">
      <dgm:prSet/>
      <dgm:spPr/>
      <dgm:t>
        <a:bodyPr/>
        <a:lstStyle/>
        <a:p>
          <a:endParaRPr lang="fr-FR"/>
        </a:p>
      </dgm:t>
    </dgm:pt>
    <dgm:pt modelId="{8BF07E0D-D1B2-407F-8E54-944BC2089566}" type="sibTrans" cxnId="{769F3B05-982B-4A5E-A63F-DAB3F545BFB6}">
      <dgm:prSet/>
      <dgm:spPr/>
      <dgm:t>
        <a:bodyPr/>
        <a:lstStyle/>
        <a:p>
          <a:endParaRPr lang="fr-FR"/>
        </a:p>
      </dgm:t>
    </dgm:pt>
    <dgm:pt modelId="{49C9187B-5033-483F-BE6E-6C9D16277BA2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E. Infarctus du myocarde </a:t>
          </a:r>
        </a:p>
      </dgm:t>
    </dgm:pt>
    <dgm:pt modelId="{7429B657-155E-4677-8030-5D1A89C08256}" type="parTrans" cxnId="{907B64FA-C52C-447F-9BCA-196D3F5B2528}">
      <dgm:prSet/>
      <dgm:spPr/>
      <dgm:t>
        <a:bodyPr/>
        <a:lstStyle/>
        <a:p>
          <a:endParaRPr lang="fr-FR"/>
        </a:p>
      </dgm:t>
    </dgm:pt>
    <dgm:pt modelId="{A766DA0F-FF02-4D7A-9D1F-74B67CC29E16}" type="sibTrans" cxnId="{907B64FA-C52C-447F-9BCA-196D3F5B2528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 custLinFactNeighborX="746" custLinFactNeighborY="51003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B0D1286-D796-4C3C-923E-A6F6711C16B5}" type="pres">
      <dgm:prSet presAssocID="{4AFDD863-9241-436D-83B7-00C60D695A10}" presName="spacer" presStyleCnt="0"/>
      <dgm:spPr/>
    </dgm:pt>
    <dgm:pt modelId="{4CDA170B-097E-4BFB-BA40-10A355D0CE93}" type="pres">
      <dgm:prSet presAssocID="{08B48600-32F3-4703-BDD5-9FB7E7B9789E}" presName="parentText" presStyleLbl="node1" presStyleIdx="1" presStyleCnt="5" custLinFactNeighborX="746" custLinFactNeighborY="51003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B4E76D9-9181-4842-9ECC-0629746C67F0}" type="pres">
      <dgm:prSet presAssocID="{DA948D3B-8456-4735-823E-BF3C1C2B6005}" presName="spacer" presStyleCnt="0"/>
      <dgm:spPr/>
    </dgm:pt>
    <dgm:pt modelId="{7F0A596A-F0DC-424F-BB65-F5A7BC3F24C6}" type="pres">
      <dgm:prSet presAssocID="{7BBE5ABB-C630-4B78-8A44-3BE29B8B51A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C3B7095-9C27-48B9-AD01-4019BA338C51}" type="pres">
      <dgm:prSet presAssocID="{181498FD-169A-44E8-A0AF-D27F7DC2D4AF}" presName="spacer" presStyleCnt="0"/>
      <dgm:spPr/>
    </dgm:pt>
    <dgm:pt modelId="{4B0AAD98-63E9-41BB-87E7-89B12B7F1F2A}" type="pres">
      <dgm:prSet presAssocID="{B1372AEC-55E1-4969-A098-8B66BE792921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D257931-C29F-42B7-9B35-C58A610378EF}" type="pres">
      <dgm:prSet presAssocID="{8BF07E0D-D1B2-407F-8E54-944BC2089566}" presName="spacer" presStyleCnt="0"/>
      <dgm:spPr/>
    </dgm:pt>
    <dgm:pt modelId="{372B5ED8-4A81-4735-8F7C-5C0412DCFF1D}" type="pres">
      <dgm:prSet presAssocID="{49C9187B-5033-483F-BE6E-6C9D16277BA2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07B64FA-C52C-447F-9BCA-196D3F5B2528}" srcId="{F758A695-F9F3-4BC9-9690-484C0F73DB2D}" destId="{49C9187B-5033-483F-BE6E-6C9D16277BA2}" srcOrd="4" destOrd="0" parTransId="{7429B657-155E-4677-8030-5D1A89C08256}" sibTransId="{A766DA0F-FF02-4D7A-9D1F-74B67CC29E16}"/>
    <dgm:cxn modelId="{FC236944-E278-4A3B-9C8B-90F50663EE4F}" srcId="{F758A695-F9F3-4BC9-9690-484C0F73DB2D}" destId="{7BBE5ABB-C630-4B78-8A44-3BE29B8B51A7}" srcOrd="2" destOrd="0" parTransId="{8BD4BA22-D795-4FAE-AAF8-44A9A50152F6}" sibTransId="{181498FD-169A-44E8-A0AF-D27F7DC2D4AF}"/>
    <dgm:cxn modelId="{AF75735E-5DE2-4842-9A85-FA21DD3F8AC1}" srcId="{F758A695-F9F3-4BC9-9690-484C0F73DB2D}" destId="{08B48600-32F3-4703-BDD5-9FB7E7B9789E}" srcOrd="1" destOrd="0" parTransId="{D9AB3AA4-FA29-4565-91AC-BB32EEC661C1}" sibTransId="{DA948D3B-8456-4735-823E-BF3C1C2B6005}"/>
    <dgm:cxn modelId="{4EEC7A0C-0E24-46AF-8403-8B4670F676B9}" type="presOf" srcId="{49C9187B-5033-483F-BE6E-6C9D16277BA2}" destId="{372B5ED8-4A81-4735-8F7C-5C0412DCFF1D}" srcOrd="0" destOrd="0" presId="urn:microsoft.com/office/officeart/2005/8/layout/vList2"/>
    <dgm:cxn modelId="{A17EFDFE-8870-4404-8CDF-B6A69E4CB142}" type="presOf" srcId="{F758A695-F9F3-4BC9-9690-484C0F73DB2D}" destId="{F1C8B3EF-72B1-4492-9A48-93FC1A72C87D}" srcOrd="0" destOrd="0" presId="urn:microsoft.com/office/officeart/2005/8/layout/vList2"/>
    <dgm:cxn modelId="{0EA22892-D563-44D9-B6AB-A36554495727}" type="presOf" srcId="{08B48600-32F3-4703-BDD5-9FB7E7B9789E}" destId="{4CDA170B-097E-4BFB-BA40-10A355D0CE93}" srcOrd="0" destOrd="0" presId="urn:microsoft.com/office/officeart/2005/8/layout/vList2"/>
    <dgm:cxn modelId="{65814142-397A-4D63-9F9B-FB86FFC270B2}" type="presOf" srcId="{7BBE5ABB-C630-4B78-8A44-3BE29B8B51A7}" destId="{7F0A596A-F0DC-424F-BB65-F5A7BC3F24C6}" srcOrd="0" destOrd="0" presId="urn:microsoft.com/office/officeart/2005/8/layout/vList2"/>
    <dgm:cxn modelId="{51432089-5F57-4806-BB41-236E3AAA7372}" type="presOf" srcId="{B1372AEC-55E1-4969-A098-8B66BE792921}" destId="{4B0AAD98-63E9-41BB-87E7-89B12B7F1F2A}" srcOrd="0" destOrd="0" presId="urn:microsoft.com/office/officeart/2005/8/layout/vList2"/>
    <dgm:cxn modelId="{E36B8CFB-85AC-44A5-B91A-B4EAF32F613E}" type="presOf" srcId="{CF409C4B-41AE-49FC-BDBE-57C026BE3259}" destId="{32283D71-3931-4459-B3D9-255A7F4E4E6F}" srcOrd="0" destOrd="0" presId="urn:microsoft.com/office/officeart/2005/8/layout/vList2"/>
    <dgm:cxn modelId="{769F3B05-982B-4A5E-A63F-DAB3F545BFB6}" srcId="{F758A695-F9F3-4BC9-9690-484C0F73DB2D}" destId="{B1372AEC-55E1-4969-A098-8B66BE792921}" srcOrd="3" destOrd="0" parTransId="{8FBF17D5-33F0-4FCC-98BD-C68538346A8C}" sibTransId="{8BF07E0D-D1B2-407F-8E54-944BC2089566}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B2BF5E9F-D99B-4E55-B7A9-55A81A4142A9}" type="presParOf" srcId="{F1C8B3EF-72B1-4492-9A48-93FC1A72C87D}" destId="{32283D71-3931-4459-B3D9-255A7F4E4E6F}" srcOrd="0" destOrd="0" presId="urn:microsoft.com/office/officeart/2005/8/layout/vList2"/>
    <dgm:cxn modelId="{C4786BCF-8DAE-484C-9161-348A3B33D21D}" type="presParOf" srcId="{F1C8B3EF-72B1-4492-9A48-93FC1A72C87D}" destId="{8B0D1286-D796-4C3C-923E-A6F6711C16B5}" srcOrd="1" destOrd="0" presId="urn:microsoft.com/office/officeart/2005/8/layout/vList2"/>
    <dgm:cxn modelId="{16F7DF54-BEC3-4EE1-8A4A-F68A608710DC}" type="presParOf" srcId="{F1C8B3EF-72B1-4492-9A48-93FC1A72C87D}" destId="{4CDA170B-097E-4BFB-BA40-10A355D0CE93}" srcOrd="2" destOrd="0" presId="urn:microsoft.com/office/officeart/2005/8/layout/vList2"/>
    <dgm:cxn modelId="{729B1F72-769C-428C-8CCF-2C98D4DC0F84}" type="presParOf" srcId="{F1C8B3EF-72B1-4492-9A48-93FC1A72C87D}" destId="{FB4E76D9-9181-4842-9ECC-0629746C67F0}" srcOrd="3" destOrd="0" presId="urn:microsoft.com/office/officeart/2005/8/layout/vList2"/>
    <dgm:cxn modelId="{D3E62AEE-1428-48C4-8A1A-980FBEFE8828}" type="presParOf" srcId="{F1C8B3EF-72B1-4492-9A48-93FC1A72C87D}" destId="{7F0A596A-F0DC-424F-BB65-F5A7BC3F24C6}" srcOrd="4" destOrd="0" presId="urn:microsoft.com/office/officeart/2005/8/layout/vList2"/>
    <dgm:cxn modelId="{C03270CE-C492-4182-B63B-52216F384791}" type="presParOf" srcId="{F1C8B3EF-72B1-4492-9A48-93FC1A72C87D}" destId="{8C3B7095-9C27-48B9-AD01-4019BA338C51}" srcOrd="5" destOrd="0" presId="urn:microsoft.com/office/officeart/2005/8/layout/vList2"/>
    <dgm:cxn modelId="{8DF00BAE-856E-4308-AF2A-108E8A9A44C5}" type="presParOf" srcId="{F1C8B3EF-72B1-4492-9A48-93FC1A72C87D}" destId="{4B0AAD98-63E9-41BB-87E7-89B12B7F1F2A}" srcOrd="6" destOrd="0" presId="urn:microsoft.com/office/officeart/2005/8/layout/vList2"/>
    <dgm:cxn modelId="{C80E22D9-8842-4FE6-B120-94A59EEB9517}" type="presParOf" srcId="{F1C8B3EF-72B1-4492-9A48-93FC1A72C87D}" destId="{DD257931-C29F-42B7-9B35-C58A610378EF}" srcOrd="7" destOrd="0" presId="urn:microsoft.com/office/officeart/2005/8/layout/vList2"/>
    <dgm:cxn modelId="{43879326-4975-44F6-BB88-4916CFC1A7C5}" type="presParOf" srcId="{F1C8B3EF-72B1-4492-9A48-93FC1A72C87D}" destId="{372B5ED8-4A81-4735-8F7C-5C0412DCFF1D}" srcOrd="8" destOrd="0" presId="urn:microsoft.com/office/officeart/2005/8/layout/vList2"/>
  </dgm:cxnLst>
  <dgm:bg/>
  <dgm:whole/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2BA448D-50D6-4129-A51A-7404840AE8A9}">
      <dgm:prSet phldr="0"/>
      <dgm:spPr>
        <a:noFill/>
      </dgm:spPr>
      <dgm:t>
        <a:bodyPr/>
        <a:lstStyle/>
        <a:p>
          <a:r>
            <a:rPr lang="fr-FR" dirty="0">
              <a:solidFill>
                <a:schemeClr val="tx1"/>
              </a:solidFill>
            </a:rPr>
            <a:t>E. Le début brutal de la symptomatologie </a:t>
          </a:r>
        </a:p>
      </dgm:t>
    </dgm:pt>
    <dgm:pt modelId="{1A232D57-69BC-417E-8DF6-225CAE109CF4}" type="parTrans" cxnId="{E62CBAF8-714D-4B20-A02D-5C1F219CB6D0}">
      <dgm:prSet/>
      <dgm:spPr/>
      <dgm:t>
        <a:bodyPr/>
        <a:lstStyle/>
        <a:p>
          <a:endParaRPr lang="fr-FR"/>
        </a:p>
      </dgm:t>
    </dgm:pt>
    <dgm:pt modelId="{0BFB1B30-3800-4462-845D-6C1F94AB7ACF}" type="sibTrans" cxnId="{E62CBAF8-714D-4B20-A02D-5C1F219CB6D0}">
      <dgm:prSet/>
      <dgm:spPr/>
      <dgm:t>
        <a:bodyPr/>
        <a:lstStyle/>
        <a:p>
          <a:endParaRPr lang="fr-FR"/>
        </a:p>
      </dgm:t>
    </dgm:pt>
    <dgm:pt modelId="{EFF3F4DF-5E1E-4749-AA23-C0314B249148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Une histoire de claudication intermittente 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3799BFE8-3842-4485-A8F7-FE4808F895AF}" type="parTrans" cxnId="{50200F4B-BCD0-4E18-8713-309E840D4018}">
      <dgm:prSet/>
      <dgm:spPr/>
      <dgm:t>
        <a:bodyPr/>
        <a:lstStyle/>
        <a:p>
          <a:endParaRPr lang="fr-FR"/>
        </a:p>
      </dgm:t>
    </dgm:pt>
    <dgm:pt modelId="{6C80D50C-E2FF-49BD-B406-9CB41CEFEA7F}" type="sibTrans" cxnId="{50200F4B-BCD0-4E18-8713-309E840D4018}">
      <dgm:prSet/>
      <dgm:spPr/>
      <dgm:t>
        <a:bodyPr/>
        <a:lstStyle/>
        <a:p>
          <a:endParaRPr lang="fr-FR"/>
        </a:p>
      </dgm:t>
    </dgm:pt>
    <dgm:pt modelId="{361A2901-5A50-4707-8D97-4B95F24D3A45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L'absence de pouls sur le membre controlatéral </a:t>
          </a:r>
        </a:p>
      </dgm:t>
    </dgm:pt>
    <dgm:pt modelId="{B45231A1-488C-4FC5-BB53-A9EB58405B3A}" type="parTrans" cxnId="{21F82F0F-24D9-4A90-A52C-F0A43B117CAC}">
      <dgm:prSet/>
      <dgm:spPr/>
      <dgm:t>
        <a:bodyPr/>
        <a:lstStyle/>
        <a:p>
          <a:endParaRPr lang="fr-FR"/>
        </a:p>
      </dgm:t>
    </dgm:pt>
    <dgm:pt modelId="{B65F8530-56E4-4F17-8127-F2F88ED97C67}" type="sibTrans" cxnId="{21F82F0F-24D9-4A90-A52C-F0A43B117CAC}">
      <dgm:prSet/>
      <dgm:spPr/>
      <dgm:t>
        <a:bodyPr/>
        <a:lstStyle/>
        <a:p>
          <a:endParaRPr lang="fr-FR"/>
        </a:p>
      </dgm:t>
    </dgm:pt>
    <dgm:pt modelId="{B02AF1FB-A85A-43A8-8157-F28384889639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La présence d’une arythmie complète par fibrillation auriculaire </a:t>
          </a:r>
        </a:p>
      </dgm:t>
    </dgm:pt>
    <dgm:pt modelId="{B6632A4A-C1CD-4119-AF47-8A9A6F4AB799}" type="parTrans" cxnId="{934DFD97-1561-43BE-9A5C-DE91CE688E3D}">
      <dgm:prSet/>
      <dgm:spPr/>
      <dgm:t>
        <a:bodyPr/>
        <a:lstStyle/>
        <a:p>
          <a:endParaRPr lang="fr-FR"/>
        </a:p>
      </dgm:t>
    </dgm:pt>
    <dgm:pt modelId="{73961DD2-0D9E-49D8-A599-9861F7345B43}" type="sibTrans" cxnId="{934DFD97-1561-43BE-9A5C-DE91CE688E3D}">
      <dgm:prSet/>
      <dgm:spPr/>
      <dgm:t>
        <a:bodyPr/>
        <a:lstStyle/>
        <a:p>
          <a:endParaRPr lang="fr-FR"/>
        </a:p>
      </dgm:t>
    </dgm:pt>
    <dgm:pt modelId="{4776ED47-1946-448F-A36A-0529DADFCBD3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D. La présence d’un kyste poplité connu </a:t>
          </a:r>
        </a:p>
      </dgm:t>
    </dgm:pt>
    <dgm:pt modelId="{D58FB906-C4E8-48B5-9F92-78AF127503A2}" type="parTrans" cxnId="{04E1EC71-62E9-48AD-8FA1-77CF7B174D1B}">
      <dgm:prSet/>
      <dgm:spPr/>
      <dgm:t>
        <a:bodyPr/>
        <a:lstStyle/>
        <a:p>
          <a:endParaRPr lang="fr-FR"/>
        </a:p>
      </dgm:t>
    </dgm:pt>
    <dgm:pt modelId="{4B431003-89FA-458F-ACBC-20100E68DF43}" type="sibTrans" cxnId="{04E1EC71-62E9-48AD-8FA1-77CF7B174D1B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D976275-C8A0-4495-A590-0B1BCCE2731E}" type="pres">
      <dgm:prSet presAssocID="{EFF3F4DF-5E1E-4749-AA23-C0314B24914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3FD0BAC-948F-43CE-85B6-A1A420B9AE8F}" type="pres">
      <dgm:prSet presAssocID="{6C80D50C-E2FF-49BD-B406-9CB41CEFEA7F}" presName="spacer" presStyleCnt="0"/>
      <dgm:spPr/>
    </dgm:pt>
    <dgm:pt modelId="{BBB64221-CA08-4A80-83DF-ED56D2794ADC}" type="pres">
      <dgm:prSet presAssocID="{361A2901-5A50-4707-8D97-4B95F24D3A45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6C8E230-83A2-4C61-BBC7-2D709F408842}" type="pres">
      <dgm:prSet presAssocID="{B65F8530-56E4-4F17-8127-F2F88ED97C67}" presName="spacer" presStyleCnt="0"/>
      <dgm:spPr/>
    </dgm:pt>
    <dgm:pt modelId="{D92B9E28-EC85-464E-AB6B-472A1679E560}" type="pres">
      <dgm:prSet presAssocID="{B02AF1FB-A85A-43A8-8157-F2838488963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F0C63CF-C878-417B-89F8-F8DF9A010DC9}" type="pres">
      <dgm:prSet presAssocID="{73961DD2-0D9E-49D8-A599-9861F7345B43}" presName="spacer" presStyleCnt="0"/>
      <dgm:spPr/>
    </dgm:pt>
    <dgm:pt modelId="{EC9CB515-4F9A-4489-8E6D-AED0968E5DAD}" type="pres">
      <dgm:prSet presAssocID="{4776ED47-1946-448F-A36A-0529DADFCBD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B08847F-3B55-438C-92AB-93A9897DDA2C}" type="pres">
      <dgm:prSet presAssocID="{4B431003-89FA-458F-ACBC-20100E68DF43}" presName="spacer" presStyleCnt="0"/>
      <dgm:spPr/>
    </dgm:pt>
    <dgm:pt modelId="{3A6A2BBB-EECE-4676-8EB0-F8F1E108A45A}" type="pres">
      <dgm:prSet presAssocID="{C2BA448D-50D6-4129-A51A-7404840AE8A9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34DFD97-1561-43BE-9A5C-DE91CE688E3D}" srcId="{F758A695-F9F3-4BC9-9690-484C0F73DB2D}" destId="{B02AF1FB-A85A-43A8-8157-F28384889639}" srcOrd="2" destOrd="0" parTransId="{B6632A4A-C1CD-4119-AF47-8A9A6F4AB799}" sibTransId="{73961DD2-0D9E-49D8-A599-9861F7345B43}"/>
    <dgm:cxn modelId="{E62CBAF8-714D-4B20-A02D-5C1F219CB6D0}" srcId="{F758A695-F9F3-4BC9-9690-484C0F73DB2D}" destId="{C2BA448D-50D6-4129-A51A-7404840AE8A9}" srcOrd="4" destOrd="0" parTransId="{1A232D57-69BC-417E-8DF6-225CAE109CF4}" sibTransId="{0BFB1B30-3800-4462-845D-6C1F94AB7ACF}"/>
    <dgm:cxn modelId="{D38C7034-CB86-449C-B06F-EECF40A50726}" type="presOf" srcId="{361A2901-5A50-4707-8D97-4B95F24D3A45}" destId="{BBB64221-CA08-4A80-83DF-ED56D2794ADC}" srcOrd="0" destOrd="0" presId="urn:microsoft.com/office/officeart/2005/8/layout/vList2"/>
    <dgm:cxn modelId="{FD72E4FE-FCCF-4EFC-B064-A700C0B6F399}" type="presOf" srcId="{EFF3F4DF-5E1E-4749-AA23-C0314B249148}" destId="{BD976275-C8A0-4495-A590-0B1BCCE2731E}" srcOrd="0" destOrd="0" presId="urn:microsoft.com/office/officeart/2005/8/layout/vList2"/>
    <dgm:cxn modelId="{04E1EC71-62E9-48AD-8FA1-77CF7B174D1B}" srcId="{F758A695-F9F3-4BC9-9690-484C0F73DB2D}" destId="{4776ED47-1946-448F-A36A-0529DADFCBD3}" srcOrd="3" destOrd="0" parTransId="{D58FB906-C4E8-48B5-9F92-78AF127503A2}" sibTransId="{4B431003-89FA-458F-ACBC-20100E68DF43}"/>
    <dgm:cxn modelId="{21F82F0F-24D9-4A90-A52C-F0A43B117CAC}" srcId="{F758A695-F9F3-4BC9-9690-484C0F73DB2D}" destId="{361A2901-5A50-4707-8D97-4B95F24D3A45}" srcOrd="1" destOrd="0" parTransId="{B45231A1-488C-4FC5-BB53-A9EB58405B3A}" sibTransId="{B65F8530-56E4-4F17-8127-F2F88ED97C67}"/>
    <dgm:cxn modelId="{50200F4B-BCD0-4E18-8713-309E840D4018}" srcId="{F758A695-F9F3-4BC9-9690-484C0F73DB2D}" destId="{EFF3F4DF-5E1E-4749-AA23-C0314B249148}" srcOrd="0" destOrd="0" parTransId="{3799BFE8-3842-4485-A8F7-FE4808F895AF}" sibTransId="{6C80D50C-E2FF-49BD-B406-9CB41CEFEA7F}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34B80E9F-1D76-441A-BE84-9F9BF6573E42}" type="presOf" srcId="{B02AF1FB-A85A-43A8-8157-F28384889639}" destId="{D92B9E28-EC85-464E-AB6B-472A1679E560}" srcOrd="0" destOrd="0" presId="urn:microsoft.com/office/officeart/2005/8/layout/vList2"/>
    <dgm:cxn modelId="{0944CA64-C197-4134-9134-97F81B5B7F99}" type="presOf" srcId="{4776ED47-1946-448F-A36A-0529DADFCBD3}" destId="{EC9CB515-4F9A-4489-8E6D-AED0968E5DAD}" srcOrd="0" destOrd="0" presId="urn:microsoft.com/office/officeart/2005/8/layout/vList2"/>
    <dgm:cxn modelId="{1D8A4377-98DF-4C61-9F70-8EE31C16373A}" type="presOf" srcId="{C2BA448D-50D6-4129-A51A-7404840AE8A9}" destId="{3A6A2BBB-EECE-4676-8EB0-F8F1E108A45A}" srcOrd="0" destOrd="0" presId="urn:microsoft.com/office/officeart/2005/8/layout/vList2"/>
    <dgm:cxn modelId="{1BDF1898-210E-47D1-A9DA-46978904B8AB}" type="presParOf" srcId="{F1C8B3EF-72B1-4492-9A48-93FC1A72C87D}" destId="{BD976275-C8A0-4495-A590-0B1BCCE2731E}" srcOrd="0" destOrd="0" presId="urn:microsoft.com/office/officeart/2005/8/layout/vList2"/>
    <dgm:cxn modelId="{3634D0EE-7028-4C09-A16F-24644AA16C68}" type="presParOf" srcId="{F1C8B3EF-72B1-4492-9A48-93FC1A72C87D}" destId="{73FD0BAC-948F-43CE-85B6-A1A420B9AE8F}" srcOrd="1" destOrd="0" presId="urn:microsoft.com/office/officeart/2005/8/layout/vList2"/>
    <dgm:cxn modelId="{D9811D42-121A-4E5A-A847-6604F459515C}" type="presParOf" srcId="{F1C8B3EF-72B1-4492-9A48-93FC1A72C87D}" destId="{BBB64221-CA08-4A80-83DF-ED56D2794ADC}" srcOrd="2" destOrd="0" presId="urn:microsoft.com/office/officeart/2005/8/layout/vList2"/>
    <dgm:cxn modelId="{46D325D4-E686-48C3-A79A-30F3727C19A0}" type="presParOf" srcId="{F1C8B3EF-72B1-4492-9A48-93FC1A72C87D}" destId="{C6C8E230-83A2-4C61-BBC7-2D709F408842}" srcOrd="3" destOrd="0" presId="urn:microsoft.com/office/officeart/2005/8/layout/vList2"/>
    <dgm:cxn modelId="{6D3F16B9-F1A8-4E90-8316-D07839C90788}" type="presParOf" srcId="{F1C8B3EF-72B1-4492-9A48-93FC1A72C87D}" destId="{D92B9E28-EC85-464E-AB6B-472A1679E560}" srcOrd="4" destOrd="0" presId="urn:microsoft.com/office/officeart/2005/8/layout/vList2"/>
    <dgm:cxn modelId="{88EFF811-952C-4D24-A751-748E972CA9BC}" type="presParOf" srcId="{F1C8B3EF-72B1-4492-9A48-93FC1A72C87D}" destId="{DF0C63CF-C878-417B-89F8-F8DF9A010DC9}" srcOrd="5" destOrd="0" presId="urn:microsoft.com/office/officeart/2005/8/layout/vList2"/>
    <dgm:cxn modelId="{8AE5C61A-498D-43F9-AD22-A7E4154362E3}" type="presParOf" srcId="{F1C8B3EF-72B1-4492-9A48-93FC1A72C87D}" destId="{EC9CB515-4F9A-4489-8E6D-AED0968E5DAD}" srcOrd="6" destOrd="0" presId="urn:microsoft.com/office/officeart/2005/8/layout/vList2"/>
    <dgm:cxn modelId="{53584049-6BD4-48B6-AA72-99BE6CF7F035}" type="presParOf" srcId="{F1C8B3EF-72B1-4492-9A48-93FC1A72C87D}" destId="{1B08847F-3B55-438C-92AB-93A9897DDA2C}" srcOrd="7" destOrd="0" presId="urn:microsoft.com/office/officeart/2005/8/layout/vList2"/>
    <dgm:cxn modelId="{9D906921-515D-4471-A53F-446B1E2E2FA6}" type="presParOf" srcId="{F1C8B3EF-72B1-4492-9A48-93FC1A72C87D}" destId="{3A6A2BBB-EECE-4676-8EB0-F8F1E108A45A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2BA448D-50D6-4129-A51A-7404840AE8A9}">
      <dgm:prSet phldr="0"/>
      <dgm:spPr>
        <a:noFill/>
      </dgm:spPr>
      <dgm:t>
        <a:bodyPr/>
        <a:lstStyle/>
        <a:p>
          <a:r>
            <a:rPr lang="fr-FR" dirty="0">
              <a:solidFill>
                <a:schemeClr val="tx1"/>
              </a:solidFill>
            </a:rPr>
            <a:t>E. Le début brutal de la symptomatologie </a:t>
          </a:r>
        </a:p>
      </dgm:t>
    </dgm:pt>
    <dgm:pt modelId="{1A232D57-69BC-417E-8DF6-225CAE109CF4}" type="parTrans" cxnId="{E62CBAF8-714D-4B20-A02D-5C1F219CB6D0}">
      <dgm:prSet/>
      <dgm:spPr/>
      <dgm:t>
        <a:bodyPr/>
        <a:lstStyle/>
        <a:p>
          <a:endParaRPr lang="fr-FR"/>
        </a:p>
      </dgm:t>
    </dgm:pt>
    <dgm:pt modelId="{0BFB1B30-3800-4462-845D-6C1F94AB7ACF}" type="sibTrans" cxnId="{E62CBAF8-714D-4B20-A02D-5C1F219CB6D0}">
      <dgm:prSet/>
      <dgm:spPr/>
      <dgm:t>
        <a:bodyPr/>
        <a:lstStyle/>
        <a:p>
          <a:endParaRPr lang="fr-FR"/>
        </a:p>
      </dgm:t>
    </dgm:pt>
    <dgm:pt modelId="{EFF3F4DF-5E1E-4749-AA23-C0314B249148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Une histoire de claudication intermittente 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3799BFE8-3842-4485-A8F7-FE4808F895AF}" type="parTrans" cxnId="{50200F4B-BCD0-4E18-8713-309E840D4018}">
      <dgm:prSet/>
      <dgm:spPr/>
      <dgm:t>
        <a:bodyPr/>
        <a:lstStyle/>
        <a:p>
          <a:endParaRPr lang="fr-FR"/>
        </a:p>
      </dgm:t>
    </dgm:pt>
    <dgm:pt modelId="{6C80D50C-E2FF-49BD-B406-9CB41CEFEA7F}" type="sibTrans" cxnId="{50200F4B-BCD0-4E18-8713-309E840D4018}">
      <dgm:prSet/>
      <dgm:spPr/>
      <dgm:t>
        <a:bodyPr/>
        <a:lstStyle/>
        <a:p>
          <a:endParaRPr lang="fr-FR"/>
        </a:p>
      </dgm:t>
    </dgm:pt>
    <dgm:pt modelId="{361A2901-5A50-4707-8D97-4B95F24D3A45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L'absence de pouls sur le membre controlatéral </a:t>
          </a:r>
        </a:p>
      </dgm:t>
    </dgm:pt>
    <dgm:pt modelId="{B45231A1-488C-4FC5-BB53-A9EB58405B3A}" type="parTrans" cxnId="{21F82F0F-24D9-4A90-A52C-F0A43B117CAC}">
      <dgm:prSet/>
      <dgm:spPr/>
      <dgm:t>
        <a:bodyPr/>
        <a:lstStyle/>
        <a:p>
          <a:endParaRPr lang="fr-FR"/>
        </a:p>
      </dgm:t>
    </dgm:pt>
    <dgm:pt modelId="{B65F8530-56E4-4F17-8127-F2F88ED97C67}" type="sibTrans" cxnId="{21F82F0F-24D9-4A90-A52C-F0A43B117CAC}">
      <dgm:prSet/>
      <dgm:spPr/>
      <dgm:t>
        <a:bodyPr/>
        <a:lstStyle/>
        <a:p>
          <a:endParaRPr lang="fr-FR"/>
        </a:p>
      </dgm:t>
    </dgm:pt>
    <dgm:pt modelId="{B02AF1FB-A85A-43A8-8157-F28384889639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La présence d’une arythmie complète par fibrillation auriculaire </a:t>
          </a:r>
        </a:p>
      </dgm:t>
    </dgm:pt>
    <dgm:pt modelId="{B6632A4A-C1CD-4119-AF47-8A9A6F4AB799}" type="parTrans" cxnId="{934DFD97-1561-43BE-9A5C-DE91CE688E3D}">
      <dgm:prSet/>
      <dgm:spPr/>
      <dgm:t>
        <a:bodyPr/>
        <a:lstStyle/>
        <a:p>
          <a:endParaRPr lang="fr-FR"/>
        </a:p>
      </dgm:t>
    </dgm:pt>
    <dgm:pt modelId="{73961DD2-0D9E-49D8-A599-9861F7345B43}" type="sibTrans" cxnId="{934DFD97-1561-43BE-9A5C-DE91CE688E3D}">
      <dgm:prSet/>
      <dgm:spPr/>
      <dgm:t>
        <a:bodyPr/>
        <a:lstStyle/>
        <a:p>
          <a:endParaRPr lang="fr-FR"/>
        </a:p>
      </dgm:t>
    </dgm:pt>
    <dgm:pt modelId="{4776ED47-1946-448F-A36A-0529DADFCBD3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D. La présence d’un kyste poplité connu </a:t>
          </a:r>
        </a:p>
      </dgm:t>
    </dgm:pt>
    <dgm:pt modelId="{D58FB906-C4E8-48B5-9F92-78AF127503A2}" type="parTrans" cxnId="{04E1EC71-62E9-48AD-8FA1-77CF7B174D1B}">
      <dgm:prSet/>
      <dgm:spPr/>
      <dgm:t>
        <a:bodyPr/>
        <a:lstStyle/>
        <a:p>
          <a:endParaRPr lang="fr-FR"/>
        </a:p>
      </dgm:t>
    </dgm:pt>
    <dgm:pt modelId="{4B431003-89FA-458F-ACBC-20100E68DF43}" type="sibTrans" cxnId="{04E1EC71-62E9-48AD-8FA1-77CF7B174D1B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D976275-C8A0-4495-A590-0B1BCCE2731E}" type="pres">
      <dgm:prSet presAssocID="{EFF3F4DF-5E1E-4749-AA23-C0314B24914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3FD0BAC-948F-43CE-85B6-A1A420B9AE8F}" type="pres">
      <dgm:prSet presAssocID="{6C80D50C-E2FF-49BD-B406-9CB41CEFEA7F}" presName="spacer" presStyleCnt="0"/>
      <dgm:spPr/>
    </dgm:pt>
    <dgm:pt modelId="{BBB64221-CA08-4A80-83DF-ED56D2794ADC}" type="pres">
      <dgm:prSet presAssocID="{361A2901-5A50-4707-8D97-4B95F24D3A45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6C8E230-83A2-4C61-BBC7-2D709F408842}" type="pres">
      <dgm:prSet presAssocID="{B65F8530-56E4-4F17-8127-F2F88ED97C67}" presName="spacer" presStyleCnt="0"/>
      <dgm:spPr/>
    </dgm:pt>
    <dgm:pt modelId="{D92B9E28-EC85-464E-AB6B-472A1679E560}" type="pres">
      <dgm:prSet presAssocID="{B02AF1FB-A85A-43A8-8157-F2838488963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F0C63CF-C878-417B-89F8-F8DF9A010DC9}" type="pres">
      <dgm:prSet presAssocID="{73961DD2-0D9E-49D8-A599-9861F7345B43}" presName="spacer" presStyleCnt="0"/>
      <dgm:spPr/>
    </dgm:pt>
    <dgm:pt modelId="{EC9CB515-4F9A-4489-8E6D-AED0968E5DAD}" type="pres">
      <dgm:prSet presAssocID="{4776ED47-1946-448F-A36A-0529DADFCBD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B08847F-3B55-438C-92AB-93A9897DDA2C}" type="pres">
      <dgm:prSet presAssocID="{4B431003-89FA-458F-ACBC-20100E68DF43}" presName="spacer" presStyleCnt="0"/>
      <dgm:spPr/>
    </dgm:pt>
    <dgm:pt modelId="{3A6A2BBB-EECE-4676-8EB0-F8F1E108A45A}" type="pres">
      <dgm:prSet presAssocID="{C2BA448D-50D6-4129-A51A-7404840AE8A9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34DFD97-1561-43BE-9A5C-DE91CE688E3D}" srcId="{F758A695-F9F3-4BC9-9690-484C0F73DB2D}" destId="{B02AF1FB-A85A-43A8-8157-F28384889639}" srcOrd="2" destOrd="0" parTransId="{B6632A4A-C1CD-4119-AF47-8A9A6F4AB799}" sibTransId="{73961DD2-0D9E-49D8-A599-9861F7345B43}"/>
    <dgm:cxn modelId="{E62CBAF8-714D-4B20-A02D-5C1F219CB6D0}" srcId="{F758A695-F9F3-4BC9-9690-484C0F73DB2D}" destId="{C2BA448D-50D6-4129-A51A-7404840AE8A9}" srcOrd="4" destOrd="0" parTransId="{1A232D57-69BC-417E-8DF6-225CAE109CF4}" sibTransId="{0BFB1B30-3800-4462-845D-6C1F94AB7ACF}"/>
    <dgm:cxn modelId="{F4BF226C-8116-4911-8FF3-EA092099D1FB}" type="presOf" srcId="{361A2901-5A50-4707-8D97-4B95F24D3A45}" destId="{BBB64221-CA08-4A80-83DF-ED56D2794ADC}" srcOrd="0" destOrd="0" presId="urn:microsoft.com/office/officeart/2005/8/layout/vList2"/>
    <dgm:cxn modelId="{F41983E6-7BB6-4374-9D4C-B6CCEB62D718}" type="presOf" srcId="{C2BA448D-50D6-4129-A51A-7404840AE8A9}" destId="{3A6A2BBB-EECE-4676-8EB0-F8F1E108A45A}" srcOrd="0" destOrd="0" presId="urn:microsoft.com/office/officeart/2005/8/layout/vList2"/>
    <dgm:cxn modelId="{CA5CA891-DAAB-4418-B87B-EC51186E9903}" type="presOf" srcId="{EFF3F4DF-5E1E-4749-AA23-C0314B249148}" destId="{BD976275-C8A0-4495-A590-0B1BCCE2731E}" srcOrd="0" destOrd="0" presId="urn:microsoft.com/office/officeart/2005/8/layout/vList2"/>
    <dgm:cxn modelId="{04E1EC71-62E9-48AD-8FA1-77CF7B174D1B}" srcId="{F758A695-F9F3-4BC9-9690-484C0F73DB2D}" destId="{4776ED47-1946-448F-A36A-0529DADFCBD3}" srcOrd="3" destOrd="0" parTransId="{D58FB906-C4E8-48B5-9F92-78AF127503A2}" sibTransId="{4B431003-89FA-458F-ACBC-20100E68DF43}"/>
    <dgm:cxn modelId="{21F82F0F-24D9-4A90-A52C-F0A43B117CAC}" srcId="{F758A695-F9F3-4BC9-9690-484C0F73DB2D}" destId="{361A2901-5A50-4707-8D97-4B95F24D3A45}" srcOrd="1" destOrd="0" parTransId="{B45231A1-488C-4FC5-BB53-A9EB58405B3A}" sibTransId="{B65F8530-56E4-4F17-8127-F2F88ED97C67}"/>
    <dgm:cxn modelId="{00EAEADB-7D91-412E-9A93-79CFD4685B39}" type="presOf" srcId="{F758A695-F9F3-4BC9-9690-484C0F73DB2D}" destId="{F1C8B3EF-72B1-4492-9A48-93FC1A72C87D}" srcOrd="0" destOrd="0" presId="urn:microsoft.com/office/officeart/2005/8/layout/vList2"/>
    <dgm:cxn modelId="{50200F4B-BCD0-4E18-8713-309E840D4018}" srcId="{F758A695-F9F3-4BC9-9690-484C0F73DB2D}" destId="{EFF3F4DF-5E1E-4749-AA23-C0314B249148}" srcOrd="0" destOrd="0" parTransId="{3799BFE8-3842-4485-A8F7-FE4808F895AF}" sibTransId="{6C80D50C-E2FF-49BD-B406-9CB41CEFEA7F}"/>
    <dgm:cxn modelId="{7E027F21-BF7E-454D-AB32-D79B5D6F4F79}" type="presOf" srcId="{4776ED47-1946-448F-A36A-0529DADFCBD3}" destId="{EC9CB515-4F9A-4489-8E6D-AED0968E5DAD}" srcOrd="0" destOrd="0" presId="urn:microsoft.com/office/officeart/2005/8/layout/vList2"/>
    <dgm:cxn modelId="{3D257567-6E77-4FE2-BC24-13AC9C2A05F2}" type="presOf" srcId="{B02AF1FB-A85A-43A8-8157-F28384889639}" destId="{D92B9E28-EC85-464E-AB6B-472A1679E560}" srcOrd="0" destOrd="0" presId="urn:microsoft.com/office/officeart/2005/8/layout/vList2"/>
    <dgm:cxn modelId="{274C6112-66D0-429F-8A6F-9614F4641CB3}" type="presParOf" srcId="{F1C8B3EF-72B1-4492-9A48-93FC1A72C87D}" destId="{BD976275-C8A0-4495-A590-0B1BCCE2731E}" srcOrd="0" destOrd="0" presId="urn:microsoft.com/office/officeart/2005/8/layout/vList2"/>
    <dgm:cxn modelId="{7F88FE50-A062-4DE9-BB7F-BC43B2252F50}" type="presParOf" srcId="{F1C8B3EF-72B1-4492-9A48-93FC1A72C87D}" destId="{73FD0BAC-948F-43CE-85B6-A1A420B9AE8F}" srcOrd="1" destOrd="0" presId="urn:microsoft.com/office/officeart/2005/8/layout/vList2"/>
    <dgm:cxn modelId="{5A626643-D82F-4939-B526-A51037005F67}" type="presParOf" srcId="{F1C8B3EF-72B1-4492-9A48-93FC1A72C87D}" destId="{BBB64221-CA08-4A80-83DF-ED56D2794ADC}" srcOrd="2" destOrd="0" presId="urn:microsoft.com/office/officeart/2005/8/layout/vList2"/>
    <dgm:cxn modelId="{EDC3237D-368E-4FD0-B456-338336A31D0D}" type="presParOf" srcId="{F1C8B3EF-72B1-4492-9A48-93FC1A72C87D}" destId="{C6C8E230-83A2-4C61-BBC7-2D709F408842}" srcOrd="3" destOrd="0" presId="urn:microsoft.com/office/officeart/2005/8/layout/vList2"/>
    <dgm:cxn modelId="{F87F7D29-252B-40AF-9D1D-8C8FB57EAF89}" type="presParOf" srcId="{F1C8B3EF-72B1-4492-9A48-93FC1A72C87D}" destId="{D92B9E28-EC85-464E-AB6B-472A1679E560}" srcOrd="4" destOrd="0" presId="urn:microsoft.com/office/officeart/2005/8/layout/vList2"/>
    <dgm:cxn modelId="{6E4CFCB8-B5B6-413E-91A7-984732AFA97F}" type="presParOf" srcId="{F1C8B3EF-72B1-4492-9A48-93FC1A72C87D}" destId="{DF0C63CF-C878-417B-89F8-F8DF9A010DC9}" srcOrd="5" destOrd="0" presId="urn:microsoft.com/office/officeart/2005/8/layout/vList2"/>
    <dgm:cxn modelId="{9F7CC24E-9230-451D-8CB6-627388AE5A30}" type="presParOf" srcId="{F1C8B3EF-72B1-4492-9A48-93FC1A72C87D}" destId="{EC9CB515-4F9A-4489-8E6D-AED0968E5DAD}" srcOrd="6" destOrd="0" presId="urn:microsoft.com/office/officeart/2005/8/layout/vList2"/>
    <dgm:cxn modelId="{6C940E43-BAA2-4CE0-9BB3-BD3CE5AD7388}" type="presParOf" srcId="{F1C8B3EF-72B1-4492-9A48-93FC1A72C87D}" destId="{1B08847F-3B55-438C-92AB-93A9897DDA2C}" srcOrd="7" destOrd="0" presId="urn:microsoft.com/office/officeart/2005/8/layout/vList2"/>
    <dgm:cxn modelId="{7331DCC2-58B7-440D-8773-51E97B2D3655}" type="presParOf" srcId="{F1C8B3EF-72B1-4492-9A48-93FC1A72C87D}" destId="{3A6A2BBB-EECE-4676-8EB0-F8F1E108A45A}" srcOrd="8" destOrd="0" presId="urn:microsoft.com/office/officeart/2005/8/layout/vList2"/>
  </dgm:cxnLst>
  <dgm:bg/>
  <dgm:whole/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2BA448D-50D6-4129-A51A-7404840AE8A9}">
      <dgm:prSet phldr="0"/>
      <dgm:spPr>
        <a:noFill/>
      </dgm:spPr>
      <dgm:t>
        <a:bodyPr/>
        <a:lstStyle/>
        <a:p>
          <a:r>
            <a:rPr lang="fr-CA" dirty="0" smtClean="0">
              <a:solidFill>
                <a:schemeClr val="tx1"/>
              </a:solidFill>
            </a:rPr>
            <a:t>E- Une cardiomyopathie ischémique </a:t>
          </a:r>
          <a:endParaRPr lang="fr-FR" dirty="0">
            <a:solidFill>
              <a:schemeClr val="tx1"/>
            </a:solidFill>
          </a:endParaRPr>
        </a:p>
      </dgm:t>
    </dgm:pt>
    <dgm:pt modelId="{1A232D57-69BC-417E-8DF6-225CAE109CF4}" type="parTrans" cxnId="{E62CBAF8-714D-4B20-A02D-5C1F219CB6D0}">
      <dgm:prSet/>
      <dgm:spPr/>
      <dgm:t>
        <a:bodyPr/>
        <a:lstStyle/>
        <a:p>
          <a:endParaRPr lang="fr-FR"/>
        </a:p>
      </dgm:t>
    </dgm:pt>
    <dgm:pt modelId="{0BFB1B30-3800-4462-845D-6C1F94AB7ACF}" type="sibTrans" cxnId="{E62CBAF8-714D-4B20-A02D-5C1F219CB6D0}">
      <dgm:prSet/>
      <dgm:spPr/>
      <dgm:t>
        <a:bodyPr/>
        <a:lstStyle/>
        <a:p>
          <a:endParaRPr lang="fr-FR"/>
        </a:p>
      </dgm:t>
    </dgm:pt>
    <dgm:pt modelId="{EFF3F4DF-5E1E-4749-AA23-C0314B249148}">
      <dgm:prSet phldr="0"/>
      <dgm:spPr>
        <a:noFill/>
      </dgm:spPr>
      <dgm:t>
        <a:bodyPr/>
        <a:lstStyle/>
        <a:p>
          <a:pPr algn="l" rtl="0"/>
          <a:r>
            <a:rPr lang="fr-CA" dirty="0" smtClean="0">
              <a:solidFill>
                <a:schemeClr val="tx1"/>
              </a:solidFill>
            </a:rPr>
            <a:t>A- Le syndrome de la traversée </a:t>
          </a:r>
          <a:r>
            <a:rPr lang="fr-CA" dirty="0" err="1" smtClean="0">
              <a:solidFill>
                <a:schemeClr val="tx1"/>
              </a:solidFill>
            </a:rPr>
            <a:t>cervico</a:t>
          </a:r>
          <a:r>
            <a:rPr lang="fr-CA" dirty="0" smtClean="0">
              <a:solidFill>
                <a:schemeClr val="tx1"/>
              </a:solidFill>
            </a:rPr>
            <a:t>-</a:t>
          </a:r>
          <a:r>
            <a:rPr lang="fr-CA" dirty="0" err="1" smtClean="0">
              <a:solidFill>
                <a:schemeClr val="tx1"/>
              </a:solidFill>
            </a:rPr>
            <a:t>thoraco</a:t>
          </a:r>
          <a:r>
            <a:rPr lang="fr-CA" dirty="0" smtClean="0">
              <a:solidFill>
                <a:schemeClr val="tx1"/>
              </a:solidFill>
            </a:rPr>
            <a:t>-brachiale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3799BFE8-3842-4485-A8F7-FE4808F895AF}" type="parTrans" cxnId="{50200F4B-BCD0-4E18-8713-309E840D4018}">
      <dgm:prSet/>
      <dgm:spPr/>
      <dgm:t>
        <a:bodyPr/>
        <a:lstStyle/>
        <a:p>
          <a:endParaRPr lang="fr-FR"/>
        </a:p>
      </dgm:t>
    </dgm:pt>
    <dgm:pt modelId="{6C80D50C-E2FF-49BD-B406-9CB41CEFEA7F}" type="sibTrans" cxnId="{50200F4B-BCD0-4E18-8713-309E840D4018}">
      <dgm:prSet/>
      <dgm:spPr/>
      <dgm:t>
        <a:bodyPr/>
        <a:lstStyle/>
        <a:p>
          <a:endParaRPr lang="fr-FR"/>
        </a:p>
      </dgm:t>
    </dgm:pt>
    <dgm:pt modelId="{361A2901-5A50-4707-8D97-4B95F24D3A45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B- L’insuffisance </a:t>
          </a:r>
          <a:r>
            <a:rPr lang="fr-CA" dirty="0" err="1" smtClean="0">
              <a:solidFill>
                <a:schemeClr val="tx1"/>
              </a:solidFill>
            </a:rPr>
            <a:t>tricuspidienne</a:t>
          </a:r>
          <a:r>
            <a:rPr lang="fr-CA" dirty="0" smtClean="0">
              <a:solidFill>
                <a:schemeClr val="tx1"/>
              </a:solidFill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B45231A1-488C-4FC5-BB53-A9EB58405B3A}" type="parTrans" cxnId="{21F82F0F-24D9-4A90-A52C-F0A43B117CAC}">
      <dgm:prSet/>
      <dgm:spPr/>
      <dgm:t>
        <a:bodyPr/>
        <a:lstStyle/>
        <a:p>
          <a:endParaRPr lang="fr-FR"/>
        </a:p>
      </dgm:t>
    </dgm:pt>
    <dgm:pt modelId="{B65F8530-56E4-4F17-8127-F2F88ED97C67}" type="sibTrans" cxnId="{21F82F0F-24D9-4A90-A52C-F0A43B117CAC}">
      <dgm:prSet/>
      <dgm:spPr/>
      <dgm:t>
        <a:bodyPr/>
        <a:lstStyle/>
        <a:p>
          <a:endParaRPr lang="fr-FR"/>
        </a:p>
      </dgm:t>
    </dgm:pt>
    <dgm:pt modelId="{B02AF1FB-A85A-43A8-8157-F28384889639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C- Un anévrysme poplité </a:t>
          </a:r>
          <a:endParaRPr lang="fr-FR" dirty="0">
            <a:solidFill>
              <a:schemeClr val="tx1"/>
            </a:solidFill>
          </a:endParaRPr>
        </a:p>
      </dgm:t>
    </dgm:pt>
    <dgm:pt modelId="{B6632A4A-C1CD-4119-AF47-8A9A6F4AB799}" type="parTrans" cxnId="{934DFD97-1561-43BE-9A5C-DE91CE688E3D}">
      <dgm:prSet/>
      <dgm:spPr/>
      <dgm:t>
        <a:bodyPr/>
        <a:lstStyle/>
        <a:p>
          <a:endParaRPr lang="fr-FR"/>
        </a:p>
      </dgm:t>
    </dgm:pt>
    <dgm:pt modelId="{73961DD2-0D9E-49D8-A599-9861F7345B43}" type="sibTrans" cxnId="{934DFD97-1561-43BE-9A5C-DE91CE688E3D}">
      <dgm:prSet/>
      <dgm:spPr/>
      <dgm:t>
        <a:bodyPr/>
        <a:lstStyle/>
        <a:p>
          <a:endParaRPr lang="fr-FR"/>
        </a:p>
      </dgm:t>
    </dgm:pt>
    <dgm:pt modelId="{4776ED47-1946-448F-A36A-0529DADFCBD3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D- L’injection d’héroïne chez les toxicomanes </a:t>
          </a:r>
          <a:endParaRPr lang="fr-FR" dirty="0">
            <a:solidFill>
              <a:schemeClr val="tx1"/>
            </a:solidFill>
          </a:endParaRPr>
        </a:p>
      </dgm:t>
    </dgm:pt>
    <dgm:pt modelId="{D58FB906-C4E8-48B5-9F92-78AF127503A2}" type="parTrans" cxnId="{04E1EC71-62E9-48AD-8FA1-77CF7B174D1B}">
      <dgm:prSet/>
      <dgm:spPr/>
      <dgm:t>
        <a:bodyPr/>
        <a:lstStyle/>
        <a:p>
          <a:endParaRPr lang="fr-FR"/>
        </a:p>
      </dgm:t>
    </dgm:pt>
    <dgm:pt modelId="{4B431003-89FA-458F-ACBC-20100E68DF43}" type="sibTrans" cxnId="{04E1EC71-62E9-48AD-8FA1-77CF7B174D1B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D976275-C8A0-4495-A590-0B1BCCE2731E}" type="pres">
      <dgm:prSet presAssocID="{EFF3F4DF-5E1E-4749-AA23-C0314B24914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3FD0BAC-948F-43CE-85B6-A1A420B9AE8F}" type="pres">
      <dgm:prSet presAssocID="{6C80D50C-E2FF-49BD-B406-9CB41CEFEA7F}" presName="spacer" presStyleCnt="0"/>
      <dgm:spPr/>
    </dgm:pt>
    <dgm:pt modelId="{BBB64221-CA08-4A80-83DF-ED56D2794ADC}" type="pres">
      <dgm:prSet presAssocID="{361A2901-5A50-4707-8D97-4B95F24D3A45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6C8E230-83A2-4C61-BBC7-2D709F408842}" type="pres">
      <dgm:prSet presAssocID="{B65F8530-56E4-4F17-8127-F2F88ED97C67}" presName="spacer" presStyleCnt="0"/>
      <dgm:spPr/>
    </dgm:pt>
    <dgm:pt modelId="{D92B9E28-EC85-464E-AB6B-472A1679E560}" type="pres">
      <dgm:prSet presAssocID="{B02AF1FB-A85A-43A8-8157-F2838488963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F0C63CF-C878-417B-89F8-F8DF9A010DC9}" type="pres">
      <dgm:prSet presAssocID="{73961DD2-0D9E-49D8-A599-9861F7345B43}" presName="spacer" presStyleCnt="0"/>
      <dgm:spPr/>
    </dgm:pt>
    <dgm:pt modelId="{EC9CB515-4F9A-4489-8E6D-AED0968E5DAD}" type="pres">
      <dgm:prSet presAssocID="{4776ED47-1946-448F-A36A-0529DADFCBD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B08847F-3B55-438C-92AB-93A9897DDA2C}" type="pres">
      <dgm:prSet presAssocID="{4B431003-89FA-458F-ACBC-20100E68DF43}" presName="spacer" presStyleCnt="0"/>
      <dgm:spPr/>
    </dgm:pt>
    <dgm:pt modelId="{3A6A2BBB-EECE-4676-8EB0-F8F1E108A45A}" type="pres">
      <dgm:prSet presAssocID="{C2BA448D-50D6-4129-A51A-7404840AE8A9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EAA81B8B-B255-4354-901A-9D75CFD8D559}" type="presOf" srcId="{B02AF1FB-A85A-43A8-8157-F28384889639}" destId="{D92B9E28-EC85-464E-AB6B-472A1679E560}" srcOrd="0" destOrd="0" presId="urn:microsoft.com/office/officeart/2005/8/layout/vList2"/>
    <dgm:cxn modelId="{934DFD97-1561-43BE-9A5C-DE91CE688E3D}" srcId="{F758A695-F9F3-4BC9-9690-484C0F73DB2D}" destId="{B02AF1FB-A85A-43A8-8157-F28384889639}" srcOrd="2" destOrd="0" parTransId="{B6632A4A-C1CD-4119-AF47-8A9A6F4AB799}" sibTransId="{73961DD2-0D9E-49D8-A599-9861F7345B43}"/>
    <dgm:cxn modelId="{B3F3C40B-5701-40BC-B816-60C7E0C8A8AC}" type="presOf" srcId="{361A2901-5A50-4707-8D97-4B95F24D3A45}" destId="{BBB64221-CA08-4A80-83DF-ED56D2794ADC}" srcOrd="0" destOrd="0" presId="urn:microsoft.com/office/officeart/2005/8/layout/vList2"/>
    <dgm:cxn modelId="{E62CBAF8-714D-4B20-A02D-5C1F219CB6D0}" srcId="{F758A695-F9F3-4BC9-9690-484C0F73DB2D}" destId="{C2BA448D-50D6-4129-A51A-7404840AE8A9}" srcOrd="4" destOrd="0" parTransId="{1A232D57-69BC-417E-8DF6-225CAE109CF4}" sibTransId="{0BFB1B30-3800-4462-845D-6C1F94AB7ACF}"/>
    <dgm:cxn modelId="{A83F3B85-0514-4B0B-A519-C1CF615DBE0B}" type="presOf" srcId="{EFF3F4DF-5E1E-4749-AA23-C0314B249148}" destId="{BD976275-C8A0-4495-A590-0B1BCCE2731E}" srcOrd="0" destOrd="0" presId="urn:microsoft.com/office/officeart/2005/8/layout/vList2"/>
    <dgm:cxn modelId="{04E1EC71-62E9-48AD-8FA1-77CF7B174D1B}" srcId="{F758A695-F9F3-4BC9-9690-484C0F73DB2D}" destId="{4776ED47-1946-448F-A36A-0529DADFCBD3}" srcOrd="3" destOrd="0" parTransId="{D58FB906-C4E8-48B5-9F92-78AF127503A2}" sibTransId="{4B431003-89FA-458F-ACBC-20100E68DF43}"/>
    <dgm:cxn modelId="{0B3BD84C-73F2-473C-BF9F-14E62DB53C86}" type="presOf" srcId="{C2BA448D-50D6-4129-A51A-7404840AE8A9}" destId="{3A6A2BBB-EECE-4676-8EB0-F8F1E108A45A}" srcOrd="0" destOrd="0" presId="urn:microsoft.com/office/officeart/2005/8/layout/vList2"/>
    <dgm:cxn modelId="{21F82F0F-24D9-4A90-A52C-F0A43B117CAC}" srcId="{F758A695-F9F3-4BC9-9690-484C0F73DB2D}" destId="{361A2901-5A50-4707-8D97-4B95F24D3A45}" srcOrd="1" destOrd="0" parTransId="{B45231A1-488C-4FC5-BB53-A9EB58405B3A}" sibTransId="{B65F8530-56E4-4F17-8127-F2F88ED97C67}"/>
    <dgm:cxn modelId="{50200F4B-BCD0-4E18-8713-309E840D4018}" srcId="{F758A695-F9F3-4BC9-9690-484C0F73DB2D}" destId="{EFF3F4DF-5E1E-4749-AA23-C0314B249148}" srcOrd="0" destOrd="0" parTransId="{3799BFE8-3842-4485-A8F7-FE4808F895AF}" sibTransId="{6C80D50C-E2FF-49BD-B406-9CB41CEFEA7F}"/>
    <dgm:cxn modelId="{349E9DAC-920B-46FA-ABB9-C6204864740B}" type="presOf" srcId="{F758A695-F9F3-4BC9-9690-484C0F73DB2D}" destId="{F1C8B3EF-72B1-4492-9A48-93FC1A72C87D}" srcOrd="0" destOrd="0" presId="urn:microsoft.com/office/officeart/2005/8/layout/vList2"/>
    <dgm:cxn modelId="{2F41724E-36E4-46F7-829B-13FE067020BC}" type="presOf" srcId="{4776ED47-1946-448F-A36A-0529DADFCBD3}" destId="{EC9CB515-4F9A-4489-8E6D-AED0968E5DAD}" srcOrd="0" destOrd="0" presId="urn:microsoft.com/office/officeart/2005/8/layout/vList2"/>
    <dgm:cxn modelId="{E61919B7-97B2-4AEC-AA77-7F2F885DE529}" type="presParOf" srcId="{F1C8B3EF-72B1-4492-9A48-93FC1A72C87D}" destId="{BD976275-C8A0-4495-A590-0B1BCCE2731E}" srcOrd="0" destOrd="0" presId="urn:microsoft.com/office/officeart/2005/8/layout/vList2"/>
    <dgm:cxn modelId="{10C27655-7137-4850-87B7-BD7FC15A9649}" type="presParOf" srcId="{F1C8B3EF-72B1-4492-9A48-93FC1A72C87D}" destId="{73FD0BAC-948F-43CE-85B6-A1A420B9AE8F}" srcOrd="1" destOrd="0" presId="urn:microsoft.com/office/officeart/2005/8/layout/vList2"/>
    <dgm:cxn modelId="{867378DF-CC1A-46B0-BC1C-933800A99ADA}" type="presParOf" srcId="{F1C8B3EF-72B1-4492-9A48-93FC1A72C87D}" destId="{BBB64221-CA08-4A80-83DF-ED56D2794ADC}" srcOrd="2" destOrd="0" presId="urn:microsoft.com/office/officeart/2005/8/layout/vList2"/>
    <dgm:cxn modelId="{952639A0-B85F-4587-A251-C87A5B265DDF}" type="presParOf" srcId="{F1C8B3EF-72B1-4492-9A48-93FC1A72C87D}" destId="{C6C8E230-83A2-4C61-BBC7-2D709F408842}" srcOrd="3" destOrd="0" presId="urn:microsoft.com/office/officeart/2005/8/layout/vList2"/>
    <dgm:cxn modelId="{0093466B-5DE3-4F80-B033-5F2492C092EE}" type="presParOf" srcId="{F1C8B3EF-72B1-4492-9A48-93FC1A72C87D}" destId="{D92B9E28-EC85-464E-AB6B-472A1679E560}" srcOrd="4" destOrd="0" presId="urn:microsoft.com/office/officeart/2005/8/layout/vList2"/>
    <dgm:cxn modelId="{47D15081-6629-464D-95CB-0538D406A396}" type="presParOf" srcId="{F1C8B3EF-72B1-4492-9A48-93FC1A72C87D}" destId="{DF0C63CF-C878-417B-89F8-F8DF9A010DC9}" srcOrd="5" destOrd="0" presId="urn:microsoft.com/office/officeart/2005/8/layout/vList2"/>
    <dgm:cxn modelId="{2B39CD44-11A6-4754-9F65-A39A6C05F041}" type="presParOf" srcId="{F1C8B3EF-72B1-4492-9A48-93FC1A72C87D}" destId="{EC9CB515-4F9A-4489-8E6D-AED0968E5DAD}" srcOrd="6" destOrd="0" presId="urn:microsoft.com/office/officeart/2005/8/layout/vList2"/>
    <dgm:cxn modelId="{F12FD305-43E4-407D-837A-14EA404F8067}" type="presParOf" srcId="{F1C8B3EF-72B1-4492-9A48-93FC1A72C87D}" destId="{1B08847F-3B55-438C-92AB-93A9897DDA2C}" srcOrd="7" destOrd="0" presId="urn:microsoft.com/office/officeart/2005/8/layout/vList2"/>
    <dgm:cxn modelId="{E42D346A-06B4-4184-BAC5-FE823A581BC9}" type="presParOf" srcId="{F1C8B3EF-72B1-4492-9A48-93FC1A72C87D}" destId="{3A6A2BBB-EECE-4676-8EB0-F8F1E108A45A}" srcOrd="8" destOrd="0" presId="urn:microsoft.com/office/officeart/2005/8/layout/vList2"/>
  </dgm:cxnLst>
  <dgm:bg/>
  <dgm:whole/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2BA448D-50D6-4129-A51A-7404840AE8A9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fr-CA" dirty="0" smtClean="0">
              <a:solidFill>
                <a:schemeClr val="tx1"/>
              </a:solidFill>
            </a:rPr>
            <a:t>E- Une cardiomyopathie ischémique </a:t>
          </a:r>
          <a:endParaRPr lang="fr-FR" dirty="0">
            <a:solidFill>
              <a:schemeClr val="tx1"/>
            </a:solidFill>
          </a:endParaRPr>
        </a:p>
      </dgm:t>
    </dgm:pt>
    <dgm:pt modelId="{1A232D57-69BC-417E-8DF6-225CAE109CF4}" type="parTrans" cxnId="{E62CBAF8-714D-4B20-A02D-5C1F219CB6D0}">
      <dgm:prSet/>
      <dgm:spPr/>
      <dgm:t>
        <a:bodyPr/>
        <a:lstStyle/>
        <a:p>
          <a:endParaRPr lang="fr-FR"/>
        </a:p>
      </dgm:t>
    </dgm:pt>
    <dgm:pt modelId="{0BFB1B30-3800-4462-845D-6C1F94AB7ACF}" type="sibTrans" cxnId="{E62CBAF8-714D-4B20-A02D-5C1F219CB6D0}">
      <dgm:prSet/>
      <dgm:spPr/>
      <dgm:t>
        <a:bodyPr/>
        <a:lstStyle/>
        <a:p>
          <a:endParaRPr lang="fr-FR"/>
        </a:p>
      </dgm:t>
    </dgm:pt>
    <dgm:pt modelId="{EFF3F4DF-5E1E-4749-AA23-C0314B249148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CA" dirty="0" smtClean="0">
              <a:solidFill>
                <a:schemeClr val="tx1"/>
              </a:solidFill>
            </a:rPr>
            <a:t>A- Le syndrome de la traversée </a:t>
          </a:r>
          <a:r>
            <a:rPr lang="fr-CA" dirty="0" err="1" smtClean="0">
              <a:solidFill>
                <a:schemeClr val="tx1"/>
              </a:solidFill>
            </a:rPr>
            <a:t>cervico</a:t>
          </a:r>
          <a:r>
            <a:rPr lang="fr-CA" dirty="0" smtClean="0">
              <a:solidFill>
                <a:schemeClr val="tx1"/>
              </a:solidFill>
            </a:rPr>
            <a:t>-</a:t>
          </a:r>
          <a:r>
            <a:rPr lang="fr-CA" dirty="0" err="1" smtClean="0">
              <a:solidFill>
                <a:schemeClr val="tx1"/>
              </a:solidFill>
            </a:rPr>
            <a:t>thoraco</a:t>
          </a:r>
          <a:r>
            <a:rPr lang="fr-CA" dirty="0" smtClean="0">
              <a:solidFill>
                <a:schemeClr val="tx1"/>
              </a:solidFill>
            </a:rPr>
            <a:t>-brachiale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3799BFE8-3842-4485-A8F7-FE4808F895AF}" type="parTrans" cxnId="{50200F4B-BCD0-4E18-8713-309E840D4018}">
      <dgm:prSet/>
      <dgm:spPr/>
      <dgm:t>
        <a:bodyPr/>
        <a:lstStyle/>
        <a:p>
          <a:endParaRPr lang="fr-FR"/>
        </a:p>
      </dgm:t>
    </dgm:pt>
    <dgm:pt modelId="{6C80D50C-E2FF-49BD-B406-9CB41CEFEA7F}" type="sibTrans" cxnId="{50200F4B-BCD0-4E18-8713-309E840D4018}">
      <dgm:prSet/>
      <dgm:spPr/>
      <dgm:t>
        <a:bodyPr/>
        <a:lstStyle/>
        <a:p>
          <a:endParaRPr lang="fr-FR"/>
        </a:p>
      </dgm:t>
    </dgm:pt>
    <dgm:pt modelId="{361A2901-5A50-4707-8D97-4B95F24D3A45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B- L’insuffisance </a:t>
          </a:r>
          <a:r>
            <a:rPr lang="fr-CA" dirty="0" err="1" smtClean="0">
              <a:solidFill>
                <a:schemeClr val="tx1"/>
              </a:solidFill>
            </a:rPr>
            <a:t>tricuspidienne</a:t>
          </a:r>
          <a:r>
            <a:rPr lang="fr-CA" dirty="0" smtClean="0">
              <a:solidFill>
                <a:schemeClr val="tx1"/>
              </a:solidFill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B45231A1-488C-4FC5-BB53-A9EB58405B3A}" type="parTrans" cxnId="{21F82F0F-24D9-4A90-A52C-F0A43B117CAC}">
      <dgm:prSet/>
      <dgm:spPr/>
      <dgm:t>
        <a:bodyPr/>
        <a:lstStyle/>
        <a:p>
          <a:endParaRPr lang="fr-FR"/>
        </a:p>
      </dgm:t>
    </dgm:pt>
    <dgm:pt modelId="{B65F8530-56E4-4F17-8127-F2F88ED97C67}" type="sibTrans" cxnId="{21F82F0F-24D9-4A90-A52C-F0A43B117CAC}">
      <dgm:prSet/>
      <dgm:spPr/>
      <dgm:t>
        <a:bodyPr/>
        <a:lstStyle/>
        <a:p>
          <a:endParaRPr lang="fr-FR"/>
        </a:p>
      </dgm:t>
    </dgm:pt>
    <dgm:pt modelId="{B02AF1FB-A85A-43A8-8157-F28384889639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C- Un anévrysme poplité </a:t>
          </a:r>
          <a:endParaRPr lang="fr-FR" dirty="0">
            <a:solidFill>
              <a:schemeClr val="tx1"/>
            </a:solidFill>
          </a:endParaRPr>
        </a:p>
      </dgm:t>
    </dgm:pt>
    <dgm:pt modelId="{B6632A4A-C1CD-4119-AF47-8A9A6F4AB799}" type="parTrans" cxnId="{934DFD97-1561-43BE-9A5C-DE91CE688E3D}">
      <dgm:prSet/>
      <dgm:spPr/>
      <dgm:t>
        <a:bodyPr/>
        <a:lstStyle/>
        <a:p>
          <a:endParaRPr lang="fr-FR"/>
        </a:p>
      </dgm:t>
    </dgm:pt>
    <dgm:pt modelId="{73961DD2-0D9E-49D8-A599-9861F7345B43}" type="sibTrans" cxnId="{934DFD97-1561-43BE-9A5C-DE91CE688E3D}">
      <dgm:prSet/>
      <dgm:spPr/>
      <dgm:t>
        <a:bodyPr/>
        <a:lstStyle/>
        <a:p>
          <a:endParaRPr lang="fr-FR"/>
        </a:p>
      </dgm:t>
    </dgm:pt>
    <dgm:pt modelId="{4776ED47-1946-448F-A36A-0529DADFCBD3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D- L’injection d’héroïne chez les toxicomanes </a:t>
          </a:r>
          <a:endParaRPr lang="fr-FR" dirty="0">
            <a:solidFill>
              <a:schemeClr val="tx1"/>
            </a:solidFill>
          </a:endParaRPr>
        </a:p>
      </dgm:t>
    </dgm:pt>
    <dgm:pt modelId="{D58FB906-C4E8-48B5-9F92-78AF127503A2}" type="parTrans" cxnId="{04E1EC71-62E9-48AD-8FA1-77CF7B174D1B}">
      <dgm:prSet/>
      <dgm:spPr/>
      <dgm:t>
        <a:bodyPr/>
        <a:lstStyle/>
        <a:p>
          <a:endParaRPr lang="fr-FR"/>
        </a:p>
      </dgm:t>
    </dgm:pt>
    <dgm:pt modelId="{4B431003-89FA-458F-ACBC-20100E68DF43}" type="sibTrans" cxnId="{04E1EC71-62E9-48AD-8FA1-77CF7B174D1B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D976275-C8A0-4495-A590-0B1BCCE2731E}" type="pres">
      <dgm:prSet presAssocID="{EFF3F4DF-5E1E-4749-AA23-C0314B24914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3FD0BAC-948F-43CE-85B6-A1A420B9AE8F}" type="pres">
      <dgm:prSet presAssocID="{6C80D50C-E2FF-49BD-B406-9CB41CEFEA7F}" presName="spacer" presStyleCnt="0"/>
      <dgm:spPr/>
    </dgm:pt>
    <dgm:pt modelId="{BBB64221-CA08-4A80-83DF-ED56D2794ADC}" type="pres">
      <dgm:prSet presAssocID="{361A2901-5A50-4707-8D97-4B95F24D3A45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6C8E230-83A2-4C61-BBC7-2D709F408842}" type="pres">
      <dgm:prSet presAssocID="{B65F8530-56E4-4F17-8127-F2F88ED97C67}" presName="spacer" presStyleCnt="0"/>
      <dgm:spPr/>
    </dgm:pt>
    <dgm:pt modelId="{D92B9E28-EC85-464E-AB6B-472A1679E560}" type="pres">
      <dgm:prSet presAssocID="{B02AF1FB-A85A-43A8-8157-F2838488963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F0C63CF-C878-417B-89F8-F8DF9A010DC9}" type="pres">
      <dgm:prSet presAssocID="{73961DD2-0D9E-49D8-A599-9861F7345B43}" presName="spacer" presStyleCnt="0"/>
      <dgm:spPr/>
    </dgm:pt>
    <dgm:pt modelId="{EC9CB515-4F9A-4489-8E6D-AED0968E5DAD}" type="pres">
      <dgm:prSet presAssocID="{4776ED47-1946-448F-A36A-0529DADFCBD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B08847F-3B55-438C-92AB-93A9897DDA2C}" type="pres">
      <dgm:prSet presAssocID="{4B431003-89FA-458F-ACBC-20100E68DF43}" presName="spacer" presStyleCnt="0"/>
      <dgm:spPr/>
    </dgm:pt>
    <dgm:pt modelId="{3A6A2BBB-EECE-4676-8EB0-F8F1E108A45A}" type="pres">
      <dgm:prSet presAssocID="{C2BA448D-50D6-4129-A51A-7404840AE8A9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4B54C327-350D-4F52-B073-5DB1BCFFD4B0}" type="presOf" srcId="{4776ED47-1946-448F-A36A-0529DADFCBD3}" destId="{EC9CB515-4F9A-4489-8E6D-AED0968E5DAD}" srcOrd="0" destOrd="0" presId="urn:microsoft.com/office/officeart/2005/8/layout/vList2"/>
    <dgm:cxn modelId="{934DFD97-1561-43BE-9A5C-DE91CE688E3D}" srcId="{F758A695-F9F3-4BC9-9690-484C0F73DB2D}" destId="{B02AF1FB-A85A-43A8-8157-F28384889639}" srcOrd="2" destOrd="0" parTransId="{B6632A4A-C1CD-4119-AF47-8A9A6F4AB799}" sibTransId="{73961DD2-0D9E-49D8-A599-9861F7345B43}"/>
    <dgm:cxn modelId="{E62CBAF8-714D-4B20-A02D-5C1F219CB6D0}" srcId="{F758A695-F9F3-4BC9-9690-484C0F73DB2D}" destId="{C2BA448D-50D6-4129-A51A-7404840AE8A9}" srcOrd="4" destOrd="0" parTransId="{1A232D57-69BC-417E-8DF6-225CAE109CF4}" sibTransId="{0BFB1B30-3800-4462-845D-6C1F94AB7ACF}"/>
    <dgm:cxn modelId="{93613921-520D-4741-B94A-4092BBB6D498}" type="presOf" srcId="{B02AF1FB-A85A-43A8-8157-F28384889639}" destId="{D92B9E28-EC85-464E-AB6B-472A1679E560}" srcOrd="0" destOrd="0" presId="urn:microsoft.com/office/officeart/2005/8/layout/vList2"/>
    <dgm:cxn modelId="{04E1EC71-62E9-48AD-8FA1-77CF7B174D1B}" srcId="{F758A695-F9F3-4BC9-9690-484C0F73DB2D}" destId="{4776ED47-1946-448F-A36A-0529DADFCBD3}" srcOrd="3" destOrd="0" parTransId="{D58FB906-C4E8-48B5-9F92-78AF127503A2}" sibTransId="{4B431003-89FA-458F-ACBC-20100E68DF43}"/>
    <dgm:cxn modelId="{ED2C129C-F478-415C-9069-7B0782496802}" type="presOf" srcId="{F758A695-F9F3-4BC9-9690-484C0F73DB2D}" destId="{F1C8B3EF-72B1-4492-9A48-93FC1A72C87D}" srcOrd="0" destOrd="0" presId="urn:microsoft.com/office/officeart/2005/8/layout/vList2"/>
    <dgm:cxn modelId="{21F82F0F-24D9-4A90-A52C-F0A43B117CAC}" srcId="{F758A695-F9F3-4BC9-9690-484C0F73DB2D}" destId="{361A2901-5A50-4707-8D97-4B95F24D3A45}" srcOrd="1" destOrd="0" parTransId="{B45231A1-488C-4FC5-BB53-A9EB58405B3A}" sibTransId="{B65F8530-56E4-4F17-8127-F2F88ED97C67}"/>
    <dgm:cxn modelId="{50200F4B-BCD0-4E18-8713-309E840D4018}" srcId="{F758A695-F9F3-4BC9-9690-484C0F73DB2D}" destId="{EFF3F4DF-5E1E-4749-AA23-C0314B249148}" srcOrd="0" destOrd="0" parTransId="{3799BFE8-3842-4485-A8F7-FE4808F895AF}" sibTransId="{6C80D50C-E2FF-49BD-B406-9CB41CEFEA7F}"/>
    <dgm:cxn modelId="{1166E83C-71AF-413F-B053-57D73B4AD403}" type="presOf" srcId="{C2BA448D-50D6-4129-A51A-7404840AE8A9}" destId="{3A6A2BBB-EECE-4676-8EB0-F8F1E108A45A}" srcOrd="0" destOrd="0" presId="urn:microsoft.com/office/officeart/2005/8/layout/vList2"/>
    <dgm:cxn modelId="{941F61A9-42AF-4F06-B8F0-5AF428A37DBE}" type="presOf" srcId="{361A2901-5A50-4707-8D97-4B95F24D3A45}" destId="{BBB64221-CA08-4A80-83DF-ED56D2794ADC}" srcOrd="0" destOrd="0" presId="urn:microsoft.com/office/officeart/2005/8/layout/vList2"/>
    <dgm:cxn modelId="{F947C9B0-2F4A-466E-897E-57E365FE1CED}" type="presOf" srcId="{EFF3F4DF-5E1E-4749-AA23-C0314B249148}" destId="{BD976275-C8A0-4495-A590-0B1BCCE2731E}" srcOrd="0" destOrd="0" presId="urn:microsoft.com/office/officeart/2005/8/layout/vList2"/>
    <dgm:cxn modelId="{EFDBF669-36BD-4DB9-A3F6-BA2ED49DF6F3}" type="presParOf" srcId="{F1C8B3EF-72B1-4492-9A48-93FC1A72C87D}" destId="{BD976275-C8A0-4495-A590-0B1BCCE2731E}" srcOrd="0" destOrd="0" presId="urn:microsoft.com/office/officeart/2005/8/layout/vList2"/>
    <dgm:cxn modelId="{8E0EEF40-8D0B-453B-B0D6-E3B9ACD88AB7}" type="presParOf" srcId="{F1C8B3EF-72B1-4492-9A48-93FC1A72C87D}" destId="{73FD0BAC-948F-43CE-85B6-A1A420B9AE8F}" srcOrd="1" destOrd="0" presId="urn:microsoft.com/office/officeart/2005/8/layout/vList2"/>
    <dgm:cxn modelId="{C853831E-0EA7-4EDE-ABF6-891BD7E291F8}" type="presParOf" srcId="{F1C8B3EF-72B1-4492-9A48-93FC1A72C87D}" destId="{BBB64221-CA08-4A80-83DF-ED56D2794ADC}" srcOrd="2" destOrd="0" presId="urn:microsoft.com/office/officeart/2005/8/layout/vList2"/>
    <dgm:cxn modelId="{D2555B15-A586-4C59-9331-1C93A37FB6F3}" type="presParOf" srcId="{F1C8B3EF-72B1-4492-9A48-93FC1A72C87D}" destId="{C6C8E230-83A2-4C61-BBC7-2D709F408842}" srcOrd="3" destOrd="0" presId="urn:microsoft.com/office/officeart/2005/8/layout/vList2"/>
    <dgm:cxn modelId="{ED1239E5-1BAD-448A-B59F-188CF783F7A4}" type="presParOf" srcId="{F1C8B3EF-72B1-4492-9A48-93FC1A72C87D}" destId="{D92B9E28-EC85-464E-AB6B-472A1679E560}" srcOrd="4" destOrd="0" presId="urn:microsoft.com/office/officeart/2005/8/layout/vList2"/>
    <dgm:cxn modelId="{BBECC52F-E1A8-4F10-AF2F-AD6DDACDA3DB}" type="presParOf" srcId="{F1C8B3EF-72B1-4492-9A48-93FC1A72C87D}" destId="{DF0C63CF-C878-417B-89F8-F8DF9A010DC9}" srcOrd="5" destOrd="0" presId="urn:microsoft.com/office/officeart/2005/8/layout/vList2"/>
    <dgm:cxn modelId="{E050573C-105D-446D-B24B-75294081BE3A}" type="presParOf" srcId="{F1C8B3EF-72B1-4492-9A48-93FC1A72C87D}" destId="{EC9CB515-4F9A-4489-8E6D-AED0968E5DAD}" srcOrd="6" destOrd="0" presId="urn:microsoft.com/office/officeart/2005/8/layout/vList2"/>
    <dgm:cxn modelId="{AB0D40B6-341C-4274-B5F5-8BBDAF6C1A72}" type="presParOf" srcId="{F1C8B3EF-72B1-4492-9A48-93FC1A72C87D}" destId="{1B08847F-3B55-438C-92AB-93A9897DDA2C}" srcOrd="7" destOrd="0" presId="urn:microsoft.com/office/officeart/2005/8/layout/vList2"/>
    <dgm:cxn modelId="{E0C98479-ED3B-45E3-976E-A8A2BF87B704}" type="presParOf" srcId="{F1C8B3EF-72B1-4492-9A48-93FC1A72C87D}" destId="{3A6A2BBB-EECE-4676-8EB0-F8F1E108A45A}" srcOrd="8" destOrd="0" presId="urn:microsoft.com/office/officeart/2005/8/layout/vList2"/>
  </dgm:cxnLst>
  <dgm:bg/>
  <dgm:whole/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77DE04D-125E-4AC8-9947-9120641644CD}" type="doc">
      <dgm:prSet loTypeId="urn:microsoft.com/office/officeart/2005/8/layout/hierarchy2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47871401-B4B9-4DD8-9333-CA1714756DE0}">
      <dgm:prSet phldrT="[Texte]" phldr="0"/>
      <dgm:spPr>
        <a:solidFill>
          <a:schemeClr val="accent3">
            <a:hueOff val="0"/>
            <a:satOff val="0"/>
            <a:lumOff val="0"/>
          </a:schemeClr>
        </a:solidFill>
      </dgm:spPr>
      <dgm:t>
        <a:bodyPr/>
        <a:lstStyle/>
        <a:p>
          <a:pPr rtl="0"/>
          <a:r>
            <a:rPr lang="fr-FR" b="1" dirty="0">
              <a:latin typeface="Calibri Light" panose="020F0302020204030204"/>
            </a:rPr>
            <a:t> Quatre mécanismes</a:t>
          </a:r>
          <a:endParaRPr lang="fr-FR" b="1" dirty="0"/>
        </a:p>
      </dgm:t>
    </dgm:pt>
    <dgm:pt modelId="{B677485E-0DD6-447F-B962-EBF0697716FE}" type="parTrans" cxnId="{8CDC88B0-8F94-4691-B6C3-1626FFE61123}">
      <dgm:prSet/>
      <dgm:spPr/>
      <dgm:t>
        <a:bodyPr/>
        <a:lstStyle/>
        <a:p>
          <a:endParaRPr lang="fr-FR"/>
        </a:p>
      </dgm:t>
    </dgm:pt>
    <dgm:pt modelId="{C0CC70A7-61A1-46CB-93E6-76686E390B50}" type="sibTrans" cxnId="{8CDC88B0-8F94-4691-B6C3-1626FFE61123}">
      <dgm:prSet/>
      <dgm:spPr/>
      <dgm:t>
        <a:bodyPr/>
        <a:lstStyle/>
        <a:p>
          <a:endParaRPr lang="fr-FR"/>
        </a:p>
      </dgm:t>
    </dgm:pt>
    <dgm:pt modelId="{A281CF30-739A-491E-9133-B5A6BEDDA858}">
      <dgm:prSet phldrT="[Texte]" phldr="0"/>
      <dgm:spPr/>
      <dgm:t>
        <a:bodyPr/>
        <a:lstStyle/>
        <a:p>
          <a:r>
            <a:rPr lang="fr-FR">
              <a:latin typeface="Calibri Light" panose="020F0302020204030204"/>
            </a:rPr>
            <a:t>Embolie</a:t>
          </a:r>
          <a:endParaRPr lang="fr-FR"/>
        </a:p>
      </dgm:t>
    </dgm:pt>
    <dgm:pt modelId="{DC419ACF-62C5-4E22-88DA-29134B0E698B}" type="parTrans" cxnId="{7C687F69-B438-4938-9596-A4B3E37197B5}">
      <dgm:prSet/>
      <dgm:spPr/>
      <dgm:t>
        <a:bodyPr/>
        <a:lstStyle/>
        <a:p>
          <a:endParaRPr lang="fr-FR"/>
        </a:p>
      </dgm:t>
    </dgm:pt>
    <dgm:pt modelId="{D9227AC2-612E-4E91-AE57-57A6271623F7}" type="sibTrans" cxnId="{7C687F69-B438-4938-9596-A4B3E37197B5}">
      <dgm:prSet/>
      <dgm:spPr/>
      <dgm:t>
        <a:bodyPr/>
        <a:lstStyle/>
        <a:p>
          <a:endParaRPr lang="fr-FR"/>
        </a:p>
      </dgm:t>
    </dgm:pt>
    <dgm:pt modelId="{5F0A2DBF-8101-4752-B6F5-31159021FEFE}">
      <dgm:prSet phldrT="[Texte]" phldr="0"/>
      <dgm:spPr/>
      <dgm:t>
        <a:bodyPr/>
        <a:lstStyle/>
        <a:p>
          <a:r>
            <a:rPr lang="fr-FR">
              <a:latin typeface="Calibri Light" panose="020F0302020204030204"/>
            </a:rPr>
            <a:t>Thrombose</a:t>
          </a:r>
          <a:endParaRPr lang="fr-FR"/>
        </a:p>
      </dgm:t>
    </dgm:pt>
    <dgm:pt modelId="{21C8B37D-F576-460C-BA63-159F28F1CA77}" type="parTrans" cxnId="{74B669F6-899F-419B-A1CE-9AA30170D8D1}">
      <dgm:prSet/>
      <dgm:spPr/>
      <dgm:t>
        <a:bodyPr/>
        <a:lstStyle/>
        <a:p>
          <a:endParaRPr lang="fr-FR"/>
        </a:p>
      </dgm:t>
    </dgm:pt>
    <dgm:pt modelId="{D137EBF9-888B-4CFB-85CE-05C880B66CDB}" type="sibTrans" cxnId="{74B669F6-899F-419B-A1CE-9AA30170D8D1}">
      <dgm:prSet/>
      <dgm:spPr/>
      <dgm:t>
        <a:bodyPr/>
        <a:lstStyle/>
        <a:p>
          <a:endParaRPr lang="fr-FR"/>
        </a:p>
      </dgm:t>
    </dgm:pt>
    <dgm:pt modelId="{2A2ACC42-14FA-4F15-8AA0-675A1B857D48}">
      <dgm:prSet phldrT="[Texte]" phldr="0"/>
      <dgm:spPr/>
      <dgm:t>
        <a:bodyPr/>
        <a:lstStyle/>
        <a:p>
          <a:pPr rtl="0"/>
          <a:r>
            <a:rPr lang="fr-FR">
              <a:latin typeface="Calibri Light" panose="020F0302020204030204"/>
            </a:rPr>
            <a:t>Traumatisme artériel</a:t>
          </a:r>
          <a:endParaRPr lang="fr-FR"/>
        </a:p>
      </dgm:t>
    </dgm:pt>
    <dgm:pt modelId="{C5A8DF3F-3182-4E75-A3D0-7E05C72A6E28}" type="parTrans" cxnId="{3192E6FD-F347-4DDB-9AF5-CE51B9FC7AB1}">
      <dgm:prSet/>
      <dgm:spPr/>
      <dgm:t>
        <a:bodyPr/>
        <a:lstStyle/>
        <a:p>
          <a:endParaRPr lang="fr-FR"/>
        </a:p>
      </dgm:t>
    </dgm:pt>
    <dgm:pt modelId="{7EE8DE7F-3CF3-4EA5-92DD-C48EB0563265}" type="sibTrans" cxnId="{3192E6FD-F347-4DDB-9AF5-CE51B9FC7AB1}">
      <dgm:prSet/>
      <dgm:spPr/>
      <dgm:t>
        <a:bodyPr/>
        <a:lstStyle/>
        <a:p>
          <a:endParaRPr lang="fr-FR"/>
        </a:p>
      </dgm:t>
    </dgm:pt>
    <dgm:pt modelId="{ACD234F4-34A8-47B9-AC0D-AAF13604BB46}">
      <dgm:prSet phldrT="[Texte]" phldr="0"/>
      <dgm:spPr/>
      <dgm:t>
        <a:bodyPr/>
        <a:lstStyle/>
        <a:p>
          <a:pPr rtl="0"/>
          <a:r>
            <a:rPr lang="fr-FR">
              <a:latin typeface="Calibri Light" panose="020F0302020204030204"/>
            </a:rPr>
            <a:t>Dissection aigue de l'aorte</a:t>
          </a:r>
          <a:endParaRPr lang="fr-FR"/>
        </a:p>
      </dgm:t>
    </dgm:pt>
    <dgm:pt modelId="{D059A102-FAD3-4EBB-B016-CA4E31531C31}" type="parTrans" cxnId="{9D9DC36F-BF4E-4634-88B1-36D1ECFE50F4}">
      <dgm:prSet/>
      <dgm:spPr/>
      <dgm:t>
        <a:bodyPr/>
        <a:lstStyle/>
        <a:p>
          <a:endParaRPr lang="fr-FR"/>
        </a:p>
      </dgm:t>
    </dgm:pt>
    <dgm:pt modelId="{D49BD7B7-67DF-49A8-AD46-4EE251229777}" type="sibTrans" cxnId="{9D9DC36F-BF4E-4634-88B1-36D1ECFE50F4}">
      <dgm:prSet/>
      <dgm:spPr/>
      <dgm:t>
        <a:bodyPr/>
        <a:lstStyle/>
        <a:p>
          <a:endParaRPr lang="fr-FR"/>
        </a:p>
      </dgm:t>
    </dgm:pt>
    <dgm:pt modelId="{26D03AC0-2BE6-42A2-BEC4-AA38380B0B9B}" type="pres">
      <dgm:prSet presAssocID="{477DE04D-125E-4AC8-9947-9120641644C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63463FD-2245-42A2-920C-31579844B408}" type="pres">
      <dgm:prSet presAssocID="{47871401-B4B9-4DD8-9333-CA1714756DE0}" presName="root1" presStyleCnt="0"/>
      <dgm:spPr/>
    </dgm:pt>
    <dgm:pt modelId="{F9A887D2-B86B-4961-BA63-646A3ED75DFD}" type="pres">
      <dgm:prSet presAssocID="{47871401-B4B9-4DD8-9333-CA1714756DE0}" presName="LevelOneTextNode" presStyleLbl="node0" presStyleIdx="0" presStyleCnt="1" custScaleX="30839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A59ECB4-2A18-4DE4-AE60-0DB65FE6EFB0}" type="pres">
      <dgm:prSet presAssocID="{47871401-B4B9-4DD8-9333-CA1714756DE0}" presName="level2hierChild" presStyleCnt="0"/>
      <dgm:spPr/>
    </dgm:pt>
    <dgm:pt modelId="{8D04584D-42E5-4ACE-9347-048EE1DC04F2}" type="pres">
      <dgm:prSet presAssocID="{DC419ACF-62C5-4E22-88DA-29134B0E698B}" presName="conn2-1" presStyleLbl="parChTrans1D2" presStyleIdx="0" presStyleCnt="4"/>
      <dgm:spPr/>
      <dgm:t>
        <a:bodyPr/>
        <a:lstStyle/>
        <a:p>
          <a:endParaRPr lang="fr-FR"/>
        </a:p>
      </dgm:t>
    </dgm:pt>
    <dgm:pt modelId="{76C34A52-84B8-4301-A196-36250FF31E58}" type="pres">
      <dgm:prSet presAssocID="{DC419ACF-62C5-4E22-88DA-29134B0E698B}" presName="connTx" presStyleLbl="parChTrans1D2" presStyleIdx="0" presStyleCnt="4"/>
      <dgm:spPr/>
      <dgm:t>
        <a:bodyPr/>
        <a:lstStyle/>
        <a:p>
          <a:endParaRPr lang="fr-FR"/>
        </a:p>
      </dgm:t>
    </dgm:pt>
    <dgm:pt modelId="{2FDAAE04-1676-4E33-8057-4E602376F602}" type="pres">
      <dgm:prSet presAssocID="{A281CF30-739A-491E-9133-B5A6BEDDA858}" presName="root2" presStyleCnt="0"/>
      <dgm:spPr/>
    </dgm:pt>
    <dgm:pt modelId="{B2ED4E5E-FDE0-4B3E-B00E-DAB4863888D3}" type="pres">
      <dgm:prSet presAssocID="{A281CF30-739A-491E-9133-B5A6BEDDA858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FD0C95A0-3102-4D35-AFB9-91935AFE1523}" type="pres">
      <dgm:prSet presAssocID="{A281CF30-739A-491E-9133-B5A6BEDDA858}" presName="level3hierChild" presStyleCnt="0"/>
      <dgm:spPr/>
    </dgm:pt>
    <dgm:pt modelId="{1CC27915-DAD7-4E14-BB2C-E0DECFD8F68D}" type="pres">
      <dgm:prSet presAssocID="{21C8B37D-F576-460C-BA63-159F28F1CA77}" presName="conn2-1" presStyleLbl="parChTrans1D2" presStyleIdx="1" presStyleCnt="4"/>
      <dgm:spPr/>
      <dgm:t>
        <a:bodyPr/>
        <a:lstStyle/>
        <a:p>
          <a:endParaRPr lang="fr-FR"/>
        </a:p>
      </dgm:t>
    </dgm:pt>
    <dgm:pt modelId="{C4A1EA0F-5EFF-4B12-9EB0-577CB1065397}" type="pres">
      <dgm:prSet presAssocID="{21C8B37D-F576-460C-BA63-159F28F1CA77}" presName="connTx" presStyleLbl="parChTrans1D2" presStyleIdx="1" presStyleCnt="4"/>
      <dgm:spPr/>
      <dgm:t>
        <a:bodyPr/>
        <a:lstStyle/>
        <a:p>
          <a:endParaRPr lang="fr-FR"/>
        </a:p>
      </dgm:t>
    </dgm:pt>
    <dgm:pt modelId="{1E7D54FD-2FCA-46A0-90D1-49748221DE22}" type="pres">
      <dgm:prSet presAssocID="{5F0A2DBF-8101-4752-B6F5-31159021FEFE}" presName="root2" presStyleCnt="0"/>
      <dgm:spPr/>
    </dgm:pt>
    <dgm:pt modelId="{3B4F8383-DAAB-4175-AA4E-DD985D50D912}" type="pres">
      <dgm:prSet presAssocID="{5F0A2DBF-8101-4752-B6F5-31159021FEFE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A1EDC3CC-C3C0-41AC-99DB-945BD7221A8A}" type="pres">
      <dgm:prSet presAssocID="{5F0A2DBF-8101-4752-B6F5-31159021FEFE}" presName="level3hierChild" presStyleCnt="0"/>
      <dgm:spPr/>
    </dgm:pt>
    <dgm:pt modelId="{10047715-5C21-4013-A599-ED3742C4FF22}" type="pres">
      <dgm:prSet presAssocID="{C5A8DF3F-3182-4E75-A3D0-7E05C72A6E28}" presName="conn2-1" presStyleLbl="parChTrans1D2" presStyleIdx="2" presStyleCnt="4"/>
      <dgm:spPr/>
      <dgm:t>
        <a:bodyPr/>
        <a:lstStyle/>
        <a:p>
          <a:endParaRPr lang="fr-FR"/>
        </a:p>
      </dgm:t>
    </dgm:pt>
    <dgm:pt modelId="{38D23A4A-05FC-42DD-B69B-71A681DC5C1C}" type="pres">
      <dgm:prSet presAssocID="{C5A8DF3F-3182-4E75-A3D0-7E05C72A6E28}" presName="connTx" presStyleLbl="parChTrans1D2" presStyleIdx="2" presStyleCnt="4"/>
      <dgm:spPr/>
      <dgm:t>
        <a:bodyPr/>
        <a:lstStyle/>
        <a:p>
          <a:endParaRPr lang="fr-FR"/>
        </a:p>
      </dgm:t>
    </dgm:pt>
    <dgm:pt modelId="{9C3AC7C5-8D26-45E2-92ED-D7E4FFFFDF10}" type="pres">
      <dgm:prSet presAssocID="{2A2ACC42-14FA-4F15-8AA0-675A1B857D48}" presName="root2" presStyleCnt="0"/>
      <dgm:spPr/>
    </dgm:pt>
    <dgm:pt modelId="{B7E03D56-DE8A-4F6C-BDE2-C7BC8EB9371F}" type="pres">
      <dgm:prSet presAssocID="{2A2ACC42-14FA-4F15-8AA0-675A1B857D48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E094A24-0536-453D-90D8-894F5E69162A}" type="pres">
      <dgm:prSet presAssocID="{2A2ACC42-14FA-4F15-8AA0-675A1B857D48}" presName="level3hierChild" presStyleCnt="0"/>
      <dgm:spPr/>
    </dgm:pt>
    <dgm:pt modelId="{05F1F32A-58A7-42D7-B00F-6F7C5872BDF2}" type="pres">
      <dgm:prSet presAssocID="{D059A102-FAD3-4EBB-B016-CA4E31531C31}" presName="conn2-1" presStyleLbl="parChTrans1D2" presStyleIdx="3" presStyleCnt="4"/>
      <dgm:spPr/>
      <dgm:t>
        <a:bodyPr/>
        <a:lstStyle/>
        <a:p>
          <a:endParaRPr lang="fr-FR"/>
        </a:p>
      </dgm:t>
    </dgm:pt>
    <dgm:pt modelId="{F1F019B3-71F3-4EB4-9269-2F4023079C33}" type="pres">
      <dgm:prSet presAssocID="{D059A102-FAD3-4EBB-B016-CA4E31531C31}" presName="connTx" presStyleLbl="parChTrans1D2" presStyleIdx="3" presStyleCnt="4"/>
      <dgm:spPr/>
      <dgm:t>
        <a:bodyPr/>
        <a:lstStyle/>
        <a:p>
          <a:endParaRPr lang="fr-FR"/>
        </a:p>
      </dgm:t>
    </dgm:pt>
    <dgm:pt modelId="{564D469D-1FD4-4FAD-92FD-4DAB15638CA9}" type="pres">
      <dgm:prSet presAssocID="{ACD234F4-34A8-47B9-AC0D-AAF13604BB46}" presName="root2" presStyleCnt="0"/>
      <dgm:spPr/>
    </dgm:pt>
    <dgm:pt modelId="{47858EBB-CC71-4C67-B879-CFA4EDC4CF71}" type="pres">
      <dgm:prSet presAssocID="{ACD234F4-34A8-47B9-AC0D-AAF13604BB46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35C05546-FF33-4F15-97E9-BBEAF847AF9D}" type="pres">
      <dgm:prSet presAssocID="{ACD234F4-34A8-47B9-AC0D-AAF13604BB46}" presName="level3hierChild" presStyleCnt="0"/>
      <dgm:spPr/>
    </dgm:pt>
  </dgm:ptLst>
  <dgm:cxnLst>
    <dgm:cxn modelId="{9A92BF42-D850-40C9-92A3-648E6EEAFC69}" type="presOf" srcId="{A281CF30-739A-491E-9133-B5A6BEDDA858}" destId="{B2ED4E5E-FDE0-4B3E-B00E-DAB4863888D3}" srcOrd="0" destOrd="0" presId="urn:microsoft.com/office/officeart/2005/8/layout/hierarchy2"/>
    <dgm:cxn modelId="{767BA20E-5AD7-446A-A274-7102F81169C0}" type="presOf" srcId="{21C8B37D-F576-460C-BA63-159F28F1CA77}" destId="{C4A1EA0F-5EFF-4B12-9EB0-577CB1065397}" srcOrd="1" destOrd="0" presId="urn:microsoft.com/office/officeart/2005/8/layout/hierarchy2"/>
    <dgm:cxn modelId="{6ECBBAD0-0C98-420B-9059-9834BE446E14}" type="presOf" srcId="{5F0A2DBF-8101-4752-B6F5-31159021FEFE}" destId="{3B4F8383-DAAB-4175-AA4E-DD985D50D912}" srcOrd="0" destOrd="0" presId="urn:microsoft.com/office/officeart/2005/8/layout/hierarchy2"/>
    <dgm:cxn modelId="{3192E6FD-F347-4DDB-9AF5-CE51B9FC7AB1}" srcId="{47871401-B4B9-4DD8-9333-CA1714756DE0}" destId="{2A2ACC42-14FA-4F15-8AA0-675A1B857D48}" srcOrd="2" destOrd="0" parTransId="{C5A8DF3F-3182-4E75-A3D0-7E05C72A6E28}" sibTransId="{7EE8DE7F-3CF3-4EA5-92DD-C48EB0563265}"/>
    <dgm:cxn modelId="{83D4000C-5671-4772-BA6A-7C707E2F6661}" type="presOf" srcId="{2A2ACC42-14FA-4F15-8AA0-675A1B857D48}" destId="{B7E03D56-DE8A-4F6C-BDE2-C7BC8EB9371F}" srcOrd="0" destOrd="0" presId="urn:microsoft.com/office/officeart/2005/8/layout/hierarchy2"/>
    <dgm:cxn modelId="{52C55796-F217-4951-84EC-C09C70B8D1F1}" type="presOf" srcId="{C5A8DF3F-3182-4E75-A3D0-7E05C72A6E28}" destId="{38D23A4A-05FC-42DD-B69B-71A681DC5C1C}" srcOrd="1" destOrd="0" presId="urn:microsoft.com/office/officeart/2005/8/layout/hierarchy2"/>
    <dgm:cxn modelId="{54190ADA-C472-4AD0-99D3-3B2430EF2842}" type="presOf" srcId="{D059A102-FAD3-4EBB-B016-CA4E31531C31}" destId="{05F1F32A-58A7-42D7-B00F-6F7C5872BDF2}" srcOrd="0" destOrd="0" presId="urn:microsoft.com/office/officeart/2005/8/layout/hierarchy2"/>
    <dgm:cxn modelId="{1AEA45F8-1F3F-4DC9-A157-3912C224611F}" type="presOf" srcId="{47871401-B4B9-4DD8-9333-CA1714756DE0}" destId="{F9A887D2-B86B-4961-BA63-646A3ED75DFD}" srcOrd="0" destOrd="0" presId="urn:microsoft.com/office/officeart/2005/8/layout/hierarchy2"/>
    <dgm:cxn modelId="{7C687F69-B438-4938-9596-A4B3E37197B5}" srcId="{47871401-B4B9-4DD8-9333-CA1714756DE0}" destId="{A281CF30-739A-491E-9133-B5A6BEDDA858}" srcOrd="0" destOrd="0" parTransId="{DC419ACF-62C5-4E22-88DA-29134B0E698B}" sibTransId="{D9227AC2-612E-4E91-AE57-57A6271623F7}"/>
    <dgm:cxn modelId="{74B669F6-899F-419B-A1CE-9AA30170D8D1}" srcId="{47871401-B4B9-4DD8-9333-CA1714756DE0}" destId="{5F0A2DBF-8101-4752-B6F5-31159021FEFE}" srcOrd="1" destOrd="0" parTransId="{21C8B37D-F576-460C-BA63-159F28F1CA77}" sibTransId="{D137EBF9-888B-4CFB-85CE-05C880B66CDB}"/>
    <dgm:cxn modelId="{9D9DC36F-BF4E-4634-88B1-36D1ECFE50F4}" srcId="{47871401-B4B9-4DD8-9333-CA1714756DE0}" destId="{ACD234F4-34A8-47B9-AC0D-AAF13604BB46}" srcOrd="3" destOrd="0" parTransId="{D059A102-FAD3-4EBB-B016-CA4E31531C31}" sibTransId="{D49BD7B7-67DF-49A8-AD46-4EE251229777}"/>
    <dgm:cxn modelId="{79A58A8F-0B3A-458C-925D-0444AA17466B}" type="presOf" srcId="{477DE04D-125E-4AC8-9947-9120641644CD}" destId="{26D03AC0-2BE6-42A2-BEC4-AA38380B0B9B}" srcOrd="0" destOrd="0" presId="urn:microsoft.com/office/officeart/2005/8/layout/hierarchy2"/>
    <dgm:cxn modelId="{8CDC88B0-8F94-4691-B6C3-1626FFE61123}" srcId="{477DE04D-125E-4AC8-9947-9120641644CD}" destId="{47871401-B4B9-4DD8-9333-CA1714756DE0}" srcOrd="0" destOrd="0" parTransId="{B677485E-0DD6-447F-B962-EBF0697716FE}" sibTransId="{C0CC70A7-61A1-46CB-93E6-76686E390B50}"/>
    <dgm:cxn modelId="{478ACD57-B583-4305-A4EA-9155CA0778E8}" type="presOf" srcId="{D059A102-FAD3-4EBB-B016-CA4E31531C31}" destId="{F1F019B3-71F3-4EB4-9269-2F4023079C33}" srcOrd="1" destOrd="0" presId="urn:microsoft.com/office/officeart/2005/8/layout/hierarchy2"/>
    <dgm:cxn modelId="{955A178D-BE90-462F-B225-F3CD50B80EA7}" type="presOf" srcId="{DC419ACF-62C5-4E22-88DA-29134B0E698B}" destId="{76C34A52-84B8-4301-A196-36250FF31E58}" srcOrd="1" destOrd="0" presId="urn:microsoft.com/office/officeart/2005/8/layout/hierarchy2"/>
    <dgm:cxn modelId="{031C959D-42FC-4C44-8C3C-3931C2EA21CE}" type="presOf" srcId="{C5A8DF3F-3182-4E75-A3D0-7E05C72A6E28}" destId="{10047715-5C21-4013-A599-ED3742C4FF22}" srcOrd="0" destOrd="0" presId="urn:microsoft.com/office/officeart/2005/8/layout/hierarchy2"/>
    <dgm:cxn modelId="{DACD49E7-161E-48BE-9939-E18799F2AA64}" type="presOf" srcId="{21C8B37D-F576-460C-BA63-159F28F1CA77}" destId="{1CC27915-DAD7-4E14-BB2C-E0DECFD8F68D}" srcOrd="0" destOrd="0" presId="urn:microsoft.com/office/officeart/2005/8/layout/hierarchy2"/>
    <dgm:cxn modelId="{8A260B64-7CA3-4DDC-A7F5-FACF1F422A01}" type="presOf" srcId="{DC419ACF-62C5-4E22-88DA-29134B0E698B}" destId="{8D04584D-42E5-4ACE-9347-048EE1DC04F2}" srcOrd="0" destOrd="0" presId="urn:microsoft.com/office/officeart/2005/8/layout/hierarchy2"/>
    <dgm:cxn modelId="{C37EE767-D79C-45C2-ABD9-C97382FA22A6}" type="presOf" srcId="{ACD234F4-34A8-47B9-AC0D-AAF13604BB46}" destId="{47858EBB-CC71-4C67-B879-CFA4EDC4CF71}" srcOrd="0" destOrd="0" presId="urn:microsoft.com/office/officeart/2005/8/layout/hierarchy2"/>
    <dgm:cxn modelId="{73433354-02F8-4E8C-BAEC-E7FE9D8D3187}" type="presParOf" srcId="{26D03AC0-2BE6-42A2-BEC4-AA38380B0B9B}" destId="{963463FD-2245-42A2-920C-31579844B408}" srcOrd="0" destOrd="0" presId="urn:microsoft.com/office/officeart/2005/8/layout/hierarchy2"/>
    <dgm:cxn modelId="{5915B609-CD31-41AD-926B-EE3FEE4E6C74}" type="presParOf" srcId="{963463FD-2245-42A2-920C-31579844B408}" destId="{F9A887D2-B86B-4961-BA63-646A3ED75DFD}" srcOrd="0" destOrd="0" presId="urn:microsoft.com/office/officeart/2005/8/layout/hierarchy2"/>
    <dgm:cxn modelId="{0B4122F9-7CF8-41B5-953F-C37D14BA525E}" type="presParOf" srcId="{963463FD-2245-42A2-920C-31579844B408}" destId="{DA59ECB4-2A18-4DE4-AE60-0DB65FE6EFB0}" srcOrd="1" destOrd="0" presId="urn:microsoft.com/office/officeart/2005/8/layout/hierarchy2"/>
    <dgm:cxn modelId="{5A63DA22-FE50-401F-9D76-555A6B49A34C}" type="presParOf" srcId="{DA59ECB4-2A18-4DE4-AE60-0DB65FE6EFB0}" destId="{8D04584D-42E5-4ACE-9347-048EE1DC04F2}" srcOrd="0" destOrd="0" presId="urn:microsoft.com/office/officeart/2005/8/layout/hierarchy2"/>
    <dgm:cxn modelId="{F261EC12-D5D1-4CBB-A3DB-176C43D81527}" type="presParOf" srcId="{8D04584D-42E5-4ACE-9347-048EE1DC04F2}" destId="{76C34A52-84B8-4301-A196-36250FF31E58}" srcOrd="0" destOrd="0" presId="urn:microsoft.com/office/officeart/2005/8/layout/hierarchy2"/>
    <dgm:cxn modelId="{7BF41F71-4C59-4DCE-890C-3A93BC78D204}" type="presParOf" srcId="{DA59ECB4-2A18-4DE4-AE60-0DB65FE6EFB0}" destId="{2FDAAE04-1676-4E33-8057-4E602376F602}" srcOrd="1" destOrd="0" presId="urn:microsoft.com/office/officeart/2005/8/layout/hierarchy2"/>
    <dgm:cxn modelId="{869F62C1-E3F5-4F0D-8A7B-B50309C3C0CE}" type="presParOf" srcId="{2FDAAE04-1676-4E33-8057-4E602376F602}" destId="{B2ED4E5E-FDE0-4B3E-B00E-DAB4863888D3}" srcOrd="0" destOrd="0" presId="urn:microsoft.com/office/officeart/2005/8/layout/hierarchy2"/>
    <dgm:cxn modelId="{71EF40A7-F0E4-4ADC-B70C-ACF615EB1590}" type="presParOf" srcId="{2FDAAE04-1676-4E33-8057-4E602376F602}" destId="{FD0C95A0-3102-4D35-AFB9-91935AFE1523}" srcOrd="1" destOrd="0" presId="urn:microsoft.com/office/officeart/2005/8/layout/hierarchy2"/>
    <dgm:cxn modelId="{7CE18C0E-802F-44F5-9BB8-4F9014C23405}" type="presParOf" srcId="{DA59ECB4-2A18-4DE4-AE60-0DB65FE6EFB0}" destId="{1CC27915-DAD7-4E14-BB2C-E0DECFD8F68D}" srcOrd="2" destOrd="0" presId="urn:microsoft.com/office/officeart/2005/8/layout/hierarchy2"/>
    <dgm:cxn modelId="{516B4FA0-ECB6-44B3-8D48-EE8E21DB6A55}" type="presParOf" srcId="{1CC27915-DAD7-4E14-BB2C-E0DECFD8F68D}" destId="{C4A1EA0F-5EFF-4B12-9EB0-577CB1065397}" srcOrd="0" destOrd="0" presId="urn:microsoft.com/office/officeart/2005/8/layout/hierarchy2"/>
    <dgm:cxn modelId="{A4AC863E-C966-4F44-BE71-E46B27CDD2BF}" type="presParOf" srcId="{DA59ECB4-2A18-4DE4-AE60-0DB65FE6EFB0}" destId="{1E7D54FD-2FCA-46A0-90D1-49748221DE22}" srcOrd="3" destOrd="0" presId="urn:microsoft.com/office/officeart/2005/8/layout/hierarchy2"/>
    <dgm:cxn modelId="{F34EAAE6-763A-4266-9219-5D959913BB0D}" type="presParOf" srcId="{1E7D54FD-2FCA-46A0-90D1-49748221DE22}" destId="{3B4F8383-DAAB-4175-AA4E-DD985D50D912}" srcOrd="0" destOrd="0" presId="urn:microsoft.com/office/officeart/2005/8/layout/hierarchy2"/>
    <dgm:cxn modelId="{11DC097A-E642-4566-9C60-BDCD67982C06}" type="presParOf" srcId="{1E7D54FD-2FCA-46A0-90D1-49748221DE22}" destId="{A1EDC3CC-C3C0-41AC-99DB-945BD7221A8A}" srcOrd="1" destOrd="0" presId="urn:microsoft.com/office/officeart/2005/8/layout/hierarchy2"/>
    <dgm:cxn modelId="{8B969373-E660-41BB-A5F2-917BC1FFFBFB}" type="presParOf" srcId="{DA59ECB4-2A18-4DE4-AE60-0DB65FE6EFB0}" destId="{10047715-5C21-4013-A599-ED3742C4FF22}" srcOrd="4" destOrd="0" presId="urn:microsoft.com/office/officeart/2005/8/layout/hierarchy2"/>
    <dgm:cxn modelId="{9D101B5F-EBD6-48B0-AE82-5E3294A8976C}" type="presParOf" srcId="{10047715-5C21-4013-A599-ED3742C4FF22}" destId="{38D23A4A-05FC-42DD-B69B-71A681DC5C1C}" srcOrd="0" destOrd="0" presId="urn:microsoft.com/office/officeart/2005/8/layout/hierarchy2"/>
    <dgm:cxn modelId="{A179B6A8-00CB-4119-86C9-626423BBF8AA}" type="presParOf" srcId="{DA59ECB4-2A18-4DE4-AE60-0DB65FE6EFB0}" destId="{9C3AC7C5-8D26-45E2-92ED-D7E4FFFFDF10}" srcOrd="5" destOrd="0" presId="urn:microsoft.com/office/officeart/2005/8/layout/hierarchy2"/>
    <dgm:cxn modelId="{CEE17A43-F3BB-4F97-9D7F-8E3E49FEC2DB}" type="presParOf" srcId="{9C3AC7C5-8D26-45E2-92ED-D7E4FFFFDF10}" destId="{B7E03D56-DE8A-4F6C-BDE2-C7BC8EB9371F}" srcOrd="0" destOrd="0" presId="urn:microsoft.com/office/officeart/2005/8/layout/hierarchy2"/>
    <dgm:cxn modelId="{5AC7F3B5-F46B-41EE-B407-DAF10E34CA37}" type="presParOf" srcId="{9C3AC7C5-8D26-45E2-92ED-D7E4FFFFDF10}" destId="{DE094A24-0536-453D-90D8-894F5E69162A}" srcOrd="1" destOrd="0" presId="urn:microsoft.com/office/officeart/2005/8/layout/hierarchy2"/>
    <dgm:cxn modelId="{9499B8C9-9412-44F3-B1AE-C2283188A0B1}" type="presParOf" srcId="{DA59ECB4-2A18-4DE4-AE60-0DB65FE6EFB0}" destId="{05F1F32A-58A7-42D7-B00F-6F7C5872BDF2}" srcOrd="6" destOrd="0" presId="urn:microsoft.com/office/officeart/2005/8/layout/hierarchy2"/>
    <dgm:cxn modelId="{5BA04551-7980-479D-931F-8A278EEFCCB8}" type="presParOf" srcId="{05F1F32A-58A7-42D7-B00F-6F7C5872BDF2}" destId="{F1F019B3-71F3-4EB4-9269-2F4023079C33}" srcOrd="0" destOrd="0" presId="urn:microsoft.com/office/officeart/2005/8/layout/hierarchy2"/>
    <dgm:cxn modelId="{9C6DB6B2-41B0-4804-BEA7-9CB7B99B7677}" type="presParOf" srcId="{DA59ECB4-2A18-4DE4-AE60-0DB65FE6EFB0}" destId="{564D469D-1FD4-4FAD-92FD-4DAB15638CA9}" srcOrd="7" destOrd="0" presId="urn:microsoft.com/office/officeart/2005/8/layout/hierarchy2"/>
    <dgm:cxn modelId="{102928C5-113A-4A33-B85F-609060754882}" type="presParOf" srcId="{564D469D-1FD4-4FAD-92FD-4DAB15638CA9}" destId="{47858EBB-CC71-4C67-B879-CFA4EDC4CF71}" srcOrd="0" destOrd="0" presId="urn:microsoft.com/office/officeart/2005/8/layout/hierarchy2"/>
    <dgm:cxn modelId="{584CDA6B-8CE5-4274-9B29-14BAA85152B1}" type="presParOf" srcId="{564D469D-1FD4-4FAD-92FD-4DAB15638CA9}" destId="{35C05546-FF33-4F15-97E9-BBEAF847AF9D}" srcOrd="1" destOrd="0" presId="urn:microsoft.com/office/officeart/2005/8/layout/hierarchy2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2E59940-1270-474F-A953-97D8B7DB4DE9}" type="doc">
      <dgm:prSet loTypeId="urn:microsoft.com/office/officeart/2005/8/layout/list1" loCatId="list" qsTypeId="urn:microsoft.com/office/officeart/2005/8/quickstyle/simple2" qsCatId="simple" csTypeId="urn:microsoft.com/office/officeart/2005/8/colors/accent3_3" csCatId="accent3" phldr="1"/>
      <dgm:spPr/>
      <dgm:t>
        <a:bodyPr/>
        <a:lstStyle/>
        <a:p>
          <a:endParaRPr lang="fr-FR"/>
        </a:p>
      </dgm:t>
    </dgm:pt>
    <dgm:pt modelId="{0CBC7E2C-C267-41F4-B84E-5158B92B0592}">
      <dgm:prSet phldrT="[Texte]" phldr="0" custT="1"/>
      <dgm:spPr>
        <a:solidFill>
          <a:schemeClr val="tx2">
            <a:lumMod val="50000"/>
          </a:schemeClr>
        </a:solidFill>
      </dgm:spPr>
      <dgm:t>
        <a:bodyPr/>
        <a:lstStyle/>
        <a:p>
          <a:pPr rtl="0"/>
          <a:r>
            <a:rPr lang="fr-FR" sz="1800" b="1" dirty="0">
              <a:latin typeface="+mn-lt"/>
            </a:rPr>
            <a:t>Sur artère saine</a:t>
          </a:r>
        </a:p>
      </dgm:t>
    </dgm:pt>
    <dgm:pt modelId="{76230BC9-A02C-4C63-9033-B388139A0898}" type="parTrans" cxnId="{8483D940-D225-4029-8E3B-9B8BEDB591AF}">
      <dgm:prSet/>
      <dgm:spPr/>
      <dgm:t>
        <a:bodyPr/>
        <a:lstStyle/>
        <a:p>
          <a:endParaRPr lang="fr-FR"/>
        </a:p>
      </dgm:t>
    </dgm:pt>
    <dgm:pt modelId="{D42E6AEF-8B8A-44F3-ACBD-682EE4B81469}" type="sibTrans" cxnId="{8483D940-D225-4029-8E3B-9B8BEDB591AF}">
      <dgm:prSet/>
      <dgm:spPr/>
      <dgm:t>
        <a:bodyPr/>
        <a:lstStyle/>
        <a:p>
          <a:endParaRPr lang="fr-FR"/>
        </a:p>
      </dgm:t>
    </dgm:pt>
    <dgm:pt modelId="{CBC4BC82-A249-4833-89AF-C2FEE9FB7E91}">
      <dgm:prSet phldr="0" custT="1"/>
      <dgm:spPr/>
      <dgm:t>
        <a:bodyPr/>
        <a:lstStyle/>
        <a:p>
          <a:pPr rtl="0"/>
          <a:r>
            <a:rPr lang="fr-FR" sz="1800" dirty="0">
              <a:latin typeface="+mn-lt"/>
            </a:rPr>
            <a:t>Origine cardiaque 80-90%, trouble du rythme, </a:t>
          </a:r>
          <a:r>
            <a:rPr lang="fr-FR" sz="1800" dirty="0" err="1">
              <a:latin typeface="+mn-lt"/>
            </a:rPr>
            <a:t>valvulopathie</a:t>
          </a:r>
          <a:endParaRPr lang="fr-FR" sz="1800" dirty="0">
            <a:latin typeface="+mn-lt"/>
          </a:endParaRPr>
        </a:p>
      </dgm:t>
    </dgm:pt>
    <dgm:pt modelId="{186D75FC-BA3B-4293-9041-E93C61E9EA71}" type="parTrans" cxnId="{6D984391-B62B-449D-A568-CA362DDFFBD3}">
      <dgm:prSet/>
      <dgm:spPr/>
    </dgm:pt>
    <dgm:pt modelId="{9A1795AD-661D-4B35-A4DE-E5135E8D7A1E}" type="sibTrans" cxnId="{6D984391-B62B-449D-A568-CA362DDFFBD3}">
      <dgm:prSet/>
      <dgm:spPr/>
      <dgm:t>
        <a:bodyPr/>
        <a:lstStyle/>
        <a:p>
          <a:endParaRPr lang="fr-FR"/>
        </a:p>
      </dgm:t>
    </dgm:pt>
    <dgm:pt modelId="{E4F86615-C299-45CA-B939-67E70ACB494F}">
      <dgm:prSet phldr="0" custT="1"/>
      <dgm:spPr/>
      <dgm:t>
        <a:bodyPr/>
        <a:lstStyle/>
        <a:p>
          <a:pPr rtl="0"/>
          <a:r>
            <a:rPr lang="fr-FR" sz="1800" dirty="0">
              <a:latin typeface="+mn-lt"/>
            </a:rPr>
            <a:t>Origine artérielle 10%, anévrisme aortique, poplité++</a:t>
          </a:r>
        </a:p>
      </dgm:t>
    </dgm:pt>
    <dgm:pt modelId="{CDA146CC-14D3-44A3-AD6B-0BC4AE52A63B}" type="parTrans" cxnId="{8C485BC8-A8CE-4DD8-B393-86D2D5AED0C9}">
      <dgm:prSet/>
      <dgm:spPr/>
    </dgm:pt>
    <dgm:pt modelId="{D2154D82-8913-4519-A6E8-D2B5EA3CBB05}" type="sibTrans" cxnId="{8C485BC8-A8CE-4DD8-B393-86D2D5AED0C9}">
      <dgm:prSet/>
      <dgm:spPr/>
      <dgm:t>
        <a:bodyPr/>
        <a:lstStyle/>
        <a:p>
          <a:endParaRPr lang="fr-FR"/>
        </a:p>
      </dgm:t>
    </dgm:pt>
    <dgm:pt modelId="{335DE694-16AF-4CEF-BA45-5640A91FCA89}">
      <dgm:prSet phldr="0" custT="1"/>
      <dgm:spPr/>
      <dgm:t>
        <a:bodyPr/>
        <a:lstStyle/>
        <a:p>
          <a:pPr rtl="0"/>
          <a:r>
            <a:rPr lang="fr-FR" sz="1800" dirty="0">
              <a:latin typeface="+mn-lt"/>
            </a:rPr>
            <a:t>Embolie septique</a:t>
          </a:r>
        </a:p>
      </dgm:t>
    </dgm:pt>
    <dgm:pt modelId="{1754DB55-B65B-4B70-9205-496514A23659}" type="parTrans" cxnId="{75266589-425D-4DA1-A0D8-F9C5F10C11FD}">
      <dgm:prSet/>
      <dgm:spPr/>
    </dgm:pt>
    <dgm:pt modelId="{D2332110-3A13-4142-AFD8-75B336E8D144}" type="sibTrans" cxnId="{75266589-425D-4DA1-A0D8-F9C5F10C11FD}">
      <dgm:prSet/>
      <dgm:spPr/>
      <dgm:t>
        <a:bodyPr/>
        <a:lstStyle/>
        <a:p>
          <a:endParaRPr lang="fr-FR"/>
        </a:p>
      </dgm:t>
    </dgm:pt>
    <dgm:pt modelId="{148B8A0E-F8D2-4E09-BB46-C9DF06A52DBC}">
      <dgm:prSet phldr="0" custT="1"/>
      <dgm:spPr/>
      <dgm:t>
        <a:bodyPr/>
        <a:lstStyle/>
        <a:p>
          <a:pPr rtl="0"/>
          <a:r>
            <a:rPr lang="fr-FR" sz="1800" dirty="0">
              <a:latin typeface="+mn-lt"/>
            </a:rPr>
            <a:t>Embolie tumorale</a:t>
          </a:r>
        </a:p>
      </dgm:t>
    </dgm:pt>
    <dgm:pt modelId="{2DEB401A-40F2-413E-AA81-D7FB295F4893}" type="parTrans" cxnId="{12405F26-5E8C-4DC9-A99C-2E802CB2B825}">
      <dgm:prSet/>
      <dgm:spPr/>
    </dgm:pt>
    <dgm:pt modelId="{4F22EC2C-A330-4A8F-9CEF-BB3BE9914F05}" type="sibTrans" cxnId="{12405F26-5E8C-4DC9-A99C-2E802CB2B825}">
      <dgm:prSet/>
      <dgm:spPr/>
      <dgm:t>
        <a:bodyPr/>
        <a:lstStyle/>
        <a:p>
          <a:endParaRPr lang="fr-FR"/>
        </a:p>
      </dgm:t>
    </dgm:pt>
    <dgm:pt modelId="{5E3DB34B-E552-44F3-8658-E06D9079F69D}">
      <dgm:prSet phldr="0" custT="1"/>
      <dgm:spPr/>
      <dgm:t>
        <a:bodyPr/>
        <a:lstStyle/>
        <a:p>
          <a:pPr rtl="0"/>
          <a:r>
            <a:rPr lang="fr-FR" sz="1800" dirty="0">
              <a:latin typeface="+mn-lt"/>
            </a:rPr>
            <a:t>Embolie paradoxale</a:t>
          </a:r>
        </a:p>
      </dgm:t>
    </dgm:pt>
    <dgm:pt modelId="{533ABCA5-76C3-41DF-BE26-F7EBA4E07265}" type="parTrans" cxnId="{802F3CEB-76CC-4204-8832-6472D74E4340}">
      <dgm:prSet/>
      <dgm:spPr/>
    </dgm:pt>
    <dgm:pt modelId="{D13A6200-A8FD-49BE-87E0-8457ABA2F6A7}" type="sibTrans" cxnId="{802F3CEB-76CC-4204-8832-6472D74E4340}">
      <dgm:prSet/>
      <dgm:spPr/>
      <dgm:t>
        <a:bodyPr/>
        <a:lstStyle/>
        <a:p>
          <a:endParaRPr lang="fr-FR"/>
        </a:p>
      </dgm:t>
    </dgm:pt>
    <dgm:pt modelId="{D548346D-02D9-4891-B7CA-AF4287DD752B}">
      <dgm:prSet phldr="0" custT="1"/>
      <dgm:spPr>
        <a:solidFill>
          <a:schemeClr val="tx2">
            <a:lumMod val="50000"/>
          </a:schemeClr>
        </a:solidFill>
      </dgm:spPr>
      <dgm:t>
        <a:bodyPr/>
        <a:lstStyle/>
        <a:p>
          <a:pPr rtl="0"/>
          <a:r>
            <a:rPr lang="fr-FR" sz="1800" b="1" dirty="0">
              <a:latin typeface="+mn-lt"/>
            </a:rPr>
            <a:t>Sur artère pathologique</a:t>
          </a:r>
        </a:p>
      </dgm:t>
    </dgm:pt>
    <dgm:pt modelId="{60E2B1B9-B3D3-438D-B412-51C0547836A9}" type="parTrans" cxnId="{B6C6DDF4-2D0D-49D7-8DF1-16AF0415FE11}">
      <dgm:prSet/>
      <dgm:spPr/>
    </dgm:pt>
    <dgm:pt modelId="{35D81B3E-094D-493E-8D57-8D480B243B1A}" type="sibTrans" cxnId="{B6C6DDF4-2D0D-49D7-8DF1-16AF0415FE11}">
      <dgm:prSet/>
      <dgm:spPr/>
    </dgm:pt>
    <dgm:pt modelId="{922F4564-9808-44D1-8231-9CD238EFE0BF}">
      <dgm:prSet phldr="0" custT="1"/>
      <dgm:spPr>
        <a:solidFill>
          <a:schemeClr val="tx2">
            <a:lumMod val="50000"/>
          </a:schemeClr>
        </a:solidFill>
      </dgm:spPr>
      <dgm:t>
        <a:bodyPr/>
        <a:lstStyle/>
        <a:p>
          <a:pPr rtl="0"/>
          <a:r>
            <a:rPr lang="fr-FR" sz="1800" b="1" dirty="0">
              <a:latin typeface="+mn-lt"/>
            </a:rPr>
            <a:t>Autres</a:t>
          </a:r>
          <a:r>
            <a:rPr lang="fr-FR" sz="1600" dirty="0">
              <a:latin typeface="Calibri"/>
            </a:rPr>
            <a:t> </a:t>
          </a:r>
        </a:p>
      </dgm:t>
    </dgm:pt>
    <dgm:pt modelId="{E2315E0E-3A62-4259-B059-C71F4A9AE564}" type="parTrans" cxnId="{5DA1919A-9020-4BEB-8646-843D0B17BB54}">
      <dgm:prSet/>
      <dgm:spPr/>
    </dgm:pt>
    <dgm:pt modelId="{09C5C839-7063-49FF-BFCF-C1FD1E9E826E}" type="sibTrans" cxnId="{5DA1919A-9020-4BEB-8646-843D0B17BB54}">
      <dgm:prSet/>
      <dgm:spPr/>
    </dgm:pt>
    <dgm:pt modelId="{226E31F7-8DDC-4F5A-87C4-43FC34988AC1}">
      <dgm:prSet phldr="0" custT="1"/>
      <dgm:spPr/>
      <dgm:t>
        <a:bodyPr/>
        <a:lstStyle/>
        <a:p>
          <a:pPr rtl="0"/>
          <a:r>
            <a:rPr lang="fr-FR" sz="1800" dirty="0">
              <a:latin typeface="+mn-lt"/>
            </a:rPr>
            <a:t>Syndrome paranéoplasique</a:t>
          </a:r>
        </a:p>
      </dgm:t>
    </dgm:pt>
    <dgm:pt modelId="{FA598AB1-F078-4A38-9553-D8A752BC939D}" type="parTrans" cxnId="{3C736425-7BED-4707-B88B-A8CDD350064D}">
      <dgm:prSet/>
      <dgm:spPr/>
    </dgm:pt>
    <dgm:pt modelId="{AECDFDE2-E68C-4395-AEFB-2FA17DF7055A}" type="sibTrans" cxnId="{3C736425-7BED-4707-B88B-A8CDD350064D}">
      <dgm:prSet/>
      <dgm:spPr/>
    </dgm:pt>
    <dgm:pt modelId="{5CA4D812-C7CC-4CB5-A116-D72AA9BD2315}">
      <dgm:prSet phldr="0" custT="1"/>
      <dgm:spPr/>
      <dgm:t>
        <a:bodyPr/>
        <a:lstStyle/>
        <a:p>
          <a:pPr rtl="0"/>
          <a:r>
            <a:rPr lang="fr-FR" sz="1800" dirty="0">
              <a:latin typeface="+mn-lt"/>
            </a:rPr>
            <a:t>Corps étranger</a:t>
          </a:r>
        </a:p>
      </dgm:t>
    </dgm:pt>
    <dgm:pt modelId="{BBD7C01E-64C9-4219-B78F-A388BA975D40}" type="parTrans" cxnId="{2FD63650-6665-4B0A-A87A-F9742882B4A5}">
      <dgm:prSet/>
      <dgm:spPr/>
    </dgm:pt>
    <dgm:pt modelId="{88F6D43C-D5B2-4495-88A1-4AB7B5B2A3F3}" type="sibTrans" cxnId="{2FD63650-6665-4B0A-A87A-F9742882B4A5}">
      <dgm:prSet/>
      <dgm:spPr/>
    </dgm:pt>
    <dgm:pt modelId="{7F777860-F365-493C-B280-CCA25E3C0264}" type="pres">
      <dgm:prSet presAssocID="{82E59940-1270-474F-A953-97D8B7DB4DE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5028485-7AF2-4DE5-80D9-5D0858C25B70}" type="pres">
      <dgm:prSet presAssocID="{0CBC7E2C-C267-41F4-B84E-5158B92B0592}" presName="parentLin" presStyleCnt="0"/>
      <dgm:spPr/>
    </dgm:pt>
    <dgm:pt modelId="{D3139711-5C9C-4960-965E-4DD13795D250}" type="pres">
      <dgm:prSet presAssocID="{0CBC7E2C-C267-41F4-B84E-5158B92B0592}" presName="parentLeftMargin" presStyleLbl="node1" presStyleIdx="0" presStyleCnt="3"/>
      <dgm:spPr/>
      <dgm:t>
        <a:bodyPr/>
        <a:lstStyle/>
        <a:p>
          <a:endParaRPr lang="fr-FR"/>
        </a:p>
      </dgm:t>
    </dgm:pt>
    <dgm:pt modelId="{D0ADA278-B323-440F-A215-929A1F3EF5F2}" type="pres">
      <dgm:prSet presAssocID="{0CBC7E2C-C267-41F4-B84E-5158B92B0592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6F001A1-FD8C-412F-934E-ABB533C75C23}" type="pres">
      <dgm:prSet presAssocID="{0CBC7E2C-C267-41F4-B84E-5158B92B0592}" presName="negativeSpace" presStyleCnt="0"/>
      <dgm:spPr/>
    </dgm:pt>
    <dgm:pt modelId="{EC1430D2-E358-4AAA-B849-92DE89F163DC}" type="pres">
      <dgm:prSet presAssocID="{0CBC7E2C-C267-41F4-B84E-5158B92B0592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C6D13D5-E5F9-43F0-AB83-B6BD8AA57313}" type="pres">
      <dgm:prSet presAssocID="{D42E6AEF-8B8A-44F3-ACBD-682EE4B81469}" presName="spaceBetweenRectangles" presStyleCnt="0"/>
      <dgm:spPr/>
    </dgm:pt>
    <dgm:pt modelId="{D3DA0DB2-2831-4B63-BA8A-13E766B4F654}" type="pres">
      <dgm:prSet presAssocID="{D548346D-02D9-4891-B7CA-AF4287DD752B}" presName="parentLin" presStyleCnt="0"/>
      <dgm:spPr/>
    </dgm:pt>
    <dgm:pt modelId="{64BE09F1-9200-4FDB-809A-8522F5AD04A1}" type="pres">
      <dgm:prSet presAssocID="{D548346D-02D9-4891-B7CA-AF4287DD752B}" presName="parentLeftMargin" presStyleLbl="node1" presStyleIdx="0" presStyleCnt="3"/>
      <dgm:spPr/>
      <dgm:t>
        <a:bodyPr/>
        <a:lstStyle/>
        <a:p>
          <a:endParaRPr lang="fr-FR"/>
        </a:p>
      </dgm:t>
    </dgm:pt>
    <dgm:pt modelId="{6D2200B4-A29B-4CB3-890C-55B1F8798A10}" type="pres">
      <dgm:prSet presAssocID="{D548346D-02D9-4891-B7CA-AF4287DD752B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81B408-08B9-4883-B724-7EDC798B6100}" type="pres">
      <dgm:prSet presAssocID="{D548346D-02D9-4891-B7CA-AF4287DD752B}" presName="negativeSpace" presStyleCnt="0"/>
      <dgm:spPr/>
    </dgm:pt>
    <dgm:pt modelId="{EB4C61FA-F1BE-4DC4-9C5C-0209C430077A}" type="pres">
      <dgm:prSet presAssocID="{D548346D-02D9-4891-B7CA-AF4287DD752B}" presName="childText" presStyleLbl="conFgAcc1" presStyleIdx="1" presStyleCnt="3">
        <dgm:presLayoutVars>
          <dgm:bulletEnabled val="1"/>
        </dgm:presLayoutVars>
      </dgm:prSet>
      <dgm:spPr/>
    </dgm:pt>
    <dgm:pt modelId="{875DF0C7-489E-481C-8B93-55B5F0C59E35}" type="pres">
      <dgm:prSet presAssocID="{35D81B3E-094D-493E-8D57-8D480B243B1A}" presName="spaceBetweenRectangles" presStyleCnt="0"/>
      <dgm:spPr/>
    </dgm:pt>
    <dgm:pt modelId="{25A74B95-1F69-431B-B31C-411BFBEBDBA3}" type="pres">
      <dgm:prSet presAssocID="{922F4564-9808-44D1-8231-9CD238EFE0BF}" presName="parentLin" presStyleCnt="0"/>
      <dgm:spPr/>
    </dgm:pt>
    <dgm:pt modelId="{DA6C53CB-9FC0-4E3F-B90B-A8188CF6AA29}" type="pres">
      <dgm:prSet presAssocID="{922F4564-9808-44D1-8231-9CD238EFE0BF}" presName="parentLeftMargin" presStyleLbl="node1" presStyleIdx="1" presStyleCnt="3"/>
      <dgm:spPr/>
      <dgm:t>
        <a:bodyPr/>
        <a:lstStyle/>
        <a:p>
          <a:endParaRPr lang="fr-FR"/>
        </a:p>
      </dgm:t>
    </dgm:pt>
    <dgm:pt modelId="{5555D149-E3DA-453A-A1C4-F3AB7B85F6E4}" type="pres">
      <dgm:prSet presAssocID="{922F4564-9808-44D1-8231-9CD238EFE0BF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9708A73-2D98-459A-B451-7F5F7CC22CA3}" type="pres">
      <dgm:prSet presAssocID="{922F4564-9808-44D1-8231-9CD238EFE0BF}" presName="negativeSpace" presStyleCnt="0"/>
      <dgm:spPr/>
    </dgm:pt>
    <dgm:pt modelId="{7A421E83-B9EB-4BAC-A49E-43AD04A5E41D}" type="pres">
      <dgm:prSet presAssocID="{922F4564-9808-44D1-8231-9CD238EFE0BF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7CB1135-5DDE-44A9-8020-47BF7780BC90}" type="presOf" srcId="{5E3DB34B-E552-44F3-8658-E06D9079F69D}" destId="{EC1430D2-E358-4AAA-B849-92DE89F163DC}" srcOrd="0" destOrd="2" presId="urn:microsoft.com/office/officeart/2005/8/layout/list1"/>
    <dgm:cxn modelId="{C28AF80B-5964-486A-B068-A5CB313460AA}" type="presOf" srcId="{922F4564-9808-44D1-8231-9CD238EFE0BF}" destId="{5555D149-E3DA-453A-A1C4-F3AB7B85F6E4}" srcOrd="1" destOrd="0" presId="urn:microsoft.com/office/officeart/2005/8/layout/list1"/>
    <dgm:cxn modelId="{5DA1919A-9020-4BEB-8646-843D0B17BB54}" srcId="{82E59940-1270-474F-A953-97D8B7DB4DE9}" destId="{922F4564-9808-44D1-8231-9CD238EFE0BF}" srcOrd="2" destOrd="0" parTransId="{E2315E0E-3A62-4259-B059-C71F4A9AE564}" sibTransId="{09C5C839-7063-49FF-BFCF-C1FD1E9E826E}"/>
    <dgm:cxn modelId="{993A08F6-920D-48D4-932B-F03BECD79A97}" type="presOf" srcId="{E4F86615-C299-45CA-B939-67E70ACB494F}" destId="{EC1430D2-E358-4AAA-B849-92DE89F163DC}" srcOrd="0" destOrd="1" presId="urn:microsoft.com/office/officeart/2005/8/layout/list1"/>
    <dgm:cxn modelId="{303CF349-787D-4E15-A165-B1B19077E5F8}" type="presOf" srcId="{922F4564-9808-44D1-8231-9CD238EFE0BF}" destId="{DA6C53CB-9FC0-4E3F-B90B-A8188CF6AA29}" srcOrd="0" destOrd="0" presId="urn:microsoft.com/office/officeart/2005/8/layout/list1"/>
    <dgm:cxn modelId="{6D984391-B62B-449D-A568-CA362DDFFBD3}" srcId="{0CBC7E2C-C267-41F4-B84E-5158B92B0592}" destId="{CBC4BC82-A249-4833-89AF-C2FEE9FB7E91}" srcOrd="0" destOrd="0" parTransId="{186D75FC-BA3B-4293-9041-E93C61E9EA71}" sibTransId="{9A1795AD-661D-4B35-A4DE-E5135E8D7A1E}"/>
    <dgm:cxn modelId="{3C736425-7BED-4707-B88B-A8CDD350064D}" srcId="{922F4564-9808-44D1-8231-9CD238EFE0BF}" destId="{226E31F7-8DDC-4F5A-87C4-43FC34988AC1}" srcOrd="0" destOrd="0" parTransId="{FA598AB1-F078-4A38-9553-D8A752BC939D}" sibTransId="{AECDFDE2-E68C-4395-AEFB-2FA17DF7055A}"/>
    <dgm:cxn modelId="{9B67D3CE-D4C7-4546-B186-D81FBB85D1DC}" type="presOf" srcId="{0CBC7E2C-C267-41F4-B84E-5158B92B0592}" destId="{D0ADA278-B323-440F-A215-929A1F3EF5F2}" srcOrd="1" destOrd="0" presId="urn:microsoft.com/office/officeart/2005/8/layout/list1"/>
    <dgm:cxn modelId="{12405F26-5E8C-4DC9-A99C-2E802CB2B825}" srcId="{0CBC7E2C-C267-41F4-B84E-5158B92B0592}" destId="{148B8A0E-F8D2-4E09-BB46-C9DF06A52DBC}" srcOrd="4" destOrd="0" parTransId="{2DEB401A-40F2-413E-AA81-D7FB295F4893}" sibTransId="{4F22EC2C-A330-4A8F-9CEF-BB3BE9914F05}"/>
    <dgm:cxn modelId="{D9E16B97-D2BC-4BBF-8487-E804C98F65ED}" type="presOf" srcId="{D548346D-02D9-4891-B7CA-AF4287DD752B}" destId="{64BE09F1-9200-4FDB-809A-8522F5AD04A1}" srcOrd="0" destOrd="0" presId="urn:microsoft.com/office/officeart/2005/8/layout/list1"/>
    <dgm:cxn modelId="{DEB0C2CF-4876-4FCB-BB92-1AD61527F84C}" type="presOf" srcId="{82E59940-1270-474F-A953-97D8B7DB4DE9}" destId="{7F777860-F365-493C-B280-CCA25E3C0264}" srcOrd="0" destOrd="0" presId="urn:microsoft.com/office/officeart/2005/8/layout/list1"/>
    <dgm:cxn modelId="{8C485BC8-A8CE-4DD8-B393-86D2D5AED0C9}" srcId="{0CBC7E2C-C267-41F4-B84E-5158B92B0592}" destId="{E4F86615-C299-45CA-B939-67E70ACB494F}" srcOrd="1" destOrd="0" parTransId="{CDA146CC-14D3-44A3-AD6B-0BC4AE52A63B}" sibTransId="{D2154D82-8913-4519-A6E8-D2B5EA3CBB05}"/>
    <dgm:cxn modelId="{75266589-425D-4DA1-A0D8-F9C5F10C11FD}" srcId="{0CBC7E2C-C267-41F4-B84E-5158B92B0592}" destId="{335DE694-16AF-4CEF-BA45-5640A91FCA89}" srcOrd="3" destOrd="0" parTransId="{1754DB55-B65B-4B70-9205-496514A23659}" sibTransId="{D2332110-3A13-4142-AFD8-75B336E8D144}"/>
    <dgm:cxn modelId="{883B3846-120A-42E1-8ED7-CF04B03D7F37}" type="presOf" srcId="{CBC4BC82-A249-4833-89AF-C2FEE9FB7E91}" destId="{EC1430D2-E358-4AAA-B849-92DE89F163DC}" srcOrd="0" destOrd="0" presId="urn:microsoft.com/office/officeart/2005/8/layout/list1"/>
    <dgm:cxn modelId="{4B69C125-7DD8-4C82-8503-1353A3FFDA85}" type="presOf" srcId="{5CA4D812-C7CC-4CB5-A116-D72AA9BD2315}" destId="{7A421E83-B9EB-4BAC-A49E-43AD04A5E41D}" srcOrd="0" destOrd="1" presId="urn:microsoft.com/office/officeart/2005/8/layout/list1"/>
    <dgm:cxn modelId="{2FD63650-6665-4B0A-A87A-F9742882B4A5}" srcId="{922F4564-9808-44D1-8231-9CD238EFE0BF}" destId="{5CA4D812-C7CC-4CB5-A116-D72AA9BD2315}" srcOrd="1" destOrd="0" parTransId="{BBD7C01E-64C9-4219-B78F-A388BA975D40}" sibTransId="{88F6D43C-D5B2-4495-88A1-4AB7B5B2A3F3}"/>
    <dgm:cxn modelId="{C08D3BD8-2958-4B67-8763-46A43AD50CBF}" type="presOf" srcId="{148B8A0E-F8D2-4E09-BB46-C9DF06A52DBC}" destId="{EC1430D2-E358-4AAA-B849-92DE89F163DC}" srcOrd="0" destOrd="4" presId="urn:microsoft.com/office/officeart/2005/8/layout/list1"/>
    <dgm:cxn modelId="{8483D940-D225-4029-8E3B-9B8BEDB591AF}" srcId="{82E59940-1270-474F-A953-97D8B7DB4DE9}" destId="{0CBC7E2C-C267-41F4-B84E-5158B92B0592}" srcOrd="0" destOrd="0" parTransId="{76230BC9-A02C-4C63-9033-B388139A0898}" sibTransId="{D42E6AEF-8B8A-44F3-ACBD-682EE4B81469}"/>
    <dgm:cxn modelId="{E5E0B692-7591-40D3-9096-158802AABAEB}" type="presOf" srcId="{335DE694-16AF-4CEF-BA45-5640A91FCA89}" destId="{EC1430D2-E358-4AAA-B849-92DE89F163DC}" srcOrd="0" destOrd="3" presId="urn:microsoft.com/office/officeart/2005/8/layout/list1"/>
    <dgm:cxn modelId="{051D2CB2-F704-4613-88A1-61BB08641F0E}" type="presOf" srcId="{0CBC7E2C-C267-41F4-B84E-5158B92B0592}" destId="{D3139711-5C9C-4960-965E-4DD13795D250}" srcOrd="0" destOrd="0" presId="urn:microsoft.com/office/officeart/2005/8/layout/list1"/>
    <dgm:cxn modelId="{7881799B-A772-4F55-B402-CF9BAB9105BE}" type="presOf" srcId="{226E31F7-8DDC-4F5A-87C4-43FC34988AC1}" destId="{7A421E83-B9EB-4BAC-A49E-43AD04A5E41D}" srcOrd="0" destOrd="0" presId="urn:microsoft.com/office/officeart/2005/8/layout/list1"/>
    <dgm:cxn modelId="{B6C6DDF4-2D0D-49D7-8DF1-16AF0415FE11}" srcId="{82E59940-1270-474F-A953-97D8B7DB4DE9}" destId="{D548346D-02D9-4891-B7CA-AF4287DD752B}" srcOrd="1" destOrd="0" parTransId="{60E2B1B9-B3D3-438D-B412-51C0547836A9}" sibTransId="{35D81B3E-094D-493E-8D57-8D480B243B1A}"/>
    <dgm:cxn modelId="{802F3CEB-76CC-4204-8832-6472D74E4340}" srcId="{0CBC7E2C-C267-41F4-B84E-5158B92B0592}" destId="{5E3DB34B-E552-44F3-8658-E06D9079F69D}" srcOrd="2" destOrd="0" parTransId="{533ABCA5-76C3-41DF-BE26-F7EBA4E07265}" sibTransId="{D13A6200-A8FD-49BE-87E0-8457ABA2F6A7}"/>
    <dgm:cxn modelId="{E3EECF8C-1D20-457C-9161-5CE2A3233681}" type="presOf" srcId="{D548346D-02D9-4891-B7CA-AF4287DD752B}" destId="{6D2200B4-A29B-4CB3-890C-55B1F8798A10}" srcOrd="1" destOrd="0" presId="urn:microsoft.com/office/officeart/2005/8/layout/list1"/>
    <dgm:cxn modelId="{1674571C-F28D-40CC-AF4B-57B33A9229A7}" type="presParOf" srcId="{7F777860-F365-493C-B280-CCA25E3C0264}" destId="{25028485-7AF2-4DE5-80D9-5D0858C25B70}" srcOrd="0" destOrd="0" presId="urn:microsoft.com/office/officeart/2005/8/layout/list1"/>
    <dgm:cxn modelId="{A59BBA92-3AE6-4BE6-9D1E-06FF268C7701}" type="presParOf" srcId="{25028485-7AF2-4DE5-80D9-5D0858C25B70}" destId="{D3139711-5C9C-4960-965E-4DD13795D250}" srcOrd="0" destOrd="0" presId="urn:microsoft.com/office/officeart/2005/8/layout/list1"/>
    <dgm:cxn modelId="{94F7EB77-7AEA-4B77-B34D-6A5DC8A74794}" type="presParOf" srcId="{25028485-7AF2-4DE5-80D9-5D0858C25B70}" destId="{D0ADA278-B323-440F-A215-929A1F3EF5F2}" srcOrd="1" destOrd="0" presId="urn:microsoft.com/office/officeart/2005/8/layout/list1"/>
    <dgm:cxn modelId="{8ACCB191-51E7-4AC1-8981-894DE6C37583}" type="presParOf" srcId="{7F777860-F365-493C-B280-CCA25E3C0264}" destId="{C6F001A1-FD8C-412F-934E-ABB533C75C23}" srcOrd="1" destOrd="0" presId="urn:microsoft.com/office/officeart/2005/8/layout/list1"/>
    <dgm:cxn modelId="{C798EE12-402E-4904-824E-AAF0735F8E31}" type="presParOf" srcId="{7F777860-F365-493C-B280-CCA25E3C0264}" destId="{EC1430D2-E358-4AAA-B849-92DE89F163DC}" srcOrd="2" destOrd="0" presId="urn:microsoft.com/office/officeart/2005/8/layout/list1"/>
    <dgm:cxn modelId="{6AFF50EE-9FE8-4A57-B883-3233A71C19DC}" type="presParOf" srcId="{7F777860-F365-493C-B280-CCA25E3C0264}" destId="{AC6D13D5-E5F9-43F0-AB83-B6BD8AA57313}" srcOrd="3" destOrd="0" presId="urn:microsoft.com/office/officeart/2005/8/layout/list1"/>
    <dgm:cxn modelId="{D86A42AC-312A-46AF-AB7B-8D00F753BF99}" type="presParOf" srcId="{7F777860-F365-493C-B280-CCA25E3C0264}" destId="{D3DA0DB2-2831-4B63-BA8A-13E766B4F654}" srcOrd="4" destOrd="0" presId="urn:microsoft.com/office/officeart/2005/8/layout/list1"/>
    <dgm:cxn modelId="{87F28C08-2C44-45A0-A9C0-81A2DCC2E4EC}" type="presParOf" srcId="{D3DA0DB2-2831-4B63-BA8A-13E766B4F654}" destId="{64BE09F1-9200-4FDB-809A-8522F5AD04A1}" srcOrd="0" destOrd="0" presId="urn:microsoft.com/office/officeart/2005/8/layout/list1"/>
    <dgm:cxn modelId="{109B67BA-4FA2-4BD1-990D-1DFF55CDA4F1}" type="presParOf" srcId="{D3DA0DB2-2831-4B63-BA8A-13E766B4F654}" destId="{6D2200B4-A29B-4CB3-890C-55B1F8798A10}" srcOrd="1" destOrd="0" presId="urn:microsoft.com/office/officeart/2005/8/layout/list1"/>
    <dgm:cxn modelId="{D7F88828-CF52-4120-A269-011B4630FDD0}" type="presParOf" srcId="{7F777860-F365-493C-B280-CCA25E3C0264}" destId="{0781B408-08B9-4883-B724-7EDC798B6100}" srcOrd="5" destOrd="0" presId="urn:microsoft.com/office/officeart/2005/8/layout/list1"/>
    <dgm:cxn modelId="{EC8B5D52-F458-4089-B165-A6797D2A8723}" type="presParOf" srcId="{7F777860-F365-493C-B280-CCA25E3C0264}" destId="{EB4C61FA-F1BE-4DC4-9C5C-0209C430077A}" srcOrd="6" destOrd="0" presId="urn:microsoft.com/office/officeart/2005/8/layout/list1"/>
    <dgm:cxn modelId="{418376C1-0190-4048-BF89-393D35C053E5}" type="presParOf" srcId="{7F777860-F365-493C-B280-CCA25E3C0264}" destId="{875DF0C7-489E-481C-8B93-55B5F0C59E35}" srcOrd="7" destOrd="0" presId="urn:microsoft.com/office/officeart/2005/8/layout/list1"/>
    <dgm:cxn modelId="{1954D327-7B49-4997-ADBA-036E927BB9CC}" type="presParOf" srcId="{7F777860-F365-493C-B280-CCA25E3C0264}" destId="{25A74B95-1F69-431B-B31C-411BFBEBDBA3}" srcOrd="8" destOrd="0" presId="urn:microsoft.com/office/officeart/2005/8/layout/list1"/>
    <dgm:cxn modelId="{7FC78DD2-A8B1-45F5-A645-0134E4EEA62E}" type="presParOf" srcId="{25A74B95-1F69-431B-B31C-411BFBEBDBA3}" destId="{DA6C53CB-9FC0-4E3F-B90B-A8188CF6AA29}" srcOrd="0" destOrd="0" presId="urn:microsoft.com/office/officeart/2005/8/layout/list1"/>
    <dgm:cxn modelId="{D0D5053E-97C7-46EF-816C-0CD5D7D45CE4}" type="presParOf" srcId="{25A74B95-1F69-431B-B31C-411BFBEBDBA3}" destId="{5555D149-E3DA-453A-A1C4-F3AB7B85F6E4}" srcOrd="1" destOrd="0" presId="urn:microsoft.com/office/officeart/2005/8/layout/list1"/>
    <dgm:cxn modelId="{8510054E-591A-46A4-8486-13D86F2BB8EF}" type="presParOf" srcId="{7F777860-F365-493C-B280-CCA25E3C0264}" destId="{B9708A73-2D98-459A-B451-7F5F7CC22CA3}" srcOrd="9" destOrd="0" presId="urn:microsoft.com/office/officeart/2005/8/layout/list1"/>
    <dgm:cxn modelId="{B1D2994C-3AEA-4589-AA56-44ECF8F5125C}" type="presParOf" srcId="{7F777860-F365-493C-B280-CCA25E3C0264}" destId="{7A421E83-B9EB-4BAC-A49E-43AD04A5E41D}" srcOrd="10" destOrd="0" presId="urn:microsoft.com/office/officeart/2005/8/layout/list1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2E59940-1270-474F-A953-97D8B7DB4DE9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0CBC7E2C-C267-41F4-B84E-5158B92B0592}">
      <dgm:prSet phldrT="[Texte]" phldr="0"/>
      <dgm:spPr/>
      <dgm:t>
        <a:bodyPr/>
        <a:lstStyle/>
        <a:p>
          <a:pPr rtl="0"/>
          <a:r>
            <a:rPr lang="fr-FR">
              <a:latin typeface="Calibri"/>
            </a:rPr>
            <a:t>Sur artère saine</a:t>
          </a:r>
          <a:endParaRPr lang="fr-FR"/>
        </a:p>
      </dgm:t>
    </dgm:pt>
    <dgm:pt modelId="{76230BC9-A02C-4C63-9033-B388139A0898}" type="parTrans" cxnId="{8483D940-D225-4029-8E3B-9B8BEDB591AF}">
      <dgm:prSet/>
      <dgm:spPr/>
      <dgm:t>
        <a:bodyPr/>
        <a:lstStyle/>
        <a:p>
          <a:endParaRPr lang="fr-FR"/>
        </a:p>
      </dgm:t>
    </dgm:pt>
    <dgm:pt modelId="{D42E6AEF-8B8A-44F3-ACBD-682EE4B81469}" type="sibTrans" cxnId="{8483D940-D225-4029-8E3B-9B8BEDB591AF}">
      <dgm:prSet/>
      <dgm:spPr/>
      <dgm:t>
        <a:bodyPr/>
        <a:lstStyle/>
        <a:p>
          <a:endParaRPr lang="fr-FR"/>
        </a:p>
      </dgm:t>
    </dgm:pt>
    <dgm:pt modelId="{148B8A0E-F8D2-4E09-BB46-C9DF06A52DBC}">
      <dgm:prSet phldr="0"/>
      <dgm:spPr/>
      <dgm:t>
        <a:bodyPr/>
        <a:lstStyle/>
        <a:p>
          <a:r>
            <a:rPr lang="fr-FR"/>
            <a:t> Cocaïne</a:t>
          </a:r>
        </a:p>
      </dgm:t>
    </dgm:pt>
    <dgm:pt modelId="{2DEB401A-40F2-413E-AA81-D7FB295F4893}" type="parTrans" cxnId="{12405F26-5E8C-4DC9-A99C-2E802CB2B825}">
      <dgm:prSet/>
      <dgm:spPr/>
    </dgm:pt>
    <dgm:pt modelId="{4F22EC2C-A330-4A8F-9CEF-BB3BE9914F05}" type="sibTrans" cxnId="{12405F26-5E8C-4DC9-A99C-2E802CB2B825}">
      <dgm:prSet/>
      <dgm:spPr/>
      <dgm:t>
        <a:bodyPr/>
        <a:lstStyle/>
        <a:p>
          <a:endParaRPr lang="fr-FR"/>
        </a:p>
      </dgm:t>
    </dgm:pt>
    <dgm:pt modelId="{C1CAD1AE-43C3-4FA1-97B0-01145834E780}">
      <dgm:prSet phldr="0"/>
      <dgm:spPr/>
      <dgm:t>
        <a:bodyPr/>
        <a:lstStyle/>
        <a:p>
          <a:pPr rtl="0"/>
          <a:r>
            <a:rPr lang="fr-FR" b="1"/>
            <a:t>Pièges vasculaires</a:t>
          </a:r>
        </a:p>
      </dgm:t>
    </dgm:pt>
    <dgm:pt modelId="{5D2109BF-8ED9-40F1-98EF-B9D9D1AB4380}" type="parTrans" cxnId="{73D47F82-D495-47D2-95BB-1C96E9E07219}">
      <dgm:prSet/>
      <dgm:spPr/>
    </dgm:pt>
    <dgm:pt modelId="{E7AE827D-61B2-4589-BAC9-6EAC228DBB4F}" type="sibTrans" cxnId="{73D47F82-D495-47D2-95BB-1C96E9E07219}">
      <dgm:prSet/>
      <dgm:spPr/>
    </dgm:pt>
    <dgm:pt modelId="{11A726E2-7E88-4E5D-964C-038DD3F320E7}">
      <dgm:prSet phldr="0"/>
      <dgm:spPr/>
      <dgm:t>
        <a:bodyPr/>
        <a:lstStyle/>
        <a:p>
          <a:r>
            <a:rPr lang="fr-FR" b="1"/>
            <a:t>Compression extrinsèque</a:t>
          </a:r>
          <a:endParaRPr lang="en-US" b="1"/>
        </a:p>
      </dgm:t>
    </dgm:pt>
    <dgm:pt modelId="{2B7ED277-FA47-4679-A73C-8B4E77E2D5E4}" type="parTrans" cxnId="{DD1172B7-9D59-4DE5-93D0-7705ADFC159A}">
      <dgm:prSet/>
      <dgm:spPr/>
    </dgm:pt>
    <dgm:pt modelId="{514867A4-B0C4-42B2-A629-26A994C6EBFB}" type="sibTrans" cxnId="{DD1172B7-9D59-4DE5-93D0-7705ADFC159A}">
      <dgm:prSet/>
      <dgm:spPr/>
    </dgm:pt>
    <dgm:pt modelId="{73FD4E34-889B-42BA-8FC4-131F201A55ED}">
      <dgm:prSet phldr="0"/>
      <dgm:spPr/>
      <dgm:t>
        <a:bodyPr/>
        <a:lstStyle/>
        <a:p>
          <a:r>
            <a:rPr lang="fr-FR"/>
            <a:t>Phlegmatia coerulea</a:t>
          </a:r>
          <a:endParaRPr lang="fr-FR" b="1"/>
        </a:p>
      </dgm:t>
    </dgm:pt>
    <dgm:pt modelId="{B0B151AA-A7BF-4E9B-9042-2C81357F77B9}" type="parTrans" cxnId="{9594A0B9-328A-4A15-982D-3FBA2D916092}">
      <dgm:prSet/>
      <dgm:spPr/>
    </dgm:pt>
    <dgm:pt modelId="{C2C29632-DE56-4714-9B87-27FBD1FB556B}" type="sibTrans" cxnId="{9594A0B9-328A-4A15-982D-3FBA2D916092}">
      <dgm:prSet/>
      <dgm:spPr/>
    </dgm:pt>
    <dgm:pt modelId="{5E18FFB9-0D80-4CCE-A9C0-202CC065C6E3}">
      <dgm:prSet phldr="0"/>
      <dgm:spPr/>
      <dgm:t>
        <a:bodyPr/>
        <a:lstStyle/>
        <a:p>
          <a:r>
            <a:rPr lang="fr-FR"/>
            <a:t>Tumeur de voisinage</a:t>
          </a:r>
          <a:endParaRPr lang="en-US"/>
        </a:p>
      </dgm:t>
    </dgm:pt>
    <dgm:pt modelId="{6243556D-0478-4B1C-88C0-6046F6DB8075}" type="parTrans" cxnId="{8E85CC36-0B1A-4467-9604-7893568D6C75}">
      <dgm:prSet/>
      <dgm:spPr/>
    </dgm:pt>
    <dgm:pt modelId="{28CFD8E9-A2A0-424C-8797-4741496387C3}" type="sibTrans" cxnId="{8E85CC36-0B1A-4467-9604-7893568D6C75}">
      <dgm:prSet/>
      <dgm:spPr/>
    </dgm:pt>
    <dgm:pt modelId="{E37E4E20-F39E-4C20-AB3A-9F20B3ADF1A8}">
      <dgm:prSet phldr="0"/>
      <dgm:spPr/>
      <dgm:t>
        <a:bodyPr/>
        <a:lstStyle/>
        <a:p>
          <a:r>
            <a:rPr lang="fr-FR" b="1"/>
            <a:t>Hyperviscosité, hypercoagulabilité</a:t>
          </a:r>
        </a:p>
      </dgm:t>
    </dgm:pt>
    <dgm:pt modelId="{7F09F03A-49B8-4610-8ADE-E9E7ADF4AC4E}" type="parTrans" cxnId="{05F63B52-4129-483E-ADEB-C53B6AF86C3C}">
      <dgm:prSet/>
      <dgm:spPr/>
    </dgm:pt>
    <dgm:pt modelId="{414E30CF-AE57-441A-84AA-D4F07F1AFAC7}" type="sibTrans" cxnId="{05F63B52-4129-483E-ADEB-C53B6AF86C3C}">
      <dgm:prSet/>
      <dgm:spPr/>
    </dgm:pt>
    <dgm:pt modelId="{9A633989-2EF4-4280-A3B5-10D3C63EF2D1}">
      <dgm:prSet phldr="0"/>
      <dgm:spPr/>
      <dgm:t>
        <a:bodyPr/>
        <a:lstStyle/>
        <a:p>
          <a:r>
            <a:rPr lang="fr-FR" b="1"/>
            <a:t>Causes toxiques</a:t>
          </a:r>
          <a:endParaRPr lang="en-US" b="1"/>
        </a:p>
      </dgm:t>
    </dgm:pt>
    <dgm:pt modelId="{87129DCC-7A58-4A47-8EBF-2F3960F4FCBF}" type="parTrans" cxnId="{D571973A-432E-43A9-A738-CF17AB0C45DB}">
      <dgm:prSet/>
      <dgm:spPr/>
    </dgm:pt>
    <dgm:pt modelId="{D2767FCD-D7D4-493C-A6BE-3074BD35D6C5}" type="sibTrans" cxnId="{D571973A-432E-43A9-A738-CF17AB0C45DB}">
      <dgm:prSet/>
      <dgm:spPr/>
    </dgm:pt>
    <dgm:pt modelId="{0A2355E2-DCA5-489B-B6A1-7BED0392229F}">
      <dgm:prSet phldr="0"/>
      <dgm:spPr/>
      <dgm:t>
        <a:bodyPr/>
        <a:lstStyle/>
        <a:p>
          <a:r>
            <a:rPr lang="fr-FR" b="1"/>
            <a:t> </a:t>
          </a:r>
          <a:r>
            <a:rPr lang="fr-FR"/>
            <a:t>Oestroprogestatifs</a:t>
          </a:r>
          <a:endParaRPr lang="fr-FR" b="1"/>
        </a:p>
      </dgm:t>
    </dgm:pt>
    <dgm:pt modelId="{2FC84ADB-8CD6-46CD-B3B8-807C0E4A3E77}" type="parTrans" cxnId="{2DEEAA45-BEEA-4BCE-A4F2-E57E73EEC6D5}">
      <dgm:prSet/>
      <dgm:spPr/>
    </dgm:pt>
    <dgm:pt modelId="{60394E71-2960-4393-A165-DBA1CBD1C12D}" type="sibTrans" cxnId="{2DEEAA45-BEEA-4BCE-A4F2-E57E73EEC6D5}">
      <dgm:prSet/>
      <dgm:spPr/>
    </dgm:pt>
    <dgm:pt modelId="{FCE178F1-4D53-45EC-A4F2-1F9A3B10B458}">
      <dgm:prSet phldr="0"/>
      <dgm:spPr/>
      <dgm:t>
        <a:bodyPr/>
        <a:lstStyle/>
        <a:p>
          <a:r>
            <a:rPr lang="fr-FR"/>
            <a:t>Ergotisme </a:t>
          </a:r>
          <a:endParaRPr lang="en-US"/>
        </a:p>
      </dgm:t>
    </dgm:pt>
    <dgm:pt modelId="{3BEE06EB-B120-4834-BD38-F0F37E405561}" type="parTrans" cxnId="{80EF0D21-0973-45C5-B565-A1DEEF1EFCF1}">
      <dgm:prSet/>
      <dgm:spPr/>
    </dgm:pt>
    <dgm:pt modelId="{E262C456-C7DB-4D56-A226-5099B967488F}" type="sibTrans" cxnId="{80EF0D21-0973-45C5-B565-A1DEEF1EFCF1}">
      <dgm:prSet/>
      <dgm:spPr/>
    </dgm:pt>
    <dgm:pt modelId="{CDF739BF-412E-4430-BDC9-F5288A561BF0}">
      <dgm:prSet phldr="0"/>
      <dgm:spPr/>
      <dgm:t>
        <a:bodyPr/>
        <a:lstStyle/>
        <a:p>
          <a:r>
            <a:rPr lang="fr-FR"/>
            <a:t>Héparine</a:t>
          </a:r>
          <a:endParaRPr lang="en-US"/>
        </a:p>
      </dgm:t>
    </dgm:pt>
    <dgm:pt modelId="{FAE7F528-5FFE-41E2-B371-13AF55FE7638}" type="parTrans" cxnId="{3D317E91-B11C-49D0-94AD-30A9B1DEF2CC}">
      <dgm:prSet/>
      <dgm:spPr/>
    </dgm:pt>
    <dgm:pt modelId="{C4767382-6F00-4710-814A-C65F0FF572EF}" type="sibTrans" cxnId="{3D317E91-B11C-49D0-94AD-30A9B1DEF2CC}">
      <dgm:prSet/>
      <dgm:spPr/>
    </dgm:pt>
    <dgm:pt modelId="{5A708691-C664-445A-859D-6B143D3B277B}">
      <dgm:prSet phldr="0"/>
      <dgm:spPr/>
      <dgm:t>
        <a:bodyPr/>
        <a:lstStyle/>
        <a:p>
          <a:pPr rtl="0"/>
          <a:r>
            <a:rPr lang="fr-FR"/>
            <a:t>Sur artère pathologique</a:t>
          </a:r>
          <a:endParaRPr lang="fr-FR">
            <a:latin typeface="Calibri"/>
          </a:endParaRPr>
        </a:p>
      </dgm:t>
    </dgm:pt>
    <dgm:pt modelId="{A5BFCC33-FA61-456F-ACA4-BB4C75661968}" type="parTrans" cxnId="{7D813855-F28F-4F84-BA31-99620408C9F5}">
      <dgm:prSet/>
      <dgm:spPr/>
    </dgm:pt>
    <dgm:pt modelId="{5AD3E156-7CD6-4A9E-A157-BCF3463930A8}" type="sibTrans" cxnId="{7D813855-F28F-4F84-BA31-99620408C9F5}">
      <dgm:prSet/>
      <dgm:spPr/>
    </dgm:pt>
    <dgm:pt modelId="{8A066F62-7653-4030-881A-828ADFED7A1E}">
      <dgm:prSet phldr="0"/>
      <dgm:spPr/>
      <dgm:t>
        <a:bodyPr/>
        <a:lstStyle/>
        <a:p>
          <a:pPr rtl="0"/>
          <a:r>
            <a:rPr lang="fr-FR">
              <a:latin typeface="Calibri"/>
            </a:rPr>
            <a:t> </a:t>
          </a:r>
          <a:r>
            <a:rPr lang="fr-FR" b="1"/>
            <a:t>Athérosclérose</a:t>
          </a:r>
          <a:r>
            <a:rPr lang="fr-FR" b="1">
              <a:latin typeface="Calibri"/>
            </a:rPr>
            <a:t> </a:t>
          </a:r>
          <a:endParaRPr lang="en-US" b="0">
            <a:latin typeface="Calibri"/>
          </a:endParaRPr>
        </a:p>
      </dgm:t>
    </dgm:pt>
    <dgm:pt modelId="{6272885B-AD1B-4547-979D-ABCAE4B9F190}" type="parTrans" cxnId="{3D8C62EB-65D0-4C02-BBC2-5F19C050B2C2}">
      <dgm:prSet/>
      <dgm:spPr/>
    </dgm:pt>
    <dgm:pt modelId="{22D654DA-CEDC-4917-B768-D936AD5A73F2}" type="sibTrans" cxnId="{3D8C62EB-65D0-4C02-BBC2-5F19C050B2C2}">
      <dgm:prSet/>
      <dgm:spPr/>
    </dgm:pt>
    <dgm:pt modelId="{C7D76A9D-2AD0-4316-8392-06D653F083B2}">
      <dgm:prSet phldr="0"/>
      <dgm:spPr/>
      <dgm:t>
        <a:bodyPr/>
        <a:lstStyle/>
        <a:p>
          <a:pPr rtl="0"/>
          <a:r>
            <a:rPr lang="fr-FR"/>
            <a:t>artère sciatique </a:t>
          </a:r>
          <a:r>
            <a:rPr lang="fr-FR">
              <a:latin typeface="Calibri"/>
            </a:rPr>
            <a:t>persistante</a:t>
          </a:r>
          <a:endParaRPr lang="en-US">
            <a:latin typeface="Calibri"/>
          </a:endParaRPr>
        </a:p>
      </dgm:t>
    </dgm:pt>
    <dgm:pt modelId="{14EE8254-03A0-477C-86CB-73523B32E741}" type="parTrans" cxnId="{07E5AA7B-312A-4167-B0C9-3723EEB96854}">
      <dgm:prSet/>
      <dgm:spPr/>
    </dgm:pt>
    <dgm:pt modelId="{558D4A43-6E9F-4288-A29E-DE9A9E4CFBD3}" type="sibTrans" cxnId="{07E5AA7B-312A-4167-B0C9-3723EEB96854}">
      <dgm:prSet/>
      <dgm:spPr/>
    </dgm:pt>
    <dgm:pt modelId="{B4AA28B8-7E87-4145-9C34-C8375DC3BE66}">
      <dgm:prSet phldr="0"/>
      <dgm:spPr/>
      <dgm:t>
        <a:bodyPr/>
        <a:lstStyle/>
        <a:p>
          <a:pPr rtl="0"/>
          <a:r>
            <a:rPr lang="fr-FR" b="1"/>
            <a:t>Thrombose d’un </a:t>
          </a:r>
          <a:r>
            <a:rPr lang="fr-FR" b="1">
              <a:latin typeface="Calibri"/>
            </a:rPr>
            <a:t>anévrysme</a:t>
          </a:r>
          <a:endParaRPr lang="en-US" b="0">
            <a:latin typeface="Calibri"/>
          </a:endParaRPr>
        </a:p>
      </dgm:t>
    </dgm:pt>
    <dgm:pt modelId="{891349DE-35BD-45C3-A1B6-30BD90345F50}" type="parTrans" cxnId="{433AA04D-99C4-4E1F-89F8-0280E469DC09}">
      <dgm:prSet/>
      <dgm:spPr/>
    </dgm:pt>
    <dgm:pt modelId="{87A21272-589F-4A74-8835-EEE21943CDA9}" type="sibTrans" cxnId="{433AA04D-99C4-4E1F-89F8-0280E469DC09}">
      <dgm:prSet/>
      <dgm:spPr/>
    </dgm:pt>
    <dgm:pt modelId="{0A496E92-14C7-45F1-B9B7-4E4427702E81}">
      <dgm:prSet phldr="0"/>
      <dgm:spPr/>
      <dgm:t>
        <a:bodyPr/>
        <a:lstStyle/>
        <a:p>
          <a:pPr rtl="0"/>
          <a:r>
            <a:rPr lang="fr-FR">
              <a:latin typeface="Calibri"/>
            </a:rPr>
            <a:t>artérites</a:t>
          </a:r>
          <a:r>
            <a:rPr lang="fr-FR"/>
            <a:t> </a:t>
          </a:r>
          <a:r>
            <a:rPr lang="fr-FR">
              <a:latin typeface="Calibri"/>
            </a:rPr>
            <a:t>inflammatoires</a:t>
          </a:r>
        </a:p>
      </dgm:t>
    </dgm:pt>
    <dgm:pt modelId="{B2ABA3B4-DAB8-4931-9B11-B456E91E9B25}" type="parTrans" cxnId="{F6936290-B731-4C96-9898-93DD045131C2}">
      <dgm:prSet/>
      <dgm:spPr/>
    </dgm:pt>
    <dgm:pt modelId="{5EDDFA84-F1E1-42B4-AC9E-D4FF759533B0}" type="sibTrans" cxnId="{F6936290-B731-4C96-9898-93DD045131C2}">
      <dgm:prSet/>
      <dgm:spPr/>
    </dgm:pt>
    <dgm:pt modelId="{F9571FA1-5A9E-4DFF-AD44-23EDF564D981}">
      <dgm:prSet phldr="0"/>
      <dgm:spPr/>
      <dgm:t>
        <a:bodyPr/>
        <a:lstStyle/>
        <a:p>
          <a:r>
            <a:rPr lang="fr-FR">
              <a:latin typeface="Calibri"/>
            </a:rPr>
            <a:t>maladies</a:t>
          </a:r>
          <a:r>
            <a:rPr lang="fr-FR"/>
            <a:t> de système</a:t>
          </a:r>
          <a:endParaRPr lang="en-US"/>
        </a:p>
      </dgm:t>
    </dgm:pt>
    <dgm:pt modelId="{9C7DAAE5-3CC3-4D8A-B764-FDC5A685E152}" type="parTrans" cxnId="{CFD7A761-DB04-4F6E-A8E4-AF5299EC4F4C}">
      <dgm:prSet/>
      <dgm:spPr/>
    </dgm:pt>
    <dgm:pt modelId="{C8717B9C-06F5-4C6F-AA46-7446898F12A1}" type="sibTrans" cxnId="{CFD7A761-DB04-4F6E-A8E4-AF5299EC4F4C}">
      <dgm:prSet/>
      <dgm:spPr/>
    </dgm:pt>
    <dgm:pt modelId="{7E21F9EB-DAAD-468E-99FC-2BD6446E1160}">
      <dgm:prSet phldr="0"/>
      <dgm:spPr/>
      <dgm:t>
        <a:bodyPr/>
        <a:lstStyle/>
        <a:p>
          <a:pPr rtl="0"/>
          <a:r>
            <a:rPr lang="fr-FR">
              <a:latin typeface="Calibri"/>
            </a:rPr>
            <a:t>Kyste</a:t>
          </a:r>
          <a:r>
            <a:rPr lang="fr-FR"/>
            <a:t> </a:t>
          </a:r>
          <a:r>
            <a:rPr lang="fr-FR" err="1">
              <a:latin typeface="Calibri"/>
            </a:rPr>
            <a:t>adventiciel</a:t>
          </a:r>
          <a:endParaRPr lang="fr-FR">
            <a:latin typeface="Calibri"/>
          </a:endParaRPr>
        </a:p>
      </dgm:t>
    </dgm:pt>
    <dgm:pt modelId="{7F62E354-6340-4E77-8BB3-051AC4312281}" type="parTrans" cxnId="{BC6D4037-A21A-4A4A-8AA4-2E1FD2C5667A}">
      <dgm:prSet/>
      <dgm:spPr/>
    </dgm:pt>
    <dgm:pt modelId="{200C2EDC-ECA1-4959-BCE6-3DB5103CFA13}" type="sibTrans" cxnId="{BC6D4037-A21A-4A4A-8AA4-2E1FD2C5667A}">
      <dgm:prSet/>
      <dgm:spPr/>
    </dgm:pt>
    <dgm:pt modelId="{E2224B25-DFFC-4441-86E0-5BFC546A2D05}">
      <dgm:prSet phldr="0"/>
      <dgm:spPr/>
      <dgm:t>
        <a:bodyPr/>
        <a:lstStyle/>
        <a:p>
          <a:pPr rtl="0"/>
          <a:r>
            <a:rPr lang="fr-FR">
              <a:latin typeface="Calibri"/>
            </a:rPr>
            <a:t>artérites</a:t>
          </a:r>
          <a:r>
            <a:rPr lang="fr-FR"/>
            <a:t> </a:t>
          </a:r>
          <a:r>
            <a:rPr lang="fr-FR" b="0">
              <a:latin typeface="Calibri"/>
            </a:rPr>
            <a:t>radique </a:t>
          </a:r>
        </a:p>
      </dgm:t>
    </dgm:pt>
    <dgm:pt modelId="{8DDB82B6-7020-412C-8F6B-F63FB26BDCA7}" type="parTrans" cxnId="{FB3BB642-0C8C-431C-8576-0E6DD4CB96B1}">
      <dgm:prSet/>
      <dgm:spPr/>
    </dgm:pt>
    <dgm:pt modelId="{28E7768C-7618-4E8A-81E7-2A06130CA904}" type="sibTrans" cxnId="{FB3BB642-0C8C-431C-8576-0E6DD4CB96B1}">
      <dgm:prSet/>
      <dgm:spPr/>
    </dgm:pt>
    <dgm:pt modelId="{63AB804A-47A4-46B1-AB65-5A743D532FAC}">
      <dgm:prSet phldr="0"/>
      <dgm:spPr/>
      <dgm:t>
        <a:bodyPr/>
        <a:lstStyle/>
        <a:p>
          <a:pPr rtl="0"/>
          <a:r>
            <a:rPr lang="fr-FR" b="1">
              <a:latin typeface="Calibri"/>
            </a:rPr>
            <a:t>Thromboses</a:t>
          </a:r>
          <a:r>
            <a:rPr lang="fr-FR" b="1"/>
            <a:t> de </a:t>
          </a:r>
          <a:r>
            <a:rPr lang="fr-FR" b="1">
              <a:latin typeface="Calibri"/>
            </a:rPr>
            <a:t>pontage</a:t>
          </a:r>
          <a:endParaRPr lang="en-US" b="0">
            <a:latin typeface="Calibri"/>
          </a:endParaRPr>
        </a:p>
      </dgm:t>
    </dgm:pt>
    <dgm:pt modelId="{49E93F10-1FDA-493B-94DD-CDFF0E8BEBD5}" type="parTrans" cxnId="{BDFA14FC-CDBC-4B83-B366-F4A378500676}">
      <dgm:prSet/>
      <dgm:spPr/>
    </dgm:pt>
    <dgm:pt modelId="{0E37E7DA-7D85-48A3-A179-645E54E0D117}" type="sibTrans" cxnId="{BDFA14FC-CDBC-4B83-B366-F4A378500676}">
      <dgm:prSet/>
      <dgm:spPr/>
    </dgm:pt>
    <dgm:pt modelId="{87A84885-8EEB-4478-A1DA-E3141BA873C9}">
      <dgm:prSet phldr="0"/>
      <dgm:spPr/>
      <dgm:t>
        <a:bodyPr/>
        <a:lstStyle/>
        <a:p>
          <a:r>
            <a:rPr lang="fr-FR" b="1">
              <a:latin typeface="Calibri"/>
            </a:rPr>
            <a:t>Dissection</a:t>
          </a:r>
          <a:r>
            <a:rPr lang="fr-FR" b="1"/>
            <a:t> de l’aorte</a:t>
          </a:r>
          <a:endParaRPr lang="fr-FR"/>
        </a:p>
      </dgm:t>
    </dgm:pt>
    <dgm:pt modelId="{D251B6DF-0954-4350-A26E-0286CA6B7646}" type="parTrans" cxnId="{BE0980E0-07F4-4D15-97DC-6490F928C408}">
      <dgm:prSet/>
      <dgm:spPr/>
    </dgm:pt>
    <dgm:pt modelId="{C81C32A8-D204-42C3-995D-CE4EF378F6CF}" type="sibTrans" cxnId="{BE0980E0-07F4-4D15-97DC-6490F928C408}">
      <dgm:prSet/>
      <dgm:spPr/>
    </dgm:pt>
    <dgm:pt modelId="{4B7C82F0-068D-42EE-9A4F-641F3127D659}">
      <dgm:prSet phldr="0"/>
      <dgm:spPr/>
      <dgm:t>
        <a:bodyPr/>
        <a:lstStyle/>
        <a:p>
          <a:r>
            <a:rPr lang="fr-FR" b="1">
              <a:latin typeface="Calibri"/>
            </a:rPr>
            <a:t>Artère</a:t>
          </a:r>
          <a:r>
            <a:rPr lang="fr-FR" b="1"/>
            <a:t> non </a:t>
          </a:r>
          <a:r>
            <a:rPr lang="fr-FR" b="1">
              <a:latin typeface="Calibri"/>
            </a:rPr>
            <a:t>athéromateuse</a:t>
          </a:r>
          <a:endParaRPr lang="fr-FR"/>
        </a:p>
      </dgm:t>
    </dgm:pt>
    <dgm:pt modelId="{4FF5FA6E-287C-473E-9273-2BC5A6FBE28C}" type="parTrans" cxnId="{10A25B0E-8454-4E4B-9689-197616647A7E}">
      <dgm:prSet/>
      <dgm:spPr/>
    </dgm:pt>
    <dgm:pt modelId="{1B7E518A-8768-4F5E-8C4F-43832255CA7A}" type="sibTrans" cxnId="{10A25B0E-8454-4E4B-9689-197616647A7E}">
      <dgm:prSet/>
      <dgm:spPr/>
    </dgm:pt>
    <dgm:pt modelId="{EB38A040-535D-44C5-B0DB-80DA5D2EBD89}" type="pres">
      <dgm:prSet presAssocID="{82E59940-1270-474F-A953-97D8B7DB4DE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59ADA60A-F893-4B24-B2E7-015E9A85BEDB}" type="pres">
      <dgm:prSet presAssocID="{0CBC7E2C-C267-41F4-B84E-5158B92B0592}" presName="composite" presStyleCnt="0"/>
      <dgm:spPr/>
    </dgm:pt>
    <dgm:pt modelId="{9464EACF-1B48-4148-AC75-86EC097B94DD}" type="pres">
      <dgm:prSet presAssocID="{0CBC7E2C-C267-41F4-B84E-5158B92B059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40268B0-29A6-4512-A8A5-9F0577E7D62B}" type="pres">
      <dgm:prSet presAssocID="{0CBC7E2C-C267-41F4-B84E-5158B92B0592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8C4570F-D8DB-47F7-A972-5CA787FF1E23}" type="pres">
      <dgm:prSet presAssocID="{D42E6AEF-8B8A-44F3-ACBD-682EE4B81469}" presName="space" presStyleCnt="0"/>
      <dgm:spPr/>
    </dgm:pt>
    <dgm:pt modelId="{60F0927D-4760-4401-BF74-0F520E45FAD3}" type="pres">
      <dgm:prSet presAssocID="{5A708691-C664-445A-859D-6B143D3B277B}" presName="composite" presStyleCnt="0"/>
      <dgm:spPr/>
    </dgm:pt>
    <dgm:pt modelId="{6C44CF55-B5DC-47DC-B9AD-2044CA4E4413}" type="pres">
      <dgm:prSet presAssocID="{5A708691-C664-445A-859D-6B143D3B277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163205C-78F5-4F7D-9C3E-3CDDA337864F}" type="pres">
      <dgm:prSet presAssocID="{5A708691-C664-445A-859D-6B143D3B277B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E85CC36-0B1A-4467-9604-7893568D6C75}" srcId="{0CBC7E2C-C267-41F4-B84E-5158B92B0592}" destId="{5E18FFB9-0D80-4CCE-A9C0-202CC065C6E3}" srcOrd="3" destOrd="0" parTransId="{6243556D-0478-4B1C-88C0-6046F6DB8075}" sibTransId="{28CFD8E9-A2A0-424C-8797-4741496387C3}"/>
    <dgm:cxn modelId="{F882851A-6002-48BA-9322-E88454AFC72A}" type="presOf" srcId="{CDF739BF-412E-4430-BDC9-F5288A561BF0}" destId="{F40268B0-29A6-4512-A8A5-9F0577E7D62B}" srcOrd="0" destOrd="8" presId="urn:microsoft.com/office/officeart/2005/8/layout/hList1"/>
    <dgm:cxn modelId="{345FA033-2610-4477-9193-898A282FB57F}" type="presOf" srcId="{82E59940-1270-474F-A953-97D8B7DB4DE9}" destId="{EB38A040-535D-44C5-B0DB-80DA5D2EBD89}" srcOrd="0" destOrd="0" presId="urn:microsoft.com/office/officeart/2005/8/layout/hList1"/>
    <dgm:cxn modelId="{BAE8C3DB-B81D-41E5-94C5-2A4FC9799A7F}" type="presOf" srcId="{7E21F9EB-DAAD-468E-99FC-2BD6446E1160}" destId="{3163205C-78F5-4F7D-9C3E-3CDDA337864F}" srcOrd="0" destOrd="6" presId="urn:microsoft.com/office/officeart/2005/8/layout/hList1"/>
    <dgm:cxn modelId="{2DEEAA45-BEEA-4BCE-A4F2-E57E73EEC6D5}" srcId="{0CBC7E2C-C267-41F4-B84E-5158B92B0592}" destId="{0A2355E2-DCA5-489B-B6A1-7BED0392229F}" srcOrd="6" destOrd="0" parTransId="{2FC84ADB-8CD6-46CD-B3B8-807C0E4A3E77}" sibTransId="{60394E71-2960-4393-A165-DBA1CBD1C12D}"/>
    <dgm:cxn modelId="{4AFC9582-FCCD-44E6-98A4-ABA7BD0D4D63}" type="presOf" srcId="{5A708691-C664-445A-859D-6B143D3B277B}" destId="{6C44CF55-B5DC-47DC-B9AD-2044CA4E4413}" srcOrd="0" destOrd="0" presId="urn:microsoft.com/office/officeart/2005/8/layout/hList1"/>
    <dgm:cxn modelId="{BDFA14FC-CDBC-4B83-B366-F4A378500676}" srcId="{5A708691-C664-445A-859D-6B143D3B277B}" destId="{63AB804A-47A4-46B1-AB65-5A743D532FAC}" srcOrd="8" destOrd="0" parTransId="{49E93F10-1FDA-493B-94DD-CDFF0E8BEBD5}" sibTransId="{0E37E7DA-7D85-48A3-A179-645E54E0D117}"/>
    <dgm:cxn modelId="{8483D940-D225-4029-8E3B-9B8BEDB591AF}" srcId="{82E59940-1270-474F-A953-97D8B7DB4DE9}" destId="{0CBC7E2C-C267-41F4-B84E-5158B92B0592}" srcOrd="0" destOrd="0" parTransId="{76230BC9-A02C-4C63-9033-B388139A0898}" sibTransId="{D42E6AEF-8B8A-44F3-ACBD-682EE4B81469}"/>
    <dgm:cxn modelId="{DD1172B7-9D59-4DE5-93D0-7705ADFC159A}" srcId="{0CBC7E2C-C267-41F4-B84E-5158B92B0592}" destId="{11A726E2-7E88-4E5D-964C-038DD3F320E7}" srcOrd="1" destOrd="0" parTransId="{2B7ED277-FA47-4679-A73C-8B4E77E2D5E4}" sibTransId="{514867A4-B0C4-42B2-A629-26A994C6EBFB}"/>
    <dgm:cxn modelId="{C97E8C0B-2DBB-4C0A-BD56-525B67D59501}" type="presOf" srcId="{87A84885-8EEB-4478-A1DA-E3141BA873C9}" destId="{3163205C-78F5-4F7D-9C3E-3CDDA337864F}" srcOrd="0" destOrd="9" presId="urn:microsoft.com/office/officeart/2005/8/layout/hList1"/>
    <dgm:cxn modelId="{BC6D4037-A21A-4A4A-8AA4-2E1FD2C5667A}" srcId="{5A708691-C664-445A-859D-6B143D3B277B}" destId="{7E21F9EB-DAAD-468E-99FC-2BD6446E1160}" srcOrd="6" destOrd="0" parTransId="{7F62E354-6340-4E77-8BB3-051AC4312281}" sibTransId="{200C2EDC-ECA1-4959-BCE6-3DB5103CFA13}"/>
    <dgm:cxn modelId="{7D813855-F28F-4F84-BA31-99620408C9F5}" srcId="{82E59940-1270-474F-A953-97D8B7DB4DE9}" destId="{5A708691-C664-445A-859D-6B143D3B277B}" srcOrd="1" destOrd="0" parTransId="{A5BFCC33-FA61-456F-ACA4-BB4C75661968}" sibTransId="{5AD3E156-7CD6-4A9E-A157-BCF3463930A8}"/>
    <dgm:cxn modelId="{9594A0B9-328A-4A15-982D-3FBA2D916092}" srcId="{0CBC7E2C-C267-41F4-B84E-5158B92B0592}" destId="{73FD4E34-889B-42BA-8FC4-131F201A55ED}" srcOrd="2" destOrd="0" parTransId="{B0B151AA-A7BF-4E9B-9042-2C81357F77B9}" sibTransId="{C2C29632-DE56-4714-9B87-27FBD1FB556B}"/>
    <dgm:cxn modelId="{05F63B52-4129-483E-ADEB-C53B6AF86C3C}" srcId="{0CBC7E2C-C267-41F4-B84E-5158B92B0592}" destId="{E37E4E20-F39E-4C20-AB3A-9F20B3ADF1A8}" srcOrd="4" destOrd="0" parTransId="{7F09F03A-49B8-4610-8ADE-E9E7ADF4AC4E}" sibTransId="{414E30CF-AE57-441A-84AA-D4F07F1AFAC7}"/>
    <dgm:cxn modelId="{6B3CD863-9741-4AF3-87CD-EE8DAE0614AD}" type="presOf" srcId="{63AB804A-47A4-46B1-AB65-5A743D532FAC}" destId="{3163205C-78F5-4F7D-9C3E-3CDDA337864F}" srcOrd="0" destOrd="8" presId="urn:microsoft.com/office/officeart/2005/8/layout/hList1"/>
    <dgm:cxn modelId="{DB2C323B-8A9A-4DB9-A302-491E1FC0C4AB}" type="presOf" srcId="{E2224B25-DFFC-4441-86E0-5BFC546A2D05}" destId="{3163205C-78F5-4F7D-9C3E-3CDDA337864F}" srcOrd="0" destOrd="7" presId="urn:microsoft.com/office/officeart/2005/8/layout/hList1"/>
    <dgm:cxn modelId="{3FDA9D25-FCF0-462C-A8EF-C7F78EEFDEB1}" type="presOf" srcId="{5E18FFB9-0D80-4CCE-A9C0-202CC065C6E3}" destId="{F40268B0-29A6-4512-A8A5-9F0577E7D62B}" srcOrd="0" destOrd="3" presId="urn:microsoft.com/office/officeart/2005/8/layout/hList1"/>
    <dgm:cxn modelId="{F6936290-B731-4C96-9898-93DD045131C2}" srcId="{5A708691-C664-445A-859D-6B143D3B277B}" destId="{0A496E92-14C7-45F1-B9B7-4E4427702E81}" srcOrd="3" destOrd="0" parTransId="{B2ABA3B4-DAB8-4931-9B11-B456E91E9B25}" sibTransId="{5EDDFA84-F1E1-42B4-AC9E-D4FF759533B0}"/>
    <dgm:cxn modelId="{A93DDA94-DCEE-48C8-BF70-B2F62718008C}" type="presOf" srcId="{C1CAD1AE-43C3-4FA1-97B0-01145834E780}" destId="{F40268B0-29A6-4512-A8A5-9F0577E7D62B}" srcOrd="0" destOrd="0" presId="urn:microsoft.com/office/officeart/2005/8/layout/hList1"/>
    <dgm:cxn modelId="{4B8849AF-3E50-4688-B08C-BDAF73E422DB}" type="presOf" srcId="{0A2355E2-DCA5-489B-B6A1-7BED0392229F}" destId="{F40268B0-29A6-4512-A8A5-9F0577E7D62B}" srcOrd="0" destOrd="6" presId="urn:microsoft.com/office/officeart/2005/8/layout/hList1"/>
    <dgm:cxn modelId="{80EF0D21-0973-45C5-B565-A1DEEF1EFCF1}" srcId="{0CBC7E2C-C267-41F4-B84E-5158B92B0592}" destId="{FCE178F1-4D53-45EC-A4F2-1F9A3B10B458}" srcOrd="7" destOrd="0" parTransId="{3BEE06EB-B120-4834-BD38-F0F37E405561}" sibTransId="{E262C456-C7DB-4D56-A226-5099B967488F}"/>
    <dgm:cxn modelId="{6050F270-1455-4D06-80A3-A78947C54B90}" type="presOf" srcId="{0A496E92-14C7-45F1-B9B7-4E4427702E81}" destId="{3163205C-78F5-4F7D-9C3E-3CDDA337864F}" srcOrd="0" destOrd="3" presId="urn:microsoft.com/office/officeart/2005/8/layout/hList1"/>
    <dgm:cxn modelId="{E24DB01F-8649-4EF6-BB6D-4B68F72D34EB}" type="presOf" srcId="{8A066F62-7653-4030-881A-828ADFED7A1E}" destId="{3163205C-78F5-4F7D-9C3E-3CDDA337864F}" srcOrd="0" destOrd="0" presId="urn:microsoft.com/office/officeart/2005/8/layout/hList1"/>
    <dgm:cxn modelId="{FFC93302-A2AD-47E8-BF9C-49556FB2CB00}" type="presOf" srcId="{C7D76A9D-2AD0-4316-8392-06D653F083B2}" destId="{3163205C-78F5-4F7D-9C3E-3CDDA337864F}" srcOrd="0" destOrd="5" presId="urn:microsoft.com/office/officeart/2005/8/layout/hList1"/>
    <dgm:cxn modelId="{08293CFF-31E8-44DB-B728-AA70DCFCC80B}" type="presOf" srcId="{0CBC7E2C-C267-41F4-B84E-5158B92B0592}" destId="{9464EACF-1B48-4148-AC75-86EC097B94DD}" srcOrd="0" destOrd="0" presId="urn:microsoft.com/office/officeart/2005/8/layout/hList1"/>
    <dgm:cxn modelId="{07E5AA7B-312A-4167-B0C9-3723EEB96854}" srcId="{5A708691-C664-445A-859D-6B143D3B277B}" destId="{C7D76A9D-2AD0-4316-8392-06D653F083B2}" srcOrd="5" destOrd="0" parTransId="{14EE8254-03A0-477C-86CB-73523B32E741}" sibTransId="{558D4A43-6E9F-4288-A29E-DE9A9E4CFBD3}"/>
    <dgm:cxn modelId="{12405F26-5E8C-4DC9-A99C-2E802CB2B825}" srcId="{0CBC7E2C-C267-41F4-B84E-5158B92B0592}" destId="{148B8A0E-F8D2-4E09-BB46-C9DF06A52DBC}" srcOrd="9" destOrd="0" parTransId="{2DEB401A-40F2-413E-AA81-D7FB295F4893}" sibTransId="{4F22EC2C-A330-4A8F-9CEF-BB3BE9914F05}"/>
    <dgm:cxn modelId="{0BA2FB5A-3629-4CDB-919D-7446E36EC93F}" type="presOf" srcId="{148B8A0E-F8D2-4E09-BB46-C9DF06A52DBC}" destId="{F40268B0-29A6-4512-A8A5-9F0577E7D62B}" srcOrd="0" destOrd="9" presId="urn:microsoft.com/office/officeart/2005/8/layout/hList1"/>
    <dgm:cxn modelId="{433AA04D-99C4-4E1F-89F8-0280E469DC09}" srcId="{5A708691-C664-445A-859D-6B143D3B277B}" destId="{B4AA28B8-7E87-4145-9C34-C8375DC3BE66}" srcOrd="1" destOrd="0" parTransId="{891349DE-35BD-45C3-A1B6-30BD90345F50}" sibTransId="{87A21272-589F-4A74-8835-EEE21943CDA9}"/>
    <dgm:cxn modelId="{3D8C62EB-65D0-4C02-BBC2-5F19C050B2C2}" srcId="{5A708691-C664-445A-859D-6B143D3B277B}" destId="{8A066F62-7653-4030-881A-828ADFED7A1E}" srcOrd="0" destOrd="0" parTransId="{6272885B-AD1B-4547-979D-ABCAE4B9F190}" sibTransId="{22D654DA-CEDC-4917-B768-D936AD5A73F2}"/>
    <dgm:cxn modelId="{3D317E91-B11C-49D0-94AD-30A9B1DEF2CC}" srcId="{0CBC7E2C-C267-41F4-B84E-5158B92B0592}" destId="{CDF739BF-412E-4430-BDC9-F5288A561BF0}" srcOrd="8" destOrd="0" parTransId="{FAE7F528-5FFE-41E2-B371-13AF55FE7638}" sibTransId="{C4767382-6F00-4710-814A-C65F0FF572EF}"/>
    <dgm:cxn modelId="{E08DB468-4631-430B-8335-F733009F3951}" type="presOf" srcId="{11A726E2-7E88-4E5D-964C-038DD3F320E7}" destId="{F40268B0-29A6-4512-A8A5-9F0577E7D62B}" srcOrd="0" destOrd="1" presId="urn:microsoft.com/office/officeart/2005/8/layout/hList1"/>
    <dgm:cxn modelId="{D571973A-432E-43A9-A738-CF17AB0C45DB}" srcId="{0CBC7E2C-C267-41F4-B84E-5158B92B0592}" destId="{9A633989-2EF4-4280-A3B5-10D3C63EF2D1}" srcOrd="5" destOrd="0" parTransId="{87129DCC-7A58-4A47-8EBF-2F3960F4FCBF}" sibTransId="{D2767FCD-D7D4-493C-A6BE-3074BD35D6C5}"/>
    <dgm:cxn modelId="{B8A3EDB6-0D46-4D09-A739-737D9450A946}" type="presOf" srcId="{E37E4E20-F39E-4C20-AB3A-9F20B3ADF1A8}" destId="{F40268B0-29A6-4512-A8A5-9F0577E7D62B}" srcOrd="0" destOrd="4" presId="urn:microsoft.com/office/officeart/2005/8/layout/hList1"/>
    <dgm:cxn modelId="{CFD7A761-DB04-4F6E-A8E4-AF5299EC4F4C}" srcId="{5A708691-C664-445A-859D-6B143D3B277B}" destId="{F9571FA1-5A9E-4DFF-AD44-23EDF564D981}" srcOrd="4" destOrd="0" parTransId="{9C7DAAE5-3CC3-4D8A-B764-FDC5A685E152}" sibTransId="{C8717B9C-06F5-4C6F-AA46-7446898F12A1}"/>
    <dgm:cxn modelId="{4D6723E3-A2D1-4808-BF1B-1369E41EB4F0}" type="presOf" srcId="{9A633989-2EF4-4280-A3B5-10D3C63EF2D1}" destId="{F40268B0-29A6-4512-A8A5-9F0577E7D62B}" srcOrd="0" destOrd="5" presId="urn:microsoft.com/office/officeart/2005/8/layout/hList1"/>
    <dgm:cxn modelId="{D5B82F38-063F-4B73-A026-D16528723905}" type="presOf" srcId="{FCE178F1-4D53-45EC-A4F2-1F9A3B10B458}" destId="{F40268B0-29A6-4512-A8A5-9F0577E7D62B}" srcOrd="0" destOrd="7" presId="urn:microsoft.com/office/officeart/2005/8/layout/hList1"/>
    <dgm:cxn modelId="{FB3BB642-0C8C-431C-8576-0E6DD4CB96B1}" srcId="{5A708691-C664-445A-859D-6B143D3B277B}" destId="{E2224B25-DFFC-4441-86E0-5BFC546A2D05}" srcOrd="7" destOrd="0" parTransId="{8DDB82B6-7020-412C-8F6B-F63FB26BDCA7}" sibTransId="{28E7768C-7618-4E8A-81E7-2A06130CA904}"/>
    <dgm:cxn modelId="{73D47F82-D495-47D2-95BB-1C96E9E07219}" srcId="{0CBC7E2C-C267-41F4-B84E-5158B92B0592}" destId="{C1CAD1AE-43C3-4FA1-97B0-01145834E780}" srcOrd="0" destOrd="0" parTransId="{5D2109BF-8ED9-40F1-98EF-B9D9D1AB4380}" sibTransId="{E7AE827D-61B2-4589-BAC9-6EAC228DBB4F}"/>
    <dgm:cxn modelId="{C8CD3CE9-8739-4ECF-8629-F2B2E73CFFCA}" type="presOf" srcId="{4B7C82F0-068D-42EE-9A4F-641F3127D659}" destId="{3163205C-78F5-4F7D-9C3E-3CDDA337864F}" srcOrd="0" destOrd="2" presId="urn:microsoft.com/office/officeart/2005/8/layout/hList1"/>
    <dgm:cxn modelId="{84E0562A-964E-480E-A6F5-EFA4C9EF7F68}" type="presOf" srcId="{B4AA28B8-7E87-4145-9C34-C8375DC3BE66}" destId="{3163205C-78F5-4F7D-9C3E-3CDDA337864F}" srcOrd="0" destOrd="1" presId="urn:microsoft.com/office/officeart/2005/8/layout/hList1"/>
    <dgm:cxn modelId="{10A25B0E-8454-4E4B-9689-197616647A7E}" srcId="{5A708691-C664-445A-859D-6B143D3B277B}" destId="{4B7C82F0-068D-42EE-9A4F-641F3127D659}" srcOrd="2" destOrd="0" parTransId="{4FF5FA6E-287C-473E-9273-2BC5A6FBE28C}" sibTransId="{1B7E518A-8768-4F5E-8C4F-43832255CA7A}"/>
    <dgm:cxn modelId="{BE0980E0-07F4-4D15-97DC-6490F928C408}" srcId="{5A708691-C664-445A-859D-6B143D3B277B}" destId="{87A84885-8EEB-4478-A1DA-E3141BA873C9}" srcOrd="9" destOrd="0" parTransId="{D251B6DF-0954-4350-A26E-0286CA6B7646}" sibTransId="{C81C32A8-D204-42C3-995D-CE4EF378F6CF}"/>
    <dgm:cxn modelId="{756EDDAA-B329-4CE7-81A7-8D292E27FD31}" type="presOf" srcId="{F9571FA1-5A9E-4DFF-AD44-23EDF564D981}" destId="{3163205C-78F5-4F7D-9C3E-3CDDA337864F}" srcOrd="0" destOrd="4" presId="urn:microsoft.com/office/officeart/2005/8/layout/hList1"/>
    <dgm:cxn modelId="{3F16B7C9-E8FE-488A-A8A7-7B7905DF8D49}" type="presOf" srcId="{73FD4E34-889B-42BA-8FC4-131F201A55ED}" destId="{F40268B0-29A6-4512-A8A5-9F0577E7D62B}" srcOrd="0" destOrd="2" presId="urn:microsoft.com/office/officeart/2005/8/layout/hList1"/>
    <dgm:cxn modelId="{59E6A13F-F0C7-4F5C-A078-35C5238988A9}" type="presParOf" srcId="{EB38A040-535D-44C5-B0DB-80DA5D2EBD89}" destId="{59ADA60A-F893-4B24-B2E7-015E9A85BEDB}" srcOrd="0" destOrd="0" presId="urn:microsoft.com/office/officeart/2005/8/layout/hList1"/>
    <dgm:cxn modelId="{9FFDACDA-8E2E-4FAA-9974-16BC9357F2DB}" type="presParOf" srcId="{59ADA60A-F893-4B24-B2E7-015E9A85BEDB}" destId="{9464EACF-1B48-4148-AC75-86EC097B94DD}" srcOrd="0" destOrd="0" presId="urn:microsoft.com/office/officeart/2005/8/layout/hList1"/>
    <dgm:cxn modelId="{79AAEB86-148E-4160-8BBB-77A3460F3068}" type="presParOf" srcId="{59ADA60A-F893-4B24-B2E7-015E9A85BEDB}" destId="{F40268B0-29A6-4512-A8A5-9F0577E7D62B}" srcOrd="1" destOrd="0" presId="urn:microsoft.com/office/officeart/2005/8/layout/hList1"/>
    <dgm:cxn modelId="{E353E458-AF58-4862-B910-947F2F920399}" type="presParOf" srcId="{EB38A040-535D-44C5-B0DB-80DA5D2EBD89}" destId="{D8C4570F-D8DB-47F7-A972-5CA787FF1E23}" srcOrd="1" destOrd="0" presId="urn:microsoft.com/office/officeart/2005/8/layout/hList1"/>
    <dgm:cxn modelId="{CD428201-0294-4EB4-8ECB-B40C06682AE3}" type="presParOf" srcId="{EB38A040-535D-44C5-B0DB-80DA5D2EBD89}" destId="{60F0927D-4760-4401-BF74-0F520E45FAD3}" srcOrd="2" destOrd="0" presId="urn:microsoft.com/office/officeart/2005/8/layout/hList1"/>
    <dgm:cxn modelId="{B0BB05B5-B0C2-474A-9C16-DDA2FC6CC335}" type="presParOf" srcId="{60F0927D-4760-4401-BF74-0F520E45FAD3}" destId="{6C44CF55-B5DC-47DC-B9AD-2044CA4E4413}" srcOrd="0" destOrd="0" presId="urn:microsoft.com/office/officeart/2005/8/layout/hList1"/>
    <dgm:cxn modelId="{C6925E4E-D4F2-4AEF-84E2-C0544DBB7E9C}" type="presParOf" srcId="{60F0927D-4760-4401-BF74-0F520E45FAD3}" destId="{3163205C-78F5-4F7D-9C3E-3CDDA337864F}" srcOrd="1" destOrd="0" presId="urn:microsoft.com/office/officeart/2005/8/layout/hList1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50B3CA5F-4618-4022-B9A9-5A980E1F9A65}">
      <dgm:prSet phldr="0" custT="1"/>
      <dgm:spPr>
        <a:noFill/>
      </dgm:spPr>
      <dgm:t>
        <a:bodyPr/>
        <a:lstStyle/>
        <a:p>
          <a:pPr algn="l" rtl="0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A. Le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témoin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le plus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précoce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la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nécrose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cutanée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79885AD9-8E69-48EE-959E-6A64D401D12C}" type="parTrans" cxnId="{E43A6717-15CA-445F-8C06-DF558F42A4C2}">
      <dgm:prSet/>
      <dgm:spPr/>
      <dgm:t>
        <a:bodyPr/>
        <a:lstStyle/>
        <a:p>
          <a:endParaRPr lang="fr-FR"/>
        </a:p>
      </dgm:t>
    </dgm:pt>
    <dgm:pt modelId="{0C660048-A498-4F8C-8F86-6AAA8BAC162B}" type="sibTrans" cxnId="{E43A6717-15CA-445F-8C06-DF558F42A4C2}">
      <dgm:prSet/>
      <dgm:spPr/>
      <dgm:t>
        <a:bodyPr/>
        <a:lstStyle/>
        <a:p>
          <a:endParaRPr lang="fr-FR"/>
        </a:p>
      </dgm:t>
    </dgm:pt>
    <dgm:pt modelId="{57197C82-B2C9-4233-A73B-74D4334F775D}">
      <dgm:prSet phldr="0" custT="1"/>
      <dgm:spPr>
        <a:noFill/>
      </dgm:spPr>
      <dgm:t>
        <a:bodyPr/>
        <a:lstStyle/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B.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musculaire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à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l'origine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d'une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rhabdomyolyse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6BEC2C5-0894-4DD6-8743-634B094735D8}" type="parTrans" cxnId="{65B4A77D-810A-4B1A-83EB-C194E13BADF8}">
      <dgm:prSet/>
      <dgm:spPr/>
      <dgm:t>
        <a:bodyPr/>
        <a:lstStyle/>
        <a:p>
          <a:endParaRPr lang="fr-FR"/>
        </a:p>
      </dgm:t>
    </dgm:pt>
    <dgm:pt modelId="{7D9FC1AB-804F-4F78-9756-71657EC13F5C}" type="sibTrans" cxnId="{65B4A77D-810A-4B1A-83EB-C194E13BADF8}">
      <dgm:prSet/>
      <dgm:spPr/>
      <dgm:t>
        <a:bodyPr/>
        <a:lstStyle/>
        <a:p>
          <a:endParaRPr lang="fr-FR"/>
        </a:p>
      </dgm:t>
    </dgm:pt>
    <dgm:pt modelId="{0F7AA535-EA8C-4E5F-B5EA-6BE0632C3F89}">
      <dgm:prSet phldr="0" custT="1"/>
      <dgm:spPr>
        <a:noFill/>
      </dgm:spPr>
      <dgm:t>
        <a:bodyPr/>
        <a:lstStyle/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C.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nerveuse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mauvais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pronostic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056DA01B-94A1-426F-AF71-E816949CAF78}" type="parTrans" cxnId="{CACBA31D-E552-4CCF-A29D-66C980F55A03}">
      <dgm:prSet/>
      <dgm:spPr/>
      <dgm:t>
        <a:bodyPr/>
        <a:lstStyle/>
        <a:p>
          <a:endParaRPr lang="fr-FR"/>
        </a:p>
      </dgm:t>
    </dgm:pt>
    <dgm:pt modelId="{D3D3C0D2-074F-43C4-AD62-FC9657A72E84}" type="sibTrans" cxnId="{CACBA31D-E552-4CCF-A29D-66C980F55A03}">
      <dgm:prSet/>
      <dgm:spPr/>
      <dgm:t>
        <a:bodyPr/>
        <a:lstStyle/>
        <a:p>
          <a:endParaRPr lang="fr-FR"/>
        </a:p>
      </dgm:t>
    </dgm:pt>
    <dgm:pt modelId="{D7D63289-D429-450C-8727-4491349822A7}">
      <dgm:prSet phldr="0" custT="1"/>
      <dgm:spPr>
        <a:noFill/>
      </dgm:spPr>
      <dgm:t>
        <a:bodyPr/>
        <a:lstStyle/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D. En absence de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collatéralité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bien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développée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,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musculaire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peut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être</a:t>
          </a:r>
          <a:endParaRPr lang="en-US" sz="2400" dirty="0">
            <a:solidFill>
              <a:schemeClr val="tx1"/>
            </a:solidFill>
            <a:latin typeface="+mn-lt"/>
            <a:cs typeface="Times New Roman"/>
          </a:endParaRPr>
        </a:p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irréversible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au 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delà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de 6h.</a:t>
          </a:r>
          <a:r>
            <a:rPr lang="en-US" sz="21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sz="2100" dirty="0">
            <a:solidFill>
              <a:schemeClr val="tx1"/>
            </a:solidFill>
            <a:latin typeface="+mn-lt"/>
          </a:endParaRPr>
        </a:p>
      </dgm:t>
    </dgm:pt>
    <dgm:pt modelId="{CC88A17F-033D-4E06-A1A8-9756876709C6}" type="parTrans" cxnId="{5D3285B5-DFAA-426F-9446-CBF30E48A71C}">
      <dgm:prSet/>
      <dgm:spPr/>
      <dgm:t>
        <a:bodyPr/>
        <a:lstStyle/>
        <a:p>
          <a:endParaRPr lang="fr-FR"/>
        </a:p>
      </dgm:t>
    </dgm:pt>
    <dgm:pt modelId="{DD9B1EDE-FA05-4491-8B9B-6110B2832734}" type="sibTrans" cxnId="{5D3285B5-DFAA-426F-9446-CBF30E48A71C}">
      <dgm:prSet/>
      <dgm:spPr/>
      <dgm:t>
        <a:bodyPr/>
        <a:lstStyle/>
        <a:p>
          <a:endParaRPr lang="fr-FR"/>
        </a:p>
      </dgm:t>
    </dgm:pt>
    <dgm:pt modelId="{C06596CB-88A7-48C5-BA7D-DA594BDE08DE}">
      <dgm:prSet phldr="0" custT="1"/>
      <dgm:spPr>
        <a:noFill/>
      </dgm:spPr>
      <dgm:t>
        <a:bodyPr/>
        <a:lstStyle/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E.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L'axonotmésis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une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conséquence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nerveuse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32D1380-36C3-49E7-B134-AE209DB0CA30}" type="parTrans" cxnId="{30E3E1ED-C6BD-4F9E-95B3-B13DE99BD279}">
      <dgm:prSet/>
      <dgm:spPr/>
      <dgm:t>
        <a:bodyPr/>
        <a:lstStyle/>
        <a:p>
          <a:endParaRPr lang="fr-FR"/>
        </a:p>
      </dgm:t>
    </dgm:pt>
    <dgm:pt modelId="{9D6B1431-E3F1-4932-B951-1F69E9646490}" type="sibTrans" cxnId="{30E3E1ED-C6BD-4F9E-95B3-B13DE99BD279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DCD48B8-D6CA-49AC-B44F-615B69F84FF0}" type="pres">
      <dgm:prSet presAssocID="{50B3CA5F-4618-4022-B9A9-5A980E1F9A65}" presName="parentText" presStyleLbl="node1" presStyleIdx="0" presStyleCnt="5" custScaleY="99885" custLinFactNeighborX="-52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CFE87E8-37AD-46C9-985A-4FFED992F7AD}" type="pres">
      <dgm:prSet presAssocID="{0C660048-A498-4F8C-8F86-6AAA8BAC162B}" presName="spacer" presStyleCnt="0"/>
      <dgm:spPr/>
    </dgm:pt>
    <dgm:pt modelId="{DBB9B3A9-F42E-4A05-B6E7-D9F5D96091B0}" type="pres">
      <dgm:prSet presAssocID="{57197C82-B2C9-4233-A73B-74D4334F775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6B32BEB-8FBF-4599-AB04-F8D918A6F56E}" type="pres">
      <dgm:prSet presAssocID="{7D9FC1AB-804F-4F78-9756-71657EC13F5C}" presName="spacer" presStyleCnt="0"/>
      <dgm:spPr/>
    </dgm:pt>
    <dgm:pt modelId="{A50BDBF0-1EEC-4737-BC64-55A6B9561D2C}" type="pres">
      <dgm:prSet presAssocID="{0F7AA535-EA8C-4E5F-B5EA-6BE0632C3F8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1C0F3DA-2DA0-4B39-BA30-25A70C13E38E}" type="pres">
      <dgm:prSet presAssocID="{D3D3C0D2-074F-43C4-AD62-FC9657A72E84}" presName="spacer" presStyleCnt="0"/>
      <dgm:spPr/>
    </dgm:pt>
    <dgm:pt modelId="{60EA15F3-B1B3-440F-B0E5-F12258C59F91}" type="pres">
      <dgm:prSet presAssocID="{D7D63289-D429-450C-8727-4491349822A7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857F0F-BCEF-4094-806D-A9E3CF965EBE}" type="pres">
      <dgm:prSet presAssocID="{DD9B1EDE-FA05-4491-8B9B-6110B2832734}" presName="spacer" presStyleCnt="0"/>
      <dgm:spPr/>
    </dgm:pt>
    <dgm:pt modelId="{295CD848-C87F-4498-8F12-D06415B50CC9}" type="pres">
      <dgm:prSet presAssocID="{C06596CB-88A7-48C5-BA7D-DA594BDE08D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ACBA31D-E552-4CCF-A29D-66C980F55A03}" srcId="{F758A695-F9F3-4BC9-9690-484C0F73DB2D}" destId="{0F7AA535-EA8C-4E5F-B5EA-6BE0632C3F89}" srcOrd="2" destOrd="0" parTransId="{056DA01B-94A1-426F-AF71-E816949CAF78}" sibTransId="{D3D3C0D2-074F-43C4-AD62-FC9657A72E84}"/>
    <dgm:cxn modelId="{4F1B8D37-F5FB-4CD9-BC77-2D3B71BD7207}" type="presOf" srcId="{F758A695-F9F3-4BC9-9690-484C0F73DB2D}" destId="{F1C8B3EF-72B1-4492-9A48-93FC1A72C87D}" srcOrd="0" destOrd="0" presId="urn:microsoft.com/office/officeart/2005/8/layout/vList2"/>
    <dgm:cxn modelId="{E0A50AD5-BD8F-4F31-B01F-4CD1D20DA72B}" type="presOf" srcId="{50B3CA5F-4618-4022-B9A9-5A980E1F9A65}" destId="{2DCD48B8-D6CA-49AC-B44F-615B69F84FF0}" srcOrd="0" destOrd="0" presId="urn:microsoft.com/office/officeart/2005/8/layout/vList2"/>
    <dgm:cxn modelId="{65B4A77D-810A-4B1A-83EB-C194E13BADF8}" srcId="{F758A695-F9F3-4BC9-9690-484C0F73DB2D}" destId="{57197C82-B2C9-4233-A73B-74D4334F775D}" srcOrd="1" destOrd="0" parTransId="{F6BEC2C5-0894-4DD6-8743-634B094735D8}" sibTransId="{7D9FC1AB-804F-4F78-9756-71657EC13F5C}"/>
    <dgm:cxn modelId="{430E693B-5374-4FDA-9FB0-474B7081B9B5}" type="presOf" srcId="{57197C82-B2C9-4233-A73B-74D4334F775D}" destId="{DBB9B3A9-F42E-4A05-B6E7-D9F5D96091B0}" srcOrd="0" destOrd="0" presId="urn:microsoft.com/office/officeart/2005/8/layout/vList2"/>
    <dgm:cxn modelId="{D650334B-7E58-415C-ABF6-517F5206DF28}" type="presOf" srcId="{D7D63289-D429-450C-8727-4491349822A7}" destId="{60EA15F3-B1B3-440F-B0E5-F12258C59F91}" srcOrd="0" destOrd="0" presId="urn:microsoft.com/office/officeart/2005/8/layout/vList2"/>
    <dgm:cxn modelId="{F51C8FC4-98A8-4415-9FCD-04753DC37720}" type="presOf" srcId="{0F7AA535-EA8C-4E5F-B5EA-6BE0632C3F89}" destId="{A50BDBF0-1EEC-4737-BC64-55A6B9561D2C}" srcOrd="0" destOrd="0" presId="urn:microsoft.com/office/officeart/2005/8/layout/vList2"/>
    <dgm:cxn modelId="{E43A6717-15CA-445F-8C06-DF558F42A4C2}" srcId="{F758A695-F9F3-4BC9-9690-484C0F73DB2D}" destId="{50B3CA5F-4618-4022-B9A9-5A980E1F9A65}" srcOrd="0" destOrd="0" parTransId="{79885AD9-8E69-48EE-959E-6A64D401D12C}" sibTransId="{0C660048-A498-4F8C-8F86-6AAA8BAC162B}"/>
    <dgm:cxn modelId="{43F75469-D113-4744-AEB5-379EA5FB6254}" type="presOf" srcId="{C06596CB-88A7-48C5-BA7D-DA594BDE08DE}" destId="{295CD848-C87F-4498-8F12-D06415B50CC9}" srcOrd="0" destOrd="0" presId="urn:microsoft.com/office/officeart/2005/8/layout/vList2"/>
    <dgm:cxn modelId="{30E3E1ED-C6BD-4F9E-95B3-B13DE99BD279}" srcId="{F758A695-F9F3-4BC9-9690-484C0F73DB2D}" destId="{C06596CB-88A7-48C5-BA7D-DA594BDE08DE}" srcOrd="4" destOrd="0" parTransId="{F32D1380-36C3-49E7-B134-AE209DB0CA30}" sibTransId="{9D6B1431-E3F1-4932-B951-1F69E9646490}"/>
    <dgm:cxn modelId="{5D3285B5-DFAA-426F-9446-CBF30E48A71C}" srcId="{F758A695-F9F3-4BC9-9690-484C0F73DB2D}" destId="{D7D63289-D429-450C-8727-4491349822A7}" srcOrd="3" destOrd="0" parTransId="{CC88A17F-033D-4E06-A1A8-9756876709C6}" sibTransId="{DD9B1EDE-FA05-4491-8B9B-6110B2832734}"/>
    <dgm:cxn modelId="{684076AB-8252-4D2D-B1D5-2244B73700F1}" type="presParOf" srcId="{F1C8B3EF-72B1-4492-9A48-93FC1A72C87D}" destId="{2DCD48B8-D6CA-49AC-B44F-615B69F84FF0}" srcOrd="0" destOrd="0" presId="urn:microsoft.com/office/officeart/2005/8/layout/vList2"/>
    <dgm:cxn modelId="{80680414-279C-4B82-8B07-14DE9C3C4EF4}" type="presParOf" srcId="{F1C8B3EF-72B1-4492-9A48-93FC1A72C87D}" destId="{DCFE87E8-37AD-46C9-985A-4FFED992F7AD}" srcOrd="1" destOrd="0" presId="urn:microsoft.com/office/officeart/2005/8/layout/vList2"/>
    <dgm:cxn modelId="{1D152AC8-2877-4140-8DAB-ECC0D82E44BA}" type="presParOf" srcId="{F1C8B3EF-72B1-4492-9A48-93FC1A72C87D}" destId="{DBB9B3A9-F42E-4A05-B6E7-D9F5D96091B0}" srcOrd="2" destOrd="0" presId="urn:microsoft.com/office/officeart/2005/8/layout/vList2"/>
    <dgm:cxn modelId="{309536D5-C89A-4D1E-8351-44C0F74604DF}" type="presParOf" srcId="{F1C8B3EF-72B1-4492-9A48-93FC1A72C87D}" destId="{76B32BEB-8FBF-4599-AB04-F8D918A6F56E}" srcOrd="3" destOrd="0" presId="urn:microsoft.com/office/officeart/2005/8/layout/vList2"/>
    <dgm:cxn modelId="{73EC1D6E-A825-4406-96E4-72876E842949}" type="presParOf" srcId="{F1C8B3EF-72B1-4492-9A48-93FC1A72C87D}" destId="{A50BDBF0-1EEC-4737-BC64-55A6B9561D2C}" srcOrd="4" destOrd="0" presId="urn:microsoft.com/office/officeart/2005/8/layout/vList2"/>
    <dgm:cxn modelId="{28D95E47-4AD7-4374-A05B-8641A4BE05F7}" type="presParOf" srcId="{F1C8B3EF-72B1-4492-9A48-93FC1A72C87D}" destId="{A1C0F3DA-2DA0-4B39-BA30-25A70C13E38E}" srcOrd="5" destOrd="0" presId="urn:microsoft.com/office/officeart/2005/8/layout/vList2"/>
    <dgm:cxn modelId="{45B1CF0A-E1DB-47D9-8F90-1915CBF233F2}" type="presParOf" srcId="{F1C8B3EF-72B1-4492-9A48-93FC1A72C87D}" destId="{60EA15F3-B1B3-440F-B0E5-F12258C59F91}" srcOrd="6" destOrd="0" presId="urn:microsoft.com/office/officeart/2005/8/layout/vList2"/>
    <dgm:cxn modelId="{8C016398-6A36-480C-BFAA-07458388CCBD}" type="presParOf" srcId="{F1C8B3EF-72B1-4492-9A48-93FC1A72C87D}" destId="{5C857F0F-BCEF-4094-806D-A9E3CF965EBE}" srcOrd="7" destOrd="0" presId="urn:microsoft.com/office/officeart/2005/8/layout/vList2"/>
    <dgm:cxn modelId="{467BE19E-A183-41C4-9931-87403CBA4EE3}" type="presParOf" srcId="{F1C8B3EF-72B1-4492-9A48-93FC1A72C87D}" destId="{295CD848-C87F-4498-8F12-D06415B50CC9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50B3CA5F-4618-4022-B9A9-5A980E1F9A65}">
      <dgm:prSet phldr="0" custT="1"/>
      <dgm:spPr>
        <a:noFill/>
      </dgm:spPr>
      <dgm:t>
        <a:bodyPr/>
        <a:lstStyle/>
        <a:p>
          <a:pPr algn="l" rtl="0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A. Le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témoin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le plus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précoce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la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nécrose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cutanée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79885AD9-8E69-48EE-959E-6A64D401D12C}" type="parTrans" cxnId="{E43A6717-15CA-445F-8C06-DF558F42A4C2}">
      <dgm:prSet/>
      <dgm:spPr/>
      <dgm:t>
        <a:bodyPr/>
        <a:lstStyle/>
        <a:p>
          <a:endParaRPr lang="fr-FR"/>
        </a:p>
      </dgm:t>
    </dgm:pt>
    <dgm:pt modelId="{0C660048-A498-4F8C-8F86-6AAA8BAC162B}" type="sibTrans" cxnId="{E43A6717-15CA-445F-8C06-DF558F42A4C2}">
      <dgm:prSet/>
      <dgm:spPr/>
      <dgm:t>
        <a:bodyPr/>
        <a:lstStyle/>
        <a:p>
          <a:endParaRPr lang="fr-FR"/>
        </a:p>
      </dgm:t>
    </dgm:pt>
    <dgm:pt modelId="{57197C82-B2C9-4233-A73B-74D4334F775D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B.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musculaire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à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l'origine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d'une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rhabdomyolyse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6BEC2C5-0894-4DD6-8743-634B094735D8}" type="parTrans" cxnId="{65B4A77D-810A-4B1A-83EB-C194E13BADF8}">
      <dgm:prSet/>
      <dgm:spPr/>
      <dgm:t>
        <a:bodyPr/>
        <a:lstStyle/>
        <a:p>
          <a:endParaRPr lang="fr-FR"/>
        </a:p>
      </dgm:t>
    </dgm:pt>
    <dgm:pt modelId="{7D9FC1AB-804F-4F78-9756-71657EC13F5C}" type="sibTrans" cxnId="{65B4A77D-810A-4B1A-83EB-C194E13BADF8}">
      <dgm:prSet/>
      <dgm:spPr/>
      <dgm:t>
        <a:bodyPr/>
        <a:lstStyle/>
        <a:p>
          <a:endParaRPr lang="fr-FR"/>
        </a:p>
      </dgm:t>
    </dgm:pt>
    <dgm:pt modelId="{0F7AA535-EA8C-4E5F-B5EA-6BE0632C3F89}">
      <dgm:prSet phldr="0" custT="1"/>
      <dgm:spPr>
        <a:noFill/>
      </dgm:spPr>
      <dgm:t>
        <a:bodyPr/>
        <a:lstStyle/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C.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nerveuse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mauvais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pronostic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056DA01B-94A1-426F-AF71-E816949CAF78}" type="parTrans" cxnId="{CACBA31D-E552-4CCF-A29D-66C980F55A03}">
      <dgm:prSet/>
      <dgm:spPr/>
      <dgm:t>
        <a:bodyPr/>
        <a:lstStyle/>
        <a:p>
          <a:endParaRPr lang="fr-FR"/>
        </a:p>
      </dgm:t>
    </dgm:pt>
    <dgm:pt modelId="{D3D3C0D2-074F-43C4-AD62-FC9657A72E84}" type="sibTrans" cxnId="{CACBA31D-E552-4CCF-A29D-66C980F55A03}">
      <dgm:prSet/>
      <dgm:spPr/>
      <dgm:t>
        <a:bodyPr/>
        <a:lstStyle/>
        <a:p>
          <a:endParaRPr lang="fr-FR"/>
        </a:p>
      </dgm:t>
    </dgm:pt>
    <dgm:pt modelId="{D7D63289-D429-450C-8727-4491349822A7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D. En absence de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collatéralité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bien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développée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,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musculaire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peut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être</a:t>
          </a:r>
          <a:endParaRPr lang="en-US" sz="2400" dirty="0">
            <a:solidFill>
              <a:schemeClr val="tx1"/>
            </a:solidFill>
            <a:latin typeface="+mn-lt"/>
            <a:cs typeface="Times New Roman"/>
          </a:endParaRPr>
        </a:p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irréversible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au 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delà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de 6h.</a:t>
          </a:r>
          <a:r>
            <a:rPr lang="en-US" sz="21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sz="2100" dirty="0">
            <a:solidFill>
              <a:schemeClr val="tx1"/>
            </a:solidFill>
            <a:latin typeface="+mn-lt"/>
          </a:endParaRPr>
        </a:p>
      </dgm:t>
    </dgm:pt>
    <dgm:pt modelId="{CC88A17F-033D-4E06-A1A8-9756876709C6}" type="parTrans" cxnId="{5D3285B5-DFAA-426F-9446-CBF30E48A71C}">
      <dgm:prSet/>
      <dgm:spPr/>
      <dgm:t>
        <a:bodyPr/>
        <a:lstStyle/>
        <a:p>
          <a:endParaRPr lang="fr-FR"/>
        </a:p>
      </dgm:t>
    </dgm:pt>
    <dgm:pt modelId="{DD9B1EDE-FA05-4491-8B9B-6110B2832734}" type="sibTrans" cxnId="{5D3285B5-DFAA-426F-9446-CBF30E48A71C}">
      <dgm:prSet/>
      <dgm:spPr/>
      <dgm:t>
        <a:bodyPr/>
        <a:lstStyle/>
        <a:p>
          <a:endParaRPr lang="fr-FR"/>
        </a:p>
      </dgm:t>
    </dgm:pt>
    <dgm:pt modelId="{C06596CB-88A7-48C5-BA7D-DA594BDE08DE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E.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L'axonotmésis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une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conséquence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sz="2400" dirty="0" err="1">
              <a:solidFill>
                <a:schemeClr val="tx1"/>
              </a:solidFill>
              <a:latin typeface="+mn-lt"/>
              <a:cs typeface="Times New Roman"/>
            </a:rPr>
            <a:t>nerveuse</a:t>
          </a:r>
          <a:r>
            <a:rPr lang="en-US" sz="2400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32D1380-36C3-49E7-B134-AE209DB0CA30}" type="parTrans" cxnId="{30E3E1ED-C6BD-4F9E-95B3-B13DE99BD279}">
      <dgm:prSet/>
      <dgm:spPr/>
      <dgm:t>
        <a:bodyPr/>
        <a:lstStyle/>
        <a:p>
          <a:endParaRPr lang="fr-FR"/>
        </a:p>
      </dgm:t>
    </dgm:pt>
    <dgm:pt modelId="{9D6B1431-E3F1-4932-B951-1F69E9646490}" type="sibTrans" cxnId="{30E3E1ED-C6BD-4F9E-95B3-B13DE99BD279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DCD48B8-D6CA-49AC-B44F-615B69F84FF0}" type="pres">
      <dgm:prSet presAssocID="{50B3CA5F-4618-4022-B9A9-5A980E1F9A65}" presName="parentText" presStyleLbl="node1" presStyleIdx="0" presStyleCnt="5" custScaleY="99885" custLinFactNeighborX="-52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CFE87E8-37AD-46C9-985A-4FFED992F7AD}" type="pres">
      <dgm:prSet presAssocID="{0C660048-A498-4F8C-8F86-6AAA8BAC162B}" presName="spacer" presStyleCnt="0"/>
      <dgm:spPr/>
    </dgm:pt>
    <dgm:pt modelId="{DBB9B3A9-F42E-4A05-B6E7-D9F5D96091B0}" type="pres">
      <dgm:prSet presAssocID="{57197C82-B2C9-4233-A73B-74D4334F775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6B32BEB-8FBF-4599-AB04-F8D918A6F56E}" type="pres">
      <dgm:prSet presAssocID="{7D9FC1AB-804F-4F78-9756-71657EC13F5C}" presName="spacer" presStyleCnt="0"/>
      <dgm:spPr/>
    </dgm:pt>
    <dgm:pt modelId="{A50BDBF0-1EEC-4737-BC64-55A6B9561D2C}" type="pres">
      <dgm:prSet presAssocID="{0F7AA535-EA8C-4E5F-B5EA-6BE0632C3F8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1C0F3DA-2DA0-4B39-BA30-25A70C13E38E}" type="pres">
      <dgm:prSet presAssocID="{D3D3C0D2-074F-43C4-AD62-FC9657A72E84}" presName="spacer" presStyleCnt="0"/>
      <dgm:spPr/>
    </dgm:pt>
    <dgm:pt modelId="{60EA15F3-B1B3-440F-B0E5-F12258C59F91}" type="pres">
      <dgm:prSet presAssocID="{D7D63289-D429-450C-8727-4491349822A7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857F0F-BCEF-4094-806D-A9E3CF965EBE}" type="pres">
      <dgm:prSet presAssocID="{DD9B1EDE-FA05-4491-8B9B-6110B2832734}" presName="spacer" presStyleCnt="0"/>
      <dgm:spPr/>
    </dgm:pt>
    <dgm:pt modelId="{295CD848-C87F-4498-8F12-D06415B50CC9}" type="pres">
      <dgm:prSet presAssocID="{C06596CB-88A7-48C5-BA7D-DA594BDE08D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ACBA31D-E552-4CCF-A29D-66C980F55A03}" srcId="{F758A695-F9F3-4BC9-9690-484C0F73DB2D}" destId="{0F7AA535-EA8C-4E5F-B5EA-6BE0632C3F89}" srcOrd="2" destOrd="0" parTransId="{056DA01B-94A1-426F-AF71-E816949CAF78}" sibTransId="{D3D3C0D2-074F-43C4-AD62-FC9657A72E84}"/>
    <dgm:cxn modelId="{65B4A77D-810A-4B1A-83EB-C194E13BADF8}" srcId="{F758A695-F9F3-4BC9-9690-484C0F73DB2D}" destId="{57197C82-B2C9-4233-A73B-74D4334F775D}" srcOrd="1" destOrd="0" parTransId="{F6BEC2C5-0894-4DD6-8743-634B094735D8}" sibTransId="{7D9FC1AB-804F-4F78-9756-71657EC13F5C}"/>
    <dgm:cxn modelId="{E3EBB0FC-7DD9-473A-88D5-9039C333BBB2}" type="presOf" srcId="{0F7AA535-EA8C-4E5F-B5EA-6BE0632C3F89}" destId="{A50BDBF0-1EEC-4737-BC64-55A6B9561D2C}" srcOrd="0" destOrd="0" presId="urn:microsoft.com/office/officeart/2005/8/layout/vList2"/>
    <dgm:cxn modelId="{F5EEA084-168A-43A4-B8D3-DCD253F9957B}" type="presOf" srcId="{D7D63289-D429-450C-8727-4491349822A7}" destId="{60EA15F3-B1B3-440F-B0E5-F12258C59F91}" srcOrd="0" destOrd="0" presId="urn:microsoft.com/office/officeart/2005/8/layout/vList2"/>
    <dgm:cxn modelId="{BF23B9C0-C701-45C0-980F-3D87119A4009}" type="presOf" srcId="{57197C82-B2C9-4233-A73B-74D4334F775D}" destId="{DBB9B3A9-F42E-4A05-B6E7-D9F5D96091B0}" srcOrd="0" destOrd="0" presId="urn:microsoft.com/office/officeart/2005/8/layout/vList2"/>
    <dgm:cxn modelId="{60A4C5CF-EA78-4E19-9024-77892205DED3}" type="presOf" srcId="{50B3CA5F-4618-4022-B9A9-5A980E1F9A65}" destId="{2DCD48B8-D6CA-49AC-B44F-615B69F84FF0}" srcOrd="0" destOrd="0" presId="urn:microsoft.com/office/officeart/2005/8/layout/vList2"/>
    <dgm:cxn modelId="{2870BC4B-0AC1-4F2E-B42E-31BB82F0400A}" type="presOf" srcId="{F758A695-F9F3-4BC9-9690-484C0F73DB2D}" destId="{F1C8B3EF-72B1-4492-9A48-93FC1A72C87D}" srcOrd="0" destOrd="0" presId="urn:microsoft.com/office/officeart/2005/8/layout/vList2"/>
    <dgm:cxn modelId="{A0DD77C9-2868-4BFB-BA82-8BE565D4134B}" type="presOf" srcId="{C06596CB-88A7-48C5-BA7D-DA594BDE08DE}" destId="{295CD848-C87F-4498-8F12-D06415B50CC9}" srcOrd="0" destOrd="0" presId="urn:microsoft.com/office/officeart/2005/8/layout/vList2"/>
    <dgm:cxn modelId="{E43A6717-15CA-445F-8C06-DF558F42A4C2}" srcId="{F758A695-F9F3-4BC9-9690-484C0F73DB2D}" destId="{50B3CA5F-4618-4022-B9A9-5A980E1F9A65}" srcOrd="0" destOrd="0" parTransId="{79885AD9-8E69-48EE-959E-6A64D401D12C}" sibTransId="{0C660048-A498-4F8C-8F86-6AAA8BAC162B}"/>
    <dgm:cxn modelId="{30E3E1ED-C6BD-4F9E-95B3-B13DE99BD279}" srcId="{F758A695-F9F3-4BC9-9690-484C0F73DB2D}" destId="{C06596CB-88A7-48C5-BA7D-DA594BDE08DE}" srcOrd="4" destOrd="0" parTransId="{F32D1380-36C3-49E7-B134-AE209DB0CA30}" sibTransId="{9D6B1431-E3F1-4932-B951-1F69E9646490}"/>
    <dgm:cxn modelId="{5D3285B5-DFAA-426F-9446-CBF30E48A71C}" srcId="{F758A695-F9F3-4BC9-9690-484C0F73DB2D}" destId="{D7D63289-D429-450C-8727-4491349822A7}" srcOrd="3" destOrd="0" parTransId="{CC88A17F-033D-4E06-A1A8-9756876709C6}" sibTransId="{DD9B1EDE-FA05-4491-8B9B-6110B2832734}"/>
    <dgm:cxn modelId="{B5EFEFAF-F39F-4D61-A253-2B0BF21BE8DF}" type="presParOf" srcId="{F1C8B3EF-72B1-4492-9A48-93FC1A72C87D}" destId="{2DCD48B8-D6CA-49AC-B44F-615B69F84FF0}" srcOrd="0" destOrd="0" presId="urn:microsoft.com/office/officeart/2005/8/layout/vList2"/>
    <dgm:cxn modelId="{6A3AB1C4-3B67-4400-B74B-E73715BAE638}" type="presParOf" srcId="{F1C8B3EF-72B1-4492-9A48-93FC1A72C87D}" destId="{DCFE87E8-37AD-46C9-985A-4FFED992F7AD}" srcOrd="1" destOrd="0" presId="urn:microsoft.com/office/officeart/2005/8/layout/vList2"/>
    <dgm:cxn modelId="{8564F7DE-A09C-4AC3-BE32-03A2F9806743}" type="presParOf" srcId="{F1C8B3EF-72B1-4492-9A48-93FC1A72C87D}" destId="{DBB9B3A9-F42E-4A05-B6E7-D9F5D96091B0}" srcOrd="2" destOrd="0" presId="urn:microsoft.com/office/officeart/2005/8/layout/vList2"/>
    <dgm:cxn modelId="{A84755CB-60A2-4E90-9B71-3133F074F3C1}" type="presParOf" srcId="{F1C8B3EF-72B1-4492-9A48-93FC1A72C87D}" destId="{76B32BEB-8FBF-4599-AB04-F8D918A6F56E}" srcOrd="3" destOrd="0" presId="urn:microsoft.com/office/officeart/2005/8/layout/vList2"/>
    <dgm:cxn modelId="{AA069704-4E54-437D-BF92-F27091CE9C52}" type="presParOf" srcId="{F1C8B3EF-72B1-4492-9A48-93FC1A72C87D}" destId="{A50BDBF0-1EEC-4737-BC64-55A6B9561D2C}" srcOrd="4" destOrd="0" presId="urn:microsoft.com/office/officeart/2005/8/layout/vList2"/>
    <dgm:cxn modelId="{0B5924A8-149B-4505-960C-E065E7391E9B}" type="presParOf" srcId="{F1C8B3EF-72B1-4492-9A48-93FC1A72C87D}" destId="{A1C0F3DA-2DA0-4B39-BA30-25A70C13E38E}" srcOrd="5" destOrd="0" presId="urn:microsoft.com/office/officeart/2005/8/layout/vList2"/>
    <dgm:cxn modelId="{8E71ECD6-2DED-4F0C-BB4F-46848784D8D9}" type="presParOf" srcId="{F1C8B3EF-72B1-4492-9A48-93FC1A72C87D}" destId="{60EA15F3-B1B3-440F-B0E5-F12258C59F91}" srcOrd="6" destOrd="0" presId="urn:microsoft.com/office/officeart/2005/8/layout/vList2"/>
    <dgm:cxn modelId="{CA453122-D760-41B5-AC6A-F813DADD1D96}" type="presParOf" srcId="{F1C8B3EF-72B1-4492-9A48-93FC1A72C87D}" destId="{5C857F0F-BCEF-4094-806D-A9E3CF965EBE}" srcOrd="7" destOrd="0" presId="urn:microsoft.com/office/officeart/2005/8/layout/vList2"/>
    <dgm:cxn modelId="{25D5D9E7-E845-42DA-98A0-C52CB7B7000E}" type="presParOf" srcId="{F1C8B3EF-72B1-4492-9A48-93FC1A72C87D}" destId="{295CD848-C87F-4498-8F12-D06415B50CC9}" srcOrd="8" destOrd="0" presId="urn:microsoft.com/office/officeart/2005/8/layout/vList2"/>
  </dgm:cxnLst>
  <dgm:bg/>
  <dgm:whole/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50B3CA5F-4618-4022-B9A9-5A980E1F9A65}">
      <dgm:prSet phldr="0" custT="1"/>
      <dgm:spPr>
        <a:noFill/>
      </dgm:spPr>
      <dgm:t>
        <a:bodyPr/>
        <a:lstStyle/>
        <a:p>
          <a:pPr algn="l" rtl="0"/>
          <a:r>
            <a:rPr lang="fr-FR" sz="2400" dirty="0" smtClean="0">
              <a:solidFill>
                <a:schemeClr val="tx1"/>
              </a:solidFill>
            </a:rPr>
            <a:t>A- Il existe une augmentation de la concentration extra cellulaire en calcium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79885AD9-8E69-48EE-959E-6A64D401D12C}" type="parTrans" cxnId="{E43A6717-15CA-445F-8C06-DF558F42A4C2}">
      <dgm:prSet/>
      <dgm:spPr/>
      <dgm:t>
        <a:bodyPr/>
        <a:lstStyle/>
        <a:p>
          <a:endParaRPr lang="fr-FR"/>
        </a:p>
      </dgm:t>
    </dgm:pt>
    <dgm:pt modelId="{0C660048-A498-4F8C-8F86-6AAA8BAC162B}" type="sibTrans" cxnId="{E43A6717-15CA-445F-8C06-DF558F42A4C2}">
      <dgm:prSet/>
      <dgm:spPr/>
      <dgm:t>
        <a:bodyPr/>
        <a:lstStyle/>
        <a:p>
          <a:endParaRPr lang="fr-FR"/>
        </a:p>
      </dgm:t>
    </dgm:pt>
    <dgm:pt modelId="{57197C82-B2C9-4233-A73B-74D4334F775D}">
      <dgm:prSet phldr="0" custT="1"/>
      <dgm:spPr>
        <a:noFill/>
      </dgm:spPr>
      <dgm:t>
        <a:bodyPr/>
        <a:lstStyle/>
        <a:p>
          <a:pPr algn="l"/>
          <a:r>
            <a:rPr lang="fr-FR" sz="2400" dirty="0" smtClean="0">
              <a:solidFill>
                <a:schemeClr val="tx1"/>
              </a:solidFill>
            </a:rPr>
            <a:t>B- Il existe une vasoconstriction capillaire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6BEC2C5-0894-4DD6-8743-634B094735D8}" type="parTrans" cxnId="{65B4A77D-810A-4B1A-83EB-C194E13BADF8}">
      <dgm:prSet/>
      <dgm:spPr/>
      <dgm:t>
        <a:bodyPr/>
        <a:lstStyle/>
        <a:p>
          <a:endParaRPr lang="fr-FR"/>
        </a:p>
      </dgm:t>
    </dgm:pt>
    <dgm:pt modelId="{7D9FC1AB-804F-4F78-9756-71657EC13F5C}" type="sibTrans" cxnId="{65B4A77D-810A-4B1A-83EB-C194E13BADF8}">
      <dgm:prSet/>
      <dgm:spPr/>
      <dgm:t>
        <a:bodyPr/>
        <a:lstStyle/>
        <a:p>
          <a:endParaRPr lang="fr-FR"/>
        </a:p>
      </dgm:t>
    </dgm:pt>
    <dgm:pt modelId="{0F7AA535-EA8C-4E5F-B5EA-6BE0632C3F89}">
      <dgm:prSet phldr="0" custT="1"/>
      <dgm:spPr>
        <a:noFill/>
      </dgm:spPr>
      <dgm:t>
        <a:bodyPr/>
        <a:lstStyle/>
        <a:p>
          <a:pPr algn="l"/>
          <a:r>
            <a:rPr lang="fr-FR" sz="2400" dirty="0" smtClean="0">
              <a:solidFill>
                <a:schemeClr val="tx1"/>
              </a:solidFill>
            </a:rPr>
            <a:t>C- Il existe une activation du métabolisme anaérobie avec </a:t>
          </a:r>
          <a:r>
            <a:rPr lang="fr-FR" sz="2400" dirty="0" err="1" smtClean="0">
              <a:solidFill>
                <a:schemeClr val="tx1"/>
              </a:solidFill>
            </a:rPr>
            <a:t>rhabdomyolyse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056DA01B-94A1-426F-AF71-E816949CAF78}" type="parTrans" cxnId="{CACBA31D-E552-4CCF-A29D-66C980F55A03}">
      <dgm:prSet/>
      <dgm:spPr/>
      <dgm:t>
        <a:bodyPr/>
        <a:lstStyle/>
        <a:p>
          <a:endParaRPr lang="fr-FR"/>
        </a:p>
      </dgm:t>
    </dgm:pt>
    <dgm:pt modelId="{D3D3C0D2-074F-43C4-AD62-FC9657A72E84}" type="sibTrans" cxnId="{CACBA31D-E552-4CCF-A29D-66C980F55A03}">
      <dgm:prSet/>
      <dgm:spPr/>
      <dgm:t>
        <a:bodyPr/>
        <a:lstStyle/>
        <a:p>
          <a:endParaRPr lang="fr-FR"/>
        </a:p>
      </dgm:t>
    </dgm:pt>
    <dgm:pt modelId="{D7D63289-D429-450C-8727-4491349822A7}">
      <dgm:prSet phldr="0" custT="1"/>
      <dgm:spPr>
        <a:noFill/>
      </dgm:spPr>
      <dgm:t>
        <a:bodyPr/>
        <a:lstStyle/>
        <a:p>
          <a:pPr algn="l"/>
          <a:r>
            <a:rPr lang="fr-FR" sz="2400" dirty="0" smtClean="0">
              <a:solidFill>
                <a:schemeClr val="tx1"/>
              </a:solidFill>
            </a:rPr>
            <a:t>D- La nécrose musculaire peut se produire dès la troisième heure </a:t>
          </a:r>
          <a:endParaRPr lang="en-US" sz="2100" dirty="0">
            <a:solidFill>
              <a:schemeClr val="tx1"/>
            </a:solidFill>
            <a:latin typeface="+mn-lt"/>
          </a:endParaRPr>
        </a:p>
      </dgm:t>
    </dgm:pt>
    <dgm:pt modelId="{CC88A17F-033D-4E06-A1A8-9756876709C6}" type="parTrans" cxnId="{5D3285B5-DFAA-426F-9446-CBF30E48A71C}">
      <dgm:prSet/>
      <dgm:spPr/>
      <dgm:t>
        <a:bodyPr/>
        <a:lstStyle/>
        <a:p>
          <a:endParaRPr lang="fr-FR"/>
        </a:p>
      </dgm:t>
    </dgm:pt>
    <dgm:pt modelId="{DD9B1EDE-FA05-4491-8B9B-6110B2832734}" type="sibTrans" cxnId="{5D3285B5-DFAA-426F-9446-CBF30E48A71C}">
      <dgm:prSet/>
      <dgm:spPr/>
      <dgm:t>
        <a:bodyPr/>
        <a:lstStyle/>
        <a:p>
          <a:endParaRPr lang="fr-FR"/>
        </a:p>
      </dgm:t>
    </dgm:pt>
    <dgm:pt modelId="{C06596CB-88A7-48C5-BA7D-DA594BDE08DE}">
      <dgm:prSet phldr="0" custT="1"/>
      <dgm:spPr>
        <a:noFill/>
      </dgm:spPr>
      <dgm:t>
        <a:bodyPr/>
        <a:lstStyle/>
        <a:p>
          <a:pPr algn="l"/>
          <a:r>
            <a:rPr lang="fr-FR" sz="2400" dirty="0" smtClean="0">
              <a:solidFill>
                <a:schemeClr val="tx1"/>
              </a:solidFill>
            </a:rPr>
            <a:t>E- Les signes cutanés peuvent être réversibles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32D1380-36C3-49E7-B134-AE209DB0CA30}" type="parTrans" cxnId="{30E3E1ED-C6BD-4F9E-95B3-B13DE99BD279}">
      <dgm:prSet/>
      <dgm:spPr/>
      <dgm:t>
        <a:bodyPr/>
        <a:lstStyle/>
        <a:p>
          <a:endParaRPr lang="fr-FR"/>
        </a:p>
      </dgm:t>
    </dgm:pt>
    <dgm:pt modelId="{9D6B1431-E3F1-4932-B951-1F69E9646490}" type="sibTrans" cxnId="{30E3E1ED-C6BD-4F9E-95B3-B13DE99BD279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DCD48B8-D6CA-49AC-B44F-615B69F84FF0}" type="pres">
      <dgm:prSet presAssocID="{50B3CA5F-4618-4022-B9A9-5A980E1F9A65}" presName="parentText" presStyleLbl="node1" presStyleIdx="0" presStyleCnt="5" custScaleY="99885" custLinFactNeighborX="-52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CFE87E8-37AD-46C9-985A-4FFED992F7AD}" type="pres">
      <dgm:prSet presAssocID="{0C660048-A498-4F8C-8F86-6AAA8BAC162B}" presName="spacer" presStyleCnt="0"/>
      <dgm:spPr/>
    </dgm:pt>
    <dgm:pt modelId="{DBB9B3A9-F42E-4A05-B6E7-D9F5D96091B0}" type="pres">
      <dgm:prSet presAssocID="{57197C82-B2C9-4233-A73B-74D4334F775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6B32BEB-8FBF-4599-AB04-F8D918A6F56E}" type="pres">
      <dgm:prSet presAssocID="{7D9FC1AB-804F-4F78-9756-71657EC13F5C}" presName="spacer" presStyleCnt="0"/>
      <dgm:spPr/>
    </dgm:pt>
    <dgm:pt modelId="{A50BDBF0-1EEC-4737-BC64-55A6B9561D2C}" type="pres">
      <dgm:prSet presAssocID="{0F7AA535-EA8C-4E5F-B5EA-6BE0632C3F8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1C0F3DA-2DA0-4B39-BA30-25A70C13E38E}" type="pres">
      <dgm:prSet presAssocID="{D3D3C0D2-074F-43C4-AD62-FC9657A72E84}" presName="spacer" presStyleCnt="0"/>
      <dgm:spPr/>
    </dgm:pt>
    <dgm:pt modelId="{60EA15F3-B1B3-440F-B0E5-F12258C59F91}" type="pres">
      <dgm:prSet presAssocID="{D7D63289-D429-450C-8727-4491349822A7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857F0F-BCEF-4094-806D-A9E3CF965EBE}" type="pres">
      <dgm:prSet presAssocID="{DD9B1EDE-FA05-4491-8B9B-6110B2832734}" presName="spacer" presStyleCnt="0"/>
      <dgm:spPr/>
    </dgm:pt>
    <dgm:pt modelId="{295CD848-C87F-4498-8F12-D06415B50CC9}" type="pres">
      <dgm:prSet presAssocID="{C06596CB-88A7-48C5-BA7D-DA594BDE08D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ACBA31D-E552-4CCF-A29D-66C980F55A03}" srcId="{F758A695-F9F3-4BC9-9690-484C0F73DB2D}" destId="{0F7AA535-EA8C-4E5F-B5EA-6BE0632C3F89}" srcOrd="2" destOrd="0" parTransId="{056DA01B-94A1-426F-AF71-E816949CAF78}" sibTransId="{D3D3C0D2-074F-43C4-AD62-FC9657A72E84}"/>
    <dgm:cxn modelId="{7C129460-5E47-4896-AD14-82C55EE6FCD7}" type="presOf" srcId="{D7D63289-D429-450C-8727-4491349822A7}" destId="{60EA15F3-B1B3-440F-B0E5-F12258C59F91}" srcOrd="0" destOrd="0" presId="urn:microsoft.com/office/officeart/2005/8/layout/vList2"/>
    <dgm:cxn modelId="{FC61F67A-AD78-45D1-85E5-30A6381CC940}" type="presOf" srcId="{50B3CA5F-4618-4022-B9A9-5A980E1F9A65}" destId="{2DCD48B8-D6CA-49AC-B44F-615B69F84FF0}" srcOrd="0" destOrd="0" presId="urn:microsoft.com/office/officeart/2005/8/layout/vList2"/>
    <dgm:cxn modelId="{B8215407-A332-48A8-BA46-50E03E1DB48A}" type="presOf" srcId="{C06596CB-88A7-48C5-BA7D-DA594BDE08DE}" destId="{295CD848-C87F-4498-8F12-D06415B50CC9}" srcOrd="0" destOrd="0" presId="urn:microsoft.com/office/officeart/2005/8/layout/vList2"/>
    <dgm:cxn modelId="{65B4A77D-810A-4B1A-83EB-C194E13BADF8}" srcId="{F758A695-F9F3-4BC9-9690-484C0F73DB2D}" destId="{57197C82-B2C9-4233-A73B-74D4334F775D}" srcOrd="1" destOrd="0" parTransId="{F6BEC2C5-0894-4DD6-8743-634B094735D8}" sibTransId="{7D9FC1AB-804F-4F78-9756-71657EC13F5C}"/>
    <dgm:cxn modelId="{3F74B5F1-431B-43F3-A30A-70F2C3E00CB9}" type="presOf" srcId="{57197C82-B2C9-4233-A73B-74D4334F775D}" destId="{DBB9B3A9-F42E-4A05-B6E7-D9F5D96091B0}" srcOrd="0" destOrd="0" presId="urn:microsoft.com/office/officeart/2005/8/layout/vList2"/>
    <dgm:cxn modelId="{E43A6717-15CA-445F-8C06-DF558F42A4C2}" srcId="{F758A695-F9F3-4BC9-9690-484C0F73DB2D}" destId="{50B3CA5F-4618-4022-B9A9-5A980E1F9A65}" srcOrd="0" destOrd="0" parTransId="{79885AD9-8E69-48EE-959E-6A64D401D12C}" sibTransId="{0C660048-A498-4F8C-8F86-6AAA8BAC162B}"/>
    <dgm:cxn modelId="{30E3E1ED-C6BD-4F9E-95B3-B13DE99BD279}" srcId="{F758A695-F9F3-4BC9-9690-484C0F73DB2D}" destId="{C06596CB-88A7-48C5-BA7D-DA594BDE08DE}" srcOrd="4" destOrd="0" parTransId="{F32D1380-36C3-49E7-B134-AE209DB0CA30}" sibTransId="{9D6B1431-E3F1-4932-B951-1F69E9646490}"/>
    <dgm:cxn modelId="{04CB52A2-961E-4B4C-8156-5372D3CF3483}" type="presOf" srcId="{F758A695-F9F3-4BC9-9690-484C0F73DB2D}" destId="{F1C8B3EF-72B1-4492-9A48-93FC1A72C87D}" srcOrd="0" destOrd="0" presId="urn:microsoft.com/office/officeart/2005/8/layout/vList2"/>
    <dgm:cxn modelId="{5D3285B5-DFAA-426F-9446-CBF30E48A71C}" srcId="{F758A695-F9F3-4BC9-9690-484C0F73DB2D}" destId="{D7D63289-D429-450C-8727-4491349822A7}" srcOrd="3" destOrd="0" parTransId="{CC88A17F-033D-4E06-A1A8-9756876709C6}" sibTransId="{DD9B1EDE-FA05-4491-8B9B-6110B2832734}"/>
    <dgm:cxn modelId="{B155B82C-4C54-479D-81E7-56CB5278B34B}" type="presOf" srcId="{0F7AA535-EA8C-4E5F-B5EA-6BE0632C3F89}" destId="{A50BDBF0-1EEC-4737-BC64-55A6B9561D2C}" srcOrd="0" destOrd="0" presId="urn:microsoft.com/office/officeart/2005/8/layout/vList2"/>
    <dgm:cxn modelId="{C6601C7C-0F6D-4149-8D83-D46802452772}" type="presParOf" srcId="{F1C8B3EF-72B1-4492-9A48-93FC1A72C87D}" destId="{2DCD48B8-D6CA-49AC-B44F-615B69F84FF0}" srcOrd="0" destOrd="0" presId="urn:microsoft.com/office/officeart/2005/8/layout/vList2"/>
    <dgm:cxn modelId="{D1A6514F-F777-47DB-B15D-A361ED01697C}" type="presParOf" srcId="{F1C8B3EF-72B1-4492-9A48-93FC1A72C87D}" destId="{DCFE87E8-37AD-46C9-985A-4FFED992F7AD}" srcOrd="1" destOrd="0" presId="urn:microsoft.com/office/officeart/2005/8/layout/vList2"/>
    <dgm:cxn modelId="{1351F144-9A64-4F9A-A67B-D28B97C57597}" type="presParOf" srcId="{F1C8B3EF-72B1-4492-9A48-93FC1A72C87D}" destId="{DBB9B3A9-F42E-4A05-B6E7-D9F5D96091B0}" srcOrd="2" destOrd="0" presId="urn:microsoft.com/office/officeart/2005/8/layout/vList2"/>
    <dgm:cxn modelId="{8DB37E1F-1262-4D9B-A776-649179101172}" type="presParOf" srcId="{F1C8B3EF-72B1-4492-9A48-93FC1A72C87D}" destId="{76B32BEB-8FBF-4599-AB04-F8D918A6F56E}" srcOrd="3" destOrd="0" presId="urn:microsoft.com/office/officeart/2005/8/layout/vList2"/>
    <dgm:cxn modelId="{10F93F71-3611-4A9C-8539-52F494AF4F75}" type="presParOf" srcId="{F1C8B3EF-72B1-4492-9A48-93FC1A72C87D}" destId="{A50BDBF0-1EEC-4737-BC64-55A6B9561D2C}" srcOrd="4" destOrd="0" presId="urn:microsoft.com/office/officeart/2005/8/layout/vList2"/>
    <dgm:cxn modelId="{A0351F57-20F3-451D-A932-85B934D4B074}" type="presParOf" srcId="{F1C8B3EF-72B1-4492-9A48-93FC1A72C87D}" destId="{A1C0F3DA-2DA0-4B39-BA30-25A70C13E38E}" srcOrd="5" destOrd="0" presId="urn:microsoft.com/office/officeart/2005/8/layout/vList2"/>
    <dgm:cxn modelId="{2B282722-41D7-4BC4-A9D5-C5200335A7E6}" type="presParOf" srcId="{F1C8B3EF-72B1-4492-9A48-93FC1A72C87D}" destId="{60EA15F3-B1B3-440F-B0E5-F12258C59F91}" srcOrd="6" destOrd="0" presId="urn:microsoft.com/office/officeart/2005/8/layout/vList2"/>
    <dgm:cxn modelId="{03CAF262-695D-485F-AB60-1456DF0D3CD3}" type="presParOf" srcId="{F1C8B3EF-72B1-4492-9A48-93FC1A72C87D}" destId="{5C857F0F-BCEF-4094-806D-A9E3CF965EBE}" srcOrd="7" destOrd="0" presId="urn:microsoft.com/office/officeart/2005/8/layout/vList2"/>
    <dgm:cxn modelId="{854AA896-C793-4884-A547-E429CC46A03B}" type="presParOf" srcId="{F1C8B3EF-72B1-4492-9A48-93FC1A72C87D}" destId="{295CD848-C87F-4498-8F12-D06415B50CC9}" srcOrd="8" destOrd="0" presId="urn:microsoft.com/office/officeart/2005/8/layout/vList2"/>
  </dgm:cxnLst>
  <dgm:bg/>
  <dgm:whole/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50B3CA5F-4618-4022-B9A9-5A980E1F9A65}">
      <dgm:prSet phldr="0" custT="1"/>
      <dgm:spPr>
        <a:noFill/>
      </dgm:spPr>
      <dgm:t>
        <a:bodyPr/>
        <a:lstStyle/>
        <a:p>
          <a:pPr algn="l" rtl="0"/>
          <a:r>
            <a:rPr lang="fr-FR" sz="2400" dirty="0" smtClean="0">
              <a:solidFill>
                <a:schemeClr val="tx1"/>
              </a:solidFill>
            </a:rPr>
            <a:t>A- Il existe une augmentation de la concentration extra cellulaire en calcium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79885AD9-8E69-48EE-959E-6A64D401D12C}" type="parTrans" cxnId="{E43A6717-15CA-445F-8C06-DF558F42A4C2}">
      <dgm:prSet/>
      <dgm:spPr/>
      <dgm:t>
        <a:bodyPr/>
        <a:lstStyle/>
        <a:p>
          <a:endParaRPr lang="fr-FR"/>
        </a:p>
      </dgm:t>
    </dgm:pt>
    <dgm:pt modelId="{0C660048-A498-4F8C-8F86-6AAA8BAC162B}" type="sibTrans" cxnId="{E43A6717-15CA-445F-8C06-DF558F42A4C2}">
      <dgm:prSet/>
      <dgm:spPr/>
      <dgm:t>
        <a:bodyPr/>
        <a:lstStyle/>
        <a:p>
          <a:endParaRPr lang="fr-FR"/>
        </a:p>
      </dgm:t>
    </dgm:pt>
    <dgm:pt modelId="{57197C82-B2C9-4233-A73B-74D4334F775D}">
      <dgm:prSet phldr="0" custT="1"/>
      <dgm:spPr>
        <a:noFill/>
      </dgm:spPr>
      <dgm:t>
        <a:bodyPr/>
        <a:lstStyle/>
        <a:p>
          <a:pPr algn="l"/>
          <a:r>
            <a:rPr lang="fr-FR" sz="2400" dirty="0" smtClean="0">
              <a:solidFill>
                <a:schemeClr val="tx1"/>
              </a:solidFill>
            </a:rPr>
            <a:t>B- Il existe une vasoconstriction capillaire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6BEC2C5-0894-4DD6-8743-634B094735D8}" type="parTrans" cxnId="{65B4A77D-810A-4B1A-83EB-C194E13BADF8}">
      <dgm:prSet/>
      <dgm:spPr/>
      <dgm:t>
        <a:bodyPr/>
        <a:lstStyle/>
        <a:p>
          <a:endParaRPr lang="fr-FR"/>
        </a:p>
      </dgm:t>
    </dgm:pt>
    <dgm:pt modelId="{7D9FC1AB-804F-4F78-9756-71657EC13F5C}" type="sibTrans" cxnId="{65B4A77D-810A-4B1A-83EB-C194E13BADF8}">
      <dgm:prSet/>
      <dgm:spPr/>
      <dgm:t>
        <a:bodyPr/>
        <a:lstStyle/>
        <a:p>
          <a:endParaRPr lang="fr-FR"/>
        </a:p>
      </dgm:t>
    </dgm:pt>
    <dgm:pt modelId="{0F7AA535-EA8C-4E5F-B5EA-6BE0632C3F89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sz="2400" dirty="0" smtClean="0">
              <a:solidFill>
                <a:schemeClr val="tx1"/>
              </a:solidFill>
            </a:rPr>
            <a:t>C- Il existe une activation du métabolisme anaérobie avec </a:t>
          </a:r>
          <a:r>
            <a:rPr lang="fr-FR" sz="2400" dirty="0" err="1" smtClean="0">
              <a:solidFill>
                <a:schemeClr val="tx1"/>
              </a:solidFill>
            </a:rPr>
            <a:t>rhabdomyolyse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056DA01B-94A1-426F-AF71-E816949CAF78}" type="parTrans" cxnId="{CACBA31D-E552-4CCF-A29D-66C980F55A03}">
      <dgm:prSet/>
      <dgm:spPr/>
      <dgm:t>
        <a:bodyPr/>
        <a:lstStyle/>
        <a:p>
          <a:endParaRPr lang="fr-FR"/>
        </a:p>
      </dgm:t>
    </dgm:pt>
    <dgm:pt modelId="{D3D3C0D2-074F-43C4-AD62-FC9657A72E84}" type="sibTrans" cxnId="{CACBA31D-E552-4CCF-A29D-66C980F55A03}">
      <dgm:prSet/>
      <dgm:spPr/>
      <dgm:t>
        <a:bodyPr/>
        <a:lstStyle/>
        <a:p>
          <a:endParaRPr lang="fr-FR"/>
        </a:p>
      </dgm:t>
    </dgm:pt>
    <dgm:pt modelId="{D7D63289-D429-450C-8727-4491349822A7}">
      <dgm:prSet phldr="0" custT="1"/>
      <dgm:spPr>
        <a:noFill/>
      </dgm:spPr>
      <dgm:t>
        <a:bodyPr/>
        <a:lstStyle/>
        <a:p>
          <a:pPr algn="l"/>
          <a:r>
            <a:rPr lang="fr-FR" sz="2400" dirty="0" smtClean="0">
              <a:solidFill>
                <a:schemeClr val="tx1"/>
              </a:solidFill>
            </a:rPr>
            <a:t>D- La nécrose musculaire peut se produire dès la troisième heure </a:t>
          </a:r>
          <a:endParaRPr lang="en-US" sz="2100" dirty="0">
            <a:solidFill>
              <a:schemeClr val="tx1"/>
            </a:solidFill>
            <a:latin typeface="+mn-lt"/>
          </a:endParaRPr>
        </a:p>
      </dgm:t>
    </dgm:pt>
    <dgm:pt modelId="{CC88A17F-033D-4E06-A1A8-9756876709C6}" type="parTrans" cxnId="{5D3285B5-DFAA-426F-9446-CBF30E48A71C}">
      <dgm:prSet/>
      <dgm:spPr/>
      <dgm:t>
        <a:bodyPr/>
        <a:lstStyle/>
        <a:p>
          <a:endParaRPr lang="fr-FR"/>
        </a:p>
      </dgm:t>
    </dgm:pt>
    <dgm:pt modelId="{DD9B1EDE-FA05-4491-8B9B-6110B2832734}" type="sibTrans" cxnId="{5D3285B5-DFAA-426F-9446-CBF30E48A71C}">
      <dgm:prSet/>
      <dgm:spPr/>
      <dgm:t>
        <a:bodyPr/>
        <a:lstStyle/>
        <a:p>
          <a:endParaRPr lang="fr-FR"/>
        </a:p>
      </dgm:t>
    </dgm:pt>
    <dgm:pt modelId="{C06596CB-88A7-48C5-BA7D-DA594BDE08DE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sz="2400" dirty="0" smtClean="0">
              <a:solidFill>
                <a:schemeClr val="tx1"/>
              </a:solidFill>
            </a:rPr>
            <a:t>E- Les signes cutanés peuvent être réversibles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32D1380-36C3-49E7-B134-AE209DB0CA30}" type="parTrans" cxnId="{30E3E1ED-C6BD-4F9E-95B3-B13DE99BD279}">
      <dgm:prSet/>
      <dgm:spPr/>
      <dgm:t>
        <a:bodyPr/>
        <a:lstStyle/>
        <a:p>
          <a:endParaRPr lang="fr-FR"/>
        </a:p>
      </dgm:t>
    </dgm:pt>
    <dgm:pt modelId="{9D6B1431-E3F1-4932-B951-1F69E9646490}" type="sibTrans" cxnId="{30E3E1ED-C6BD-4F9E-95B3-B13DE99BD279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DCD48B8-D6CA-49AC-B44F-615B69F84FF0}" type="pres">
      <dgm:prSet presAssocID="{50B3CA5F-4618-4022-B9A9-5A980E1F9A65}" presName="parentText" presStyleLbl="node1" presStyleIdx="0" presStyleCnt="5" custScaleY="99885" custLinFactNeighborX="-52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CFE87E8-37AD-46C9-985A-4FFED992F7AD}" type="pres">
      <dgm:prSet presAssocID="{0C660048-A498-4F8C-8F86-6AAA8BAC162B}" presName="spacer" presStyleCnt="0"/>
      <dgm:spPr/>
    </dgm:pt>
    <dgm:pt modelId="{DBB9B3A9-F42E-4A05-B6E7-D9F5D96091B0}" type="pres">
      <dgm:prSet presAssocID="{57197C82-B2C9-4233-A73B-74D4334F775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6B32BEB-8FBF-4599-AB04-F8D918A6F56E}" type="pres">
      <dgm:prSet presAssocID="{7D9FC1AB-804F-4F78-9756-71657EC13F5C}" presName="spacer" presStyleCnt="0"/>
      <dgm:spPr/>
    </dgm:pt>
    <dgm:pt modelId="{A50BDBF0-1EEC-4737-BC64-55A6B9561D2C}" type="pres">
      <dgm:prSet presAssocID="{0F7AA535-EA8C-4E5F-B5EA-6BE0632C3F8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1C0F3DA-2DA0-4B39-BA30-25A70C13E38E}" type="pres">
      <dgm:prSet presAssocID="{D3D3C0D2-074F-43C4-AD62-FC9657A72E84}" presName="spacer" presStyleCnt="0"/>
      <dgm:spPr/>
    </dgm:pt>
    <dgm:pt modelId="{60EA15F3-B1B3-440F-B0E5-F12258C59F91}" type="pres">
      <dgm:prSet presAssocID="{D7D63289-D429-450C-8727-4491349822A7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857F0F-BCEF-4094-806D-A9E3CF965EBE}" type="pres">
      <dgm:prSet presAssocID="{DD9B1EDE-FA05-4491-8B9B-6110B2832734}" presName="spacer" presStyleCnt="0"/>
      <dgm:spPr/>
    </dgm:pt>
    <dgm:pt modelId="{295CD848-C87F-4498-8F12-D06415B50CC9}" type="pres">
      <dgm:prSet presAssocID="{C06596CB-88A7-48C5-BA7D-DA594BDE08D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ACBA31D-E552-4CCF-A29D-66C980F55A03}" srcId="{F758A695-F9F3-4BC9-9690-484C0F73DB2D}" destId="{0F7AA535-EA8C-4E5F-B5EA-6BE0632C3F89}" srcOrd="2" destOrd="0" parTransId="{056DA01B-94A1-426F-AF71-E816949CAF78}" sibTransId="{D3D3C0D2-074F-43C4-AD62-FC9657A72E84}"/>
    <dgm:cxn modelId="{65B4A77D-810A-4B1A-83EB-C194E13BADF8}" srcId="{F758A695-F9F3-4BC9-9690-484C0F73DB2D}" destId="{57197C82-B2C9-4233-A73B-74D4334F775D}" srcOrd="1" destOrd="0" parTransId="{F6BEC2C5-0894-4DD6-8743-634B094735D8}" sibTransId="{7D9FC1AB-804F-4F78-9756-71657EC13F5C}"/>
    <dgm:cxn modelId="{B00CB12B-BEC6-4781-82F9-193BDC32BCC7}" type="presOf" srcId="{F758A695-F9F3-4BC9-9690-484C0F73DB2D}" destId="{F1C8B3EF-72B1-4492-9A48-93FC1A72C87D}" srcOrd="0" destOrd="0" presId="urn:microsoft.com/office/officeart/2005/8/layout/vList2"/>
    <dgm:cxn modelId="{AEA9023E-0A96-4706-BF9B-00B44E95D5D5}" type="presOf" srcId="{C06596CB-88A7-48C5-BA7D-DA594BDE08DE}" destId="{295CD848-C87F-4498-8F12-D06415B50CC9}" srcOrd="0" destOrd="0" presId="urn:microsoft.com/office/officeart/2005/8/layout/vList2"/>
    <dgm:cxn modelId="{D57B58B1-2C48-45A2-814F-D9B34CBF75A7}" type="presOf" srcId="{D7D63289-D429-450C-8727-4491349822A7}" destId="{60EA15F3-B1B3-440F-B0E5-F12258C59F91}" srcOrd="0" destOrd="0" presId="urn:microsoft.com/office/officeart/2005/8/layout/vList2"/>
    <dgm:cxn modelId="{DD388026-BBDB-4950-9F86-BACECA698CDF}" type="presOf" srcId="{50B3CA5F-4618-4022-B9A9-5A980E1F9A65}" destId="{2DCD48B8-D6CA-49AC-B44F-615B69F84FF0}" srcOrd="0" destOrd="0" presId="urn:microsoft.com/office/officeart/2005/8/layout/vList2"/>
    <dgm:cxn modelId="{D049A424-94CD-4A2C-BC1A-7C146F0BCC2A}" type="presOf" srcId="{0F7AA535-EA8C-4E5F-B5EA-6BE0632C3F89}" destId="{A50BDBF0-1EEC-4737-BC64-55A6B9561D2C}" srcOrd="0" destOrd="0" presId="urn:microsoft.com/office/officeart/2005/8/layout/vList2"/>
    <dgm:cxn modelId="{E43A6717-15CA-445F-8C06-DF558F42A4C2}" srcId="{F758A695-F9F3-4BC9-9690-484C0F73DB2D}" destId="{50B3CA5F-4618-4022-B9A9-5A980E1F9A65}" srcOrd="0" destOrd="0" parTransId="{79885AD9-8E69-48EE-959E-6A64D401D12C}" sibTransId="{0C660048-A498-4F8C-8F86-6AAA8BAC162B}"/>
    <dgm:cxn modelId="{30E3E1ED-C6BD-4F9E-95B3-B13DE99BD279}" srcId="{F758A695-F9F3-4BC9-9690-484C0F73DB2D}" destId="{C06596CB-88A7-48C5-BA7D-DA594BDE08DE}" srcOrd="4" destOrd="0" parTransId="{F32D1380-36C3-49E7-B134-AE209DB0CA30}" sibTransId="{9D6B1431-E3F1-4932-B951-1F69E9646490}"/>
    <dgm:cxn modelId="{5D3285B5-DFAA-426F-9446-CBF30E48A71C}" srcId="{F758A695-F9F3-4BC9-9690-484C0F73DB2D}" destId="{D7D63289-D429-450C-8727-4491349822A7}" srcOrd="3" destOrd="0" parTransId="{CC88A17F-033D-4E06-A1A8-9756876709C6}" sibTransId="{DD9B1EDE-FA05-4491-8B9B-6110B2832734}"/>
    <dgm:cxn modelId="{C526CBD7-D8F3-4FE5-8AC6-56EA7F56F269}" type="presOf" srcId="{57197C82-B2C9-4233-A73B-74D4334F775D}" destId="{DBB9B3A9-F42E-4A05-B6E7-D9F5D96091B0}" srcOrd="0" destOrd="0" presId="urn:microsoft.com/office/officeart/2005/8/layout/vList2"/>
    <dgm:cxn modelId="{65E10E2F-9FC1-4113-B4CD-1FB1C2B68125}" type="presParOf" srcId="{F1C8B3EF-72B1-4492-9A48-93FC1A72C87D}" destId="{2DCD48B8-D6CA-49AC-B44F-615B69F84FF0}" srcOrd="0" destOrd="0" presId="urn:microsoft.com/office/officeart/2005/8/layout/vList2"/>
    <dgm:cxn modelId="{1D1D00DB-3B29-4E45-A514-3EFF7751532D}" type="presParOf" srcId="{F1C8B3EF-72B1-4492-9A48-93FC1A72C87D}" destId="{DCFE87E8-37AD-46C9-985A-4FFED992F7AD}" srcOrd="1" destOrd="0" presId="urn:microsoft.com/office/officeart/2005/8/layout/vList2"/>
    <dgm:cxn modelId="{212EB63A-FAD2-4ED1-BB44-52C3CCE8A11C}" type="presParOf" srcId="{F1C8B3EF-72B1-4492-9A48-93FC1A72C87D}" destId="{DBB9B3A9-F42E-4A05-B6E7-D9F5D96091B0}" srcOrd="2" destOrd="0" presId="urn:microsoft.com/office/officeart/2005/8/layout/vList2"/>
    <dgm:cxn modelId="{666776CC-E234-42CB-85AF-E260693D0670}" type="presParOf" srcId="{F1C8B3EF-72B1-4492-9A48-93FC1A72C87D}" destId="{76B32BEB-8FBF-4599-AB04-F8D918A6F56E}" srcOrd="3" destOrd="0" presId="urn:microsoft.com/office/officeart/2005/8/layout/vList2"/>
    <dgm:cxn modelId="{8A097B21-9DC5-4165-9160-05D08FCCE069}" type="presParOf" srcId="{F1C8B3EF-72B1-4492-9A48-93FC1A72C87D}" destId="{A50BDBF0-1EEC-4737-BC64-55A6B9561D2C}" srcOrd="4" destOrd="0" presId="urn:microsoft.com/office/officeart/2005/8/layout/vList2"/>
    <dgm:cxn modelId="{FBDAD69E-EF18-4485-8ADA-794B4D71F572}" type="presParOf" srcId="{F1C8B3EF-72B1-4492-9A48-93FC1A72C87D}" destId="{A1C0F3DA-2DA0-4B39-BA30-25A70C13E38E}" srcOrd="5" destOrd="0" presId="urn:microsoft.com/office/officeart/2005/8/layout/vList2"/>
    <dgm:cxn modelId="{4050231D-F6FD-419F-AFEC-7B47BCB62AC5}" type="presParOf" srcId="{F1C8B3EF-72B1-4492-9A48-93FC1A72C87D}" destId="{60EA15F3-B1B3-440F-B0E5-F12258C59F91}" srcOrd="6" destOrd="0" presId="urn:microsoft.com/office/officeart/2005/8/layout/vList2"/>
    <dgm:cxn modelId="{E36D66F1-DF7E-488B-BB42-8BFAA834CB63}" type="presParOf" srcId="{F1C8B3EF-72B1-4492-9A48-93FC1A72C87D}" destId="{5C857F0F-BCEF-4094-806D-A9E3CF965EBE}" srcOrd="7" destOrd="0" presId="urn:microsoft.com/office/officeart/2005/8/layout/vList2"/>
    <dgm:cxn modelId="{B0CA3EEC-8CFA-476B-8606-152D7A608D83}" type="presParOf" srcId="{F1C8B3EF-72B1-4492-9A48-93FC1A72C87D}" destId="{295CD848-C87F-4498-8F12-D06415B50CC9}" srcOrd="8" destOrd="0" presId="urn:microsoft.com/office/officeart/2005/8/layout/vList2"/>
  </dgm:cxnLst>
  <dgm:bg/>
  <dgm:whole/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50B3CA5F-4618-4022-B9A9-5A980E1F9A65}">
      <dgm:prSet phldr="0" custT="1"/>
      <dgm:spPr>
        <a:noFill/>
      </dgm:spPr>
      <dgm:t>
        <a:bodyPr/>
        <a:lstStyle/>
        <a:p>
          <a:pPr algn="l" rtl="0"/>
          <a:r>
            <a:rPr lang="fr-CA" sz="2400" dirty="0" smtClean="0">
              <a:solidFill>
                <a:schemeClr val="tx1"/>
              </a:solidFill>
            </a:rPr>
            <a:t>A- D’une diminution de la perméabilité capillaire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79885AD9-8E69-48EE-959E-6A64D401D12C}" type="parTrans" cxnId="{E43A6717-15CA-445F-8C06-DF558F42A4C2}">
      <dgm:prSet/>
      <dgm:spPr/>
      <dgm:t>
        <a:bodyPr/>
        <a:lstStyle/>
        <a:p>
          <a:endParaRPr lang="fr-FR"/>
        </a:p>
      </dgm:t>
    </dgm:pt>
    <dgm:pt modelId="{0C660048-A498-4F8C-8F86-6AAA8BAC162B}" type="sibTrans" cxnId="{E43A6717-15CA-445F-8C06-DF558F42A4C2}">
      <dgm:prSet/>
      <dgm:spPr/>
      <dgm:t>
        <a:bodyPr/>
        <a:lstStyle/>
        <a:p>
          <a:endParaRPr lang="fr-FR"/>
        </a:p>
      </dgm:t>
    </dgm:pt>
    <dgm:pt modelId="{57197C82-B2C9-4233-A73B-74D4334F775D}">
      <dgm:prSet phldr="0" custT="1"/>
      <dgm:spPr>
        <a:noFill/>
      </dgm:spPr>
      <dgm:t>
        <a:bodyPr/>
        <a:lstStyle/>
        <a:p>
          <a:pPr algn="l"/>
          <a:r>
            <a:rPr lang="fr-CA" sz="2400" dirty="0" smtClean="0">
              <a:solidFill>
                <a:schemeClr val="tx1"/>
              </a:solidFill>
            </a:rPr>
            <a:t>B- D’une augmentation de la libération des enzymes musculaires dans le sang 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6BEC2C5-0894-4DD6-8743-634B094735D8}" type="parTrans" cxnId="{65B4A77D-810A-4B1A-83EB-C194E13BADF8}">
      <dgm:prSet/>
      <dgm:spPr/>
      <dgm:t>
        <a:bodyPr/>
        <a:lstStyle/>
        <a:p>
          <a:endParaRPr lang="fr-FR"/>
        </a:p>
      </dgm:t>
    </dgm:pt>
    <dgm:pt modelId="{7D9FC1AB-804F-4F78-9756-71657EC13F5C}" type="sibTrans" cxnId="{65B4A77D-810A-4B1A-83EB-C194E13BADF8}">
      <dgm:prSet/>
      <dgm:spPr/>
      <dgm:t>
        <a:bodyPr/>
        <a:lstStyle/>
        <a:p>
          <a:endParaRPr lang="fr-FR"/>
        </a:p>
      </dgm:t>
    </dgm:pt>
    <dgm:pt modelId="{0F7AA535-EA8C-4E5F-B5EA-6BE0632C3F89}">
      <dgm:prSet phldr="0" custT="1"/>
      <dgm:spPr>
        <a:noFill/>
      </dgm:spPr>
      <dgm:t>
        <a:bodyPr/>
        <a:lstStyle/>
        <a:p>
          <a:pPr algn="l"/>
          <a:r>
            <a:rPr lang="fr-CA" sz="2400" dirty="0" smtClean="0">
              <a:solidFill>
                <a:schemeClr val="tx1"/>
              </a:solidFill>
            </a:rPr>
            <a:t>C- D’un syndrome de défaillance </a:t>
          </a:r>
          <a:r>
            <a:rPr lang="fr-CA" sz="2400" dirty="0" err="1" smtClean="0">
              <a:solidFill>
                <a:schemeClr val="tx1"/>
              </a:solidFill>
            </a:rPr>
            <a:t>multiviscérale</a:t>
          </a:r>
          <a:r>
            <a:rPr lang="fr-CA" sz="2400" dirty="0" smtClean="0">
              <a:solidFill>
                <a:schemeClr val="tx1"/>
              </a:solidFill>
            </a:rPr>
            <a:t> par libération de cytokines pro-inflammatoires 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056DA01B-94A1-426F-AF71-E816949CAF78}" type="parTrans" cxnId="{CACBA31D-E552-4CCF-A29D-66C980F55A03}">
      <dgm:prSet/>
      <dgm:spPr/>
      <dgm:t>
        <a:bodyPr/>
        <a:lstStyle/>
        <a:p>
          <a:endParaRPr lang="fr-FR"/>
        </a:p>
      </dgm:t>
    </dgm:pt>
    <dgm:pt modelId="{D3D3C0D2-074F-43C4-AD62-FC9657A72E84}" type="sibTrans" cxnId="{CACBA31D-E552-4CCF-A29D-66C980F55A03}">
      <dgm:prSet/>
      <dgm:spPr/>
      <dgm:t>
        <a:bodyPr/>
        <a:lstStyle/>
        <a:p>
          <a:endParaRPr lang="fr-FR"/>
        </a:p>
      </dgm:t>
    </dgm:pt>
    <dgm:pt modelId="{D7D63289-D429-450C-8727-4491349822A7}">
      <dgm:prSet phldr="0" custT="1"/>
      <dgm:spPr>
        <a:noFill/>
      </dgm:spPr>
      <dgm:t>
        <a:bodyPr/>
        <a:lstStyle/>
        <a:p>
          <a:pPr algn="l"/>
          <a:r>
            <a:rPr lang="fr-CA" sz="2400" dirty="0" smtClean="0">
              <a:solidFill>
                <a:schemeClr val="tx1"/>
              </a:solidFill>
            </a:rPr>
            <a:t>D- D’une nécrose tubulaire aigue par dépôt de myoglobine </a:t>
          </a:r>
          <a:endParaRPr lang="en-US" sz="2100" dirty="0">
            <a:solidFill>
              <a:schemeClr val="tx1"/>
            </a:solidFill>
            <a:latin typeface="+mn-lt"/>
          </a:endParaRPr>
        </a:p>
      </dgm:t>
    </dgm:pt>
    <dgm:pt modelId="{CC88A17F-033D-4E06-A1A8-9756876709C6}" type="parTrans" cxnId="{5D3285B5-DFAA-426F-9446-CBF30E48A71C}">
      <dgm:prSet/>
      <dgm:spPr/>
      <dgm:t>
        <a:bodyPr/>
        <a:lstStyle/>
        <a:p>
          <a:endParaRPr lang="fr-FR"/>
        </a:p>
      </dgm:t>
    </dgm:pt>
    <dgm:pt modelId="{DD9B1EDE-FA05-4491-8B9B-6110B2832734}" type="sibTrans" cxnId="{5D3285B5-DFAA-426F-9446-CBF30E48A71C}">
      <dgm:prSet/>
      <dgm:spPr/>
      <dgm:t>
        <a:bodyPr/>
        <a:lstStyle/>
        <a:p>
          <a:endParaRPr lang="fr-FR"/>
        </a:p>
      </dgm:t>
    </dgm:pt>
    <dgm:pt modelId="{C06596CB-88A7-48C5-BA7D-DA594BDE08DE}">
      <dgm:prSet phldr="0" custT="1"/>
      <dgm:spPr>
        <a:noFill/>
      </dgm:spPr>
      <dgm:t>
        <a:bodyPr/>
        <a:lstStyle/>
        <a:p>
          <a:pPr algn="l"/>
          <a:r>
            <a:rPr lang="fr-CA" sz="2400" dirty="0" smtClean="0">
              <a:solidFill>
                <a:schemeClr val="tx1"/>
              </a:solidFill>
            </a:rPr>
            <a:t>E- De troubles du rythme cardiaque par hypokaliémie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32D1380-36C3-49E7-B134-AE209DB0CA30}" type="parTrans" cxnId="{30E3E1ED-C6BD-4F9E-95B3-B13DE99BD279}">
      <dgm:prSet/>
      <dgm:spPr/>
      <dgm:t>
        <a:bodyPr/>
        <a:lstStyle/>
        <a:p>
          <a:endParaRPr lang="fr-FR"/>
        </a:p>
      </dgm:t>
    </dgm:pt>
    <dgm:pt modelId="{9D6B1431-E3F1-4932-B951-1F69E9646490}" type="sibTrans" cxnId="{30E3E1ED-C6BD-4F9E-95B3-B13DE99BD279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DCD48B8-D6CA-49AC-B44F-615B69F84FF0}" type="pres">
      <dgm:prSet presAssocID="{50B3CA5F-4618-4022-B9A9-5A980E1F9A65}" presName="parentText" presStyleLbl="node1" presStyleIdx="0" presStyleCnt="5" custScaleY="99885" custLinFactNeighborX="-52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CFE87E8-37AD-46C9-985A-4FFED992F7AD}" type="pres">
      <dgm:prSet presAssocID="{0C660048-A498-4F8C-8F86-6AAA8BAC162B}" presName="spacer" presStyleCnt="0"/>
      <dgm:spPr/>
    </dgm:pt>
    <dgm:pt modelId="{DBB9B3A9-F42E-4A05-B6E7-D9F5D96091B0}" type="pres">
      <dgm:prSet presAssocID="{57197C82-B2C9-4233-A73B-74D4334F775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6B32BEB-8FBF-4599-AB04-F8D918A6F56E}" type="pres">
      <dgm:prSet presAssocID="{7D9FC1AB-804F-4F78-9756-71657EC13F5C}" presName="spacer" presStyleCnt="0"/>
      <dgm:spPr/>
    </dgm:pt>
    <dgm:pt modelId="{A50BDBF0-1EEC-4737-BC64-55A6B9561D2C}" type="pres">
      <dgm:prSet presAssocID="{0F7AA535-EA8C-4E5F-B5EA-6BE0632C3F8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1C0F3DA-2DA0-4B39-BA30-25A70C13E38E}" type="pres">
      <dgm:prSet presAssocID="{D3D3C0D2-074F-43C4-AD62-FC9657A72E84}" presName="spacer" presStyleCnt="0"/>
      <dgm:spPr/>
    </dgm:pt>
    <dgm:pt modelId="{60EA15F3-B1B3-440F-B0E5-F12258C59F91}" type="pres">
      <dgm:prSet presAssocID="{D7D63289-D429-450C-8727-4491349822A7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857F0F-BCEF-4094-806D-A9E3CF965EBE}" type="pres">
      <dgm:prSet presAssocID="{DD9B1EDE-FA05-4491-8B9B-6110B2832734}" presName="spacer" presStyleCnt="0"/>
      <dgm:spPr/>
    </dgm:pt>
    <dgm:pt modelId="{295CD848-C87F-4498-8F12-D06415B50CC9}" type="pres">
      <dgm:prSet presAssocID="{C06596CB-88A7-48C5-BA7D-DA594BDE08D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ACBA31D-E552-4CCF-A29D-66C980F55A03}" srcId="{F758A695-F9F3-4BC9-9690-484C0F73DB2D}" destId="{0F7AA535-EA8C-4E5F-B5EA-6BE0632C3F89}" srcOrd="2" destOrd="0" parTransId="{056DA01B-94A1-426F-AF71-E816949CAF78}" sibTransId="{D3D3C0D2-074F-43C4-AD62-FC9657A72E84}"/>
    <dgm:cxn modelId="{AEA6DF40-66FE-4056-8231-E9ED69F602BA}" type="presOf" srcId="{F758A695-F9F3-4BC9-9690-484C0F73DB2D}" destId="{F1C8B3EF-72B1-4492-9A48-93FC1A72C87D}" srcOrd="0" destOrd="0" presId="urn:microsoft.com/office/officeart/2005/8/layout/vList2"/>
    <dgm:cxn modelId="{29F6B06D-C4F4-4322-865C-850BB8F1AA55}" type="presOf" srcId="{D7D63289-D429-450C-8727-4491349822A7}" destId="{60EA15F3-B1B3-440F-B0E5-F12258C59F91}" srcOrd="0" destOrd="0" presId="urn:microsoft.com/office/officeart/2005/8/layout/vList2"/>
    <dgm:cxn modelId="{65B4A77D-810A-4B1A-83EB-C194E13BADF8}" srcId="{F758A695-F9F3-4BC9-9690-484C0F73DB2D}" destId="{57197C82-B2C9-4233-A73B-74D4334F775D}" srcOrd="1" destOrd="0" parTransId="{F6BEC2C5-0894-4DD6-8743-634B094735D8}" sibTransId="{7D9FC1AB-804F-4F78-9756-71657EC13F5C}"/>
    <dgm:cxn modelId="{C4C70CE3-576A-42E3-B74F-1AAF0D2B42F8}" type="presOf" srcId="{0F7AA535-EA8C-4E5F-B5EA-6BE0632C3F89}" destId="{A50BDBF0-1EEC-4737-BC64-55A6B9561D2C}" srcOrd="0" destOrd="0" presId="urn:microsoft.com/office/officeart/2005/8/layout/vList2"/>
    <dgm:cxn modelId="{916BAD9C-952D-4996-88D2-274A140568EC}" type="presOf" srcId="{C06596CB-88A7-48C5-BA7D-DA594BDE08DE}" destId="{295CD848-C87F-4498-8F12-D06415B50CC9}" srcOrd="0" destOrd="0" presId="urn:microsoft.com/office/officeart/2005/8/layout/vList2"/>
    <dgm:cxn modelId="{E43A6717-15CA-445F-8C06-DF558F42A4C2}" srcId="{F758A695-F9F3-4BC9-9690-484C0F73DB2D}" destId="{50B3CA5F-4618-4022-B9A9-5A980E1F9A65}" srcOrd="0" destOrd="0" parTransId="{79885AD9-8E69-48EE-959E-6A64D401D12C}" sibTransId="{0C660048-A498-4F8C-8F86-6AAA8BAC162B}"/>
    <dgm:cxn modelId="{C8CEEA9E-98D8-4EE3-B485-BC4DCB5EFD21}" type="presOf" srcId="{57197C82-B2C9-4233-A73B-74D4334F775D}" destId="{DBB9B3A9-F42E-4A05-B6E7-D9F5D96091B0}" srcOrd="0" destOrd="0" presId="urn:microsoft.com/office/officeart/2005/8/layout/vList2"/>
    <dgm:cxn modelId="{30E3E1ED-C6BD-4F9E-95B3-B13DE99BD279}" srcId="{F758A695-F9F3-4BC9-9690-484C0F73DB2D}" destId="{C06596CB-88A7-48C5-BA7D-DA594BDE08DE}" srcOrd="4" destOrd="0" parTransId="{F32D1380-36C3-49E7-B134-AE209DB0CA30}" sibTransId="{9D6B1431-E3F1-4932-B951-1F69E9646490}"/>
    <dgm:cxn modelId="{619F20F5-01D1-4844-8402-366FFA2DFEAC}" type="presOf" srcId="{50B3CA5F-4618-4022-B9A9-5A980E1F9A65}" destId="{2DCD48B8-D6CA-49AC-B44F-615B69F84FF0}" srcOrd="0" destOrd="0" presId="urn:microsoft.com/office/officeart/2005/8/layout/vList2"/>
    <dgm:cxn modelId="{5D3285B5-DFAA-426F-9446-CBF30E48A71C}" srcId="{F758A695-F9F3-4BC9-9690-484C0F73DB2D}" destId="{D7D63289-D429-450C-8727-4491349822A7}" srcOrd="3" destOrd="0" parTransId="{CC88A17F-033D-4E06-A1A8-9756876709C6}" sibTransId="{DD9B1EDE-FA05-4491-8B9B-6110B2832734}"/>
    <dgm:cxn modelId="{B4FBA14C-AA80-418C-A109-ABE0D6EB00A3}" type="presParOf" srcId="{F1C8B3EF-72B1-4492-9A48-93FC1A72C87D}" destId="{2DCD48B8-D6CA-49AC-B44F-615B69F84FF0}" srcOrd="0" destOrd="0" presId="urn:microsoft.com/office/officeart/2005/8/layout/vList2"/>
    <dgm:cxn modelId="{18C61A1D-E8F0-48C6-8CDF-FF83B6AB21D2}" type="presParOf" srcId="{F1C8B3EF-72B1-4492-9A48-93FC1A72C87D}" destId="{DCFE87E8-37AD-46C9-985A-4FFED992F7AD}" srcOrd="1" destOrd="0" presId="urn:microsoft.com/office/officeart/2005/8/layout/vList2"/>
    <dgm:cxn modelId="{291623A3-1717-41C7-916C-B1855780E061}" type="presParOf" srcId="{F1C8B3EF-72B1-4492-9A48-93FC1A72C87D}" destId="{DBB9B3A9-F42E-4A05-B6E7-D9F5D96091B0}" srcOrd="2" destOrd="0" presId="urn:microsoft.com/office/officeart/2005/8/layout/vList2"/>
    <dgm:cxn modelId="{57732822-1CA7-4897-80C9-D5CF686D84FC}" type="presParOf" srcId="{F1C8B3EF-72B1-4492-9A48-93FC1A72C87D}" destId="{76B32BEB-8FBF-4599-AB04-F8D918A6F56E}" srcOrd="3" destOrd="0" presId="urn:microsoft.com/office/officeart/2005/8/layout/vList2"/>
    <dgm:cxn modelId="{66E3E941-930F-48BA-AC42-94CE741A0011}" type="presParOf" srcId="{F1C8B3EF-72B1-4492-9A48-93FC1A72C87D}" destId="{A50BDBF0-1EEC-4737-BC64-55A6B9561D2C}" srcOrd="4" destOrd="0" presId="urn:microsoft.com/office/officeart/2005/8/layout/vList2"/>
    <dgm:cxn modelId="{76DF6996-9106-49DF-815C-39F36DC772DA}" type="presParOf" srcId="{F1C8B3EF-72B1-4492-9A48-93FC1A72C87D}" destId="{A1C0F3DA-2DA0-4B39-BA30-25A70C13E38E}" srcOrd="5" destOrd="0" presId="urn:microsoft.com/office/officeart/2005/8/layout/vList2"/>
    <dgm:cxn modelId="{73493CA7-93F9-4C7A-A51F-1A55B0D3DBDC}" type="presParOf" srcId="{F1C8B3EF-72B1-4492-9A48-93FC1A72C87D}" destId="{60EA15F3-B1B3-440F-B0E5-F12258C59F91}" srcOrd="6" destOrd="0" presId="urn:microsoft.com/office/officeart/2005/8/layout/vList2"/>
    <dgm:cxn modelId="{E1250160-5B8A-4D9C-AC59-15C3844AD981}" type="presParOf" srcId="{F1C8B3EF-72B1-4492-9A48-93FC1A72C87D}" destId="{5C857F0F-BCEF-4094-806D-A9E3CF965EBE}" srcOrd="7" destOrd="0" presId="urn:microsoft.com/office/officeart/2005/8/layout/vList2"/>
    <dgm:cxn modelId="{AB24D3CA-F24B-4469-872F-85B20AAEB3E1}" type="presParOf" srcId="{F1C8B3EF-72B1-4492-9A48-93FC1A72C87D}" destId="{295CD848-C87F-4498-8F12-D06415B50CC9}" srcOrd="8" destOrd="0" presId="urn:microsoft.com/office/officeart/2005/8/layout/vList2"/>
  </dgm:cxnLst>
  <dgm:bg/>
  <dgm:whole/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50B3CA5F-4618-4022-B9A9-5A980E1F9A65}">
      <dgm:prSet phldr="0" custT="1"/>
      <dgm:spPr>
        <a:noFill/>
      </dgm:spPr>
      <dgm:t>
        <a:bodyPr/>
        <a:lstStyle/>
        <a:p>
          <a:pPr algn="l" rtl="0"/>
          <a:r>
            <a:rPr lang="fr-CA" sz="2400" dirty="0" smtClean="0">
              <a:solidFill>
                <a:schemeClr val="tx1"/>
              </a:solidFill>
            </a:rPr>
            <a:t>A- D’une diminution de la perméabilité capillaire 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79885AD9-8E69-48EE-959E-6A64D401D12C}" type="parTrans" cxnId="{E43A6717-15CA-445F-8C06-DF558F42A4C2}">
      <dgm:prSet/>
      <dgm:spPr/>
      <dgm:t>
        <a:bodyPr/>
        <a:lstStyle/>
        <a:p>
          <a:endParaRPr lang="fr-FR"/>
        </a:p>
      </dgm:t>
    </dgm:pt>
    <dgm:pt modelId="{0C660048-A498-4F8C-8F86-6AAA8BAC162B}" type="sibTrans" cxnId="{E43A6717-15CA-445F-8C06-DF558F42A4C2}">
      <dgm:prSet/>
      <dgm:spPr/>
      <dgm:t>
        <a:bodyPr/>
        <a:lstStyle/>
        <a:p>
          <a:endParaRPr lang="fr-FR"/>
        </a:p>
      </dgm:t>
    </dgm:pt>
    <dgm:pt modelId="{57197C82-B2C9-4233-A73B-74D4334F775D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sz="2400" dirty="0" smtClean="0">
              <a:solidFill>
                <a:schemeClr val="tx1"/>
              </a:solidFill>
            </a:rPr>
            <a:t>B- D’une augmentation de la libération des enzymes musculaires dans le sang 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6BEC2C5-0894-4DD6-8743-634B094735D8}" type="parTrans" cxnId="{65B4A77D-810A-4B1A-83EB-C194E13BADF8}">
      <dgm:prSet/>
      <dgm:spPr/>
      <dgm:t>
        <a:bodyPr/>
        <a:lstStyle/>
        <a:p>
          <a:endParaRPr lang="fr-FR"/>
        </a:p>
      </dgm:t>
    </dgm:pt>
    <dgm:pt modelId="{7D9FC1AB-804F-4F78-9756-71657EC13F5C}" type="sibTrans" cxnId="{65B4A77D-810A-4B1A-83EB-C194E13BADF8}">
      <dgm:prSet/>
      <dgm:spPr/>
      <dgm:t>
        <a:bodyPr/>
        <a:lstStyle/>
        <a:p>
          <a:endParaRPr lang="fr-FR"/>
        </a:p>
      </dgm:t>
    </dgm:pt>
    <dgm:pt modelId="{0F7AA535-EA8C-4E5F-B5EA-6BE0632C3F89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sz="2400" dirty="0" smtClean="0">
              <a:solidFill>
                <a:schemeClr val="tx1"/>
              </a:solidFill>
            </a:rPr>
            <a:t>C- D’un syndrome de défaillance </a:t>
          </a:r>
          <a:r>
            <a:rPr lang="fr-CA" sz="2400" dirty="0" err="1" smtClean="0">
              <a:solidFill>
                <a:schemeClr val="tx1"/>
              </a:solidFill>
            </a:rPr>
            <a:t>multiviscérale</a:t>
          </a:r>
          <a:r>
            <a:rPr lang="fr-CA" sz="2400" dirty="0" smtClean="0">
              <a:solidFill>
                <a:schemeClr val="tx1"/>
              </a:solidFill>
            </a:rPr>
            <a:t> par libération de cytokines pro-inflammatoires 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056DA01B-94A1-426F-AF71-E816949CAF78}" type="parTrans" cxnId="{CACBA31D-E552-4CCF-A29D-66C980F55A03}">
      <dgm:prSet/>
      <dgm:spPr/>
      <dgm:t>
        <a:bodyPr/>
        <a:lstStyle/>
        <a:p>
          <a:endParaRPr lang="fr-FR"/>
        </a:p>
      </dgm:t>
    </dgm:pt>
    <dgm:pt modelId="{D3D3C0D2-074F-43C4-AD62-FC9657A72E84}" type="sibTrans" cxnId="{CACBA31D-E552-4CCF-A29D-66C980F55A03}">
      <dgm:prSet/>
      <dgm:spPr/>
      <dgm:t>
        <a:bodyPr/>
        <a:lstStyle/>
        <a:p>
          <a:endParaRPr lang="fr-FR"/>
        </a:p>
      </dgm:t>
    </dgm:pt>
    <dgm:pt modelId="{D7D63289-D429-450C-8727-4491349822A7}">
      <dgm:prSet phldr="0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sz="2400" dirty="0" smtClean="0">
              <a:solidFill>
                <a:schemeClr val="tx1"/>
              </a:solidFill>
            </a:rPr>
            <a:t>D- D’une nécrose tubulaire aigue par dépôt de myoglobine </a:t>
          </a:r>
          <a:endParaRPr lang="en-US" sz="2100" dirty="0">
            <a:solidFill>
              <a:schemeClr val="tx1"/>
            </a:solidFill>
            <a:latin typeface="+mn-lt"/>
          </a:endParaRPr>
        </a:p>
      </dgm:t>
    </dgm:pt>
    <dgm:pt modelId="{CC88A17F-033D-4E06-A1A8-9756876709C6}" type="parTrans" cxnId="{5D3285B5-DFAA-426F-9446-CBF30E48A71C}">
      <dgm:prSet/>
      <dgm:spPr/>
      <dgm:t>
        <a:bodyPr/>
        <a:lstStyle/>
        <a:p>
          <a:endParaRPr lang="fr-FR"/>
        </a:p>
      </dgm:t>
    </dgm:pt>
    <dgm:pt modelId="{DD9B1EDE-FA05-4491-8B9B-6110B2832734}" type="sibTrans" cxnId="{5D3285B5-DFAA-426F-9446-CBF30E48A71C}">
      <dgm:prSet/>
      <dgm:spPr/>
      <dgm:t>
        <a:bodyPr/>
        <a:lstStyle/>
        <a:p>
          <a:endParaRPr lang="fr-FR"/>
        </a:p>
      </dgm:t>
    </dgm:pt>
    <dgm:pt modelId="{C06596CB-88A7-48C5-BA7D-DA594BDE08DE}">
      <dgm:prSet phldr="0" custT="1"/>
      <dgm:spPr>
        <a:noFill/>
      </dgm:spPr>
      <dgm:t>
        <a:bodyPr/>
        <a:lstStyle/>
        <a:p>
          <a:pPr algn="l"/>
          <a:r>
            <a:rPr lang="fr-CA" sz="2400" dirty="0" smtClean="0">
              <a:solidFill>
                <a:schemeClr val="tx1"/>
              </a:solidFill>
            </a:rPr>
            <a:t>E- De troubles du rythme cardiaque par hypokaliémie</a:t>
          </a:r>
          <a:endParaRPr lang="en-US" sz="2400" dirty="0">
            <a:solidFill>
              <a:schemeClr val="tx1"/>
            </a:solidFill>
            <a:latin typeface="+mn-lt"/>
          </a:endParaRPr>
        </a:p>
      </dgm:t>
    </dgm:pt>
    <dgm:pt modelId="{F32D1380-36C3-49E7-B134-AE209DB0CA30}" type="parTrans" cxnId="{30E3E1ED-C6BD-4F9E-95B3-B13DE99BD279}">
      <dgm:prSet/>
      <dgm:spPr/>
      <dgm:t>
        <a:bodyPr/>
        <a:lstStyle/>
        <a:p>
          <a:endParaRPr lang="fr-FR"/>
        </a:p>
      </dgm:t>
    </dgm:pt>
    <dgm:pt modelId="{9D6B1431-E3F1-4932-B951-1F69E9646490}" type="sibTrans" cxnId="{30E3E1ED-C6BD-4F9E-95B3-B13DE99BD279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DCD48B8-D6CA-49AC-B44F-615B69F84FF0}" type="pres">
      <dgm:prSet presAssocID="{50B3CA5F-4618-4022-B9A9-5A980E1F9A65}" presName="parentText" presStyleLbl="node1" presStyleIdx="0" presStyleCnt="5" custScaleY="99885" custLinFactNeighborX="-52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CFE87E8-37AD-46C9-985A-4FFED992F7AD}" type="pres">
      <dgm:prSet presAssocID="{0C660048-A498-4F8C-8F86-6AAA8BAC162B}" presName="spacer" presStyleCnt="0"/>
      <dgm:spPr/>
    </dgm:pt>
    <dgm:pt modelId="{DBB9B3A9-F42E-4A05-B6E7-D9F5D96091B0}" type="pres">
      <dgm:prSet presAssocID="{57197C82-B2C9-4233-A73B-74D4334F775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6B32BEB-8FBF-4599-AB04-F8D918A6F56E}" type="pres">
      <dgm:prSet presAssocID="{7D9FC1AB-804F-4F78-9756-71657EC13F5C}" presName="spacer" presStyleCnt="0"/>
      <dgm:spPr/>
    </dgm:pt>
    <dgm:pt modelId="{A50BDBF0-1EEC-4737-BC64-55A6B9561D2C}" type="pres">
      <dgm:prSet presAssocID="{0F7AA535-EA8C-4E5F-B5EA-6BE0632C3F8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1C0F3DA-2DA0-4B39-BA30-25A70C13E38E}" type="pres">
      <dgm:prSet presAssocID="{D3D3C0D2-074F-43C4-AD62-FC9657A72E84}" presName="spacer" presStyleCnt="0"/>
      <dgm:spPr/>
    </dgm:pt>
    <dgm:pt modelId="{60EA15F3-B1B3-440F-B0E5-F12258C59F91}" type="pres">
      <dgm:prSet presAssocID="{D7D63289-D429-450C-8727-4491349822A7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857F0F-BCEF-4094-806D-A9E3CF965EBE}" type="pres">
      <dgm:prSet presAssocID="{DD9B1EDE-FA05-4491-8B9B-6110B2832734}" presName="spacer" presStyleCnt="0"/>
      <dgm:spPr/>
    </dgm:pt>
    <dgm:pt modelId="{295CD848-C87F-4498-8F12-D06415B50CC9}" type="pres">
      <dgm:prSet presAssocID="{C06596CB-88A7-48C5-BA7D-DA594BDE08DE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95626B1-EB4E-4A17-8CFB-7B809D793951}" type="presOf" srcId="{F758A695-F9F3-4BC9-9690-484C0F73DB2D}" destId="{F1C8B3EF-72B1-4492-9A48-93FC1A72C87D}" srcOrd="0" destOrd="0" presId="urn:microsoft.com/office/officeart/2005/8/layout/vList2"/>
    <dgm:cxn modelId="{CACBA31D-E552-4CCF-A29D-66C980F55A03}" srcId="{F758A695-F9F3-4BC9-9690-484C0F73DB2D}" destId="{0F7AA535-EA8C-4E5F-B5EA-6BE0632C3F89}" srcOrd="2" destOrd="0" parTransId="{056DA01B-94A1-426F-AF71-E816949CAF78}" sibTransId="{D3D3C0D2-074F-43C4-AD62-FC9657A72E84}"/>
    <dgm:cxn modelId="{65B4A77D-810A-4B1A-83EB-C194E13BADF8}" srcId="{F758A695-F9F3-4BC9-9690-484C0F73DB2D}" destId="{57197C82-B2C9-4233-A73B-74D4334F775D}" srcOrd="1" destOrd="0" parTransId="{F6BEC2C5-0894-4DD6-8743-634B094735D8}" sibTransId="{7D9FC1AB-804F-4F78-9756-71657EC13F5C}"/>
    <dgm:cxn modelId="{74A764F6-F57C-40A2-B87B-4B06D902A339}" type="presOf" srcId="{D7D63289-D429-450C-8727-4491349822A7}" destId="{60EA15F3-B1B3-440F-B0E5-F12258C59F91}" srcOrd="0" destOrd="0" presId="urn:microsoft.com/office/officeart/2005/8/layout/vList2"/>
    <dgm:cxn modelId="{967FFDF4-6EEC-4C53-AB1E-6EBB46FC430D}" type="presOf" srcId="{50B3CA5F-4618-4022-B9A9-5A980E1F9A65}" destId="{2DCD48B8-D6CA-49AC-B44F-615B69F84FF0}" srcOrd="0" destOrd="0" presId="urn:microsoft.com/office/officeart/2005/8/layout/vList2"/>
    <dgm:cxn modelId="{BDE56BFD-30BD-4A1A-9C00-A6FACE3F9B3C}" type="presOf" srcId="{57197C82-B2C9-4233-A73B-74D4334F775D}" destId="{DBB9B3A9-F42E-4A05-B6E7-D9F5D96091B0}" srcOrd="0" destOrd="0" presId="urn:microsoft.com/office/officeart/2005/8/layout/vList2"/>
    <dgm:cxn modelId="{E8B0C132-DC70-49B2-98B1-00D4A2C42DB1}" type="presOf" srcId="{0F7AA535-EA8C-4E5F-B5EA-6BE0632C3F89}" destId="{A50BDBF0-1EEC-4737-BC64-55A6B9561D2C}" srcOrd="0" destOrd="0" presId="urn:microsoft.com/office/officeart/2005/8/layout/vList2"/>
    <dgm:cxn modelId="{E43A6717-15CA-445F-8C06-DF558F42A4C2}" srcId="{F758A695-F9F3-4BC9-9690-484C0F73DB2D}" destId="{50B3CA5F-4618-4022-B9A9-5A980E1F9A65}" srcOrd="0" destOrd="0" parTransId="{79885AD9-8E69-48EE-959E-6A64D401D12C}" sibTransId="{0C660048-A498-4F8C-8F86-6AAA8BAC162B}"/>
    <dgm:cxn modelId="{30E3E1ED-C6BD-4F9E-95B3-B13DE99BD279}" srcId="{F758A695-F9F3-4BC9-9690-484C0F73DB2D}" destId="{C06596CB-88A7-48C5-BA7D-DA594BDE08DE}" srcOrd="4" destOrd="0" parTransId="{F32D1380-36C3-49E7-B134-AE209DB0CA30}" sibTransId="{9D6B1431-E3F1-4932-B951-1F69E9646490}"/>
    <dgm:cxn modelId="{52AD718F-56EE-47F0-9D1A-55EA00FF8781}" type="presOf" srcId="{C06596CB-88A7-48C5-BA7D-DA594BDE08DE}" destId="{295CD848-C87F-4498-8F12-D06415B50CC9}" srcOrd="0" destOrd="0" presId="urn:microsoft.com/office/officeart/2005/8/layout/vList2"/>
    <dgm:cxn modelId="{5D3285B5-DFAA-426F-9446-CBF30E48A71C}" srcId="{F758A695-F9F3-4BC9-9690-484C0F73DB2D}" destId="{D7D63289-D429-450C-8727-4491349822A7}" srcOrd="3" destOrd="0" parTransId="{CC88A17F-033D-4E06-A1A8-9756876709C6}" sibTransId="{DD9B1EDE-FA05-4491-8B9B-6110B2832734}"/>
    <dgm:cxn modelId="{89D82A51-406D-4464-8A8A-B8CF6EA1B10E}" type="presParOf" srcId="{F1C8B3EF-72B1-4492-9A48-93FC1A72C87D}" destId="{2DCD48B8-D6CA-49AC-B44F-615B69F84FF0}" srcOrd="0" destOrd="0" presId="urn:microsoft.com/office/officeart/2005/8/layout/vList2"/>
    <dgm:cxn modelId="{A30D912D-AFF9-4A7B-A2BB-FEF7ED64E91E}" type="presParOf" srcId="{F1C8B3EF-72B1-4492-9A48-93FC1A72C87D}" destId="{DCFE87E8-37AD-46C9-985A-4FFED992F7AD}" srcOrd="1" destOrd="0" presId="urn:microsoft.com/office/officeart/2005/8/layout/vList2"/>
    <dgm:cxn modelId="{92B374F6-8BD8-4FEF-BA35-A0C123414D25}" type="presParOf" srcId="{F1C8B3EF-72B1-4492-9A48-93FC1A72C87D}" destId="{DBB9B3A9-F42E-4A05-B6E7-D9F5D96091B0}" srcOrd="2" destOrd="0" presId="urn:microsoft.com/office/officeart/2005/8/layout/vList2"/>
    <dgm:cxn modelId="{91F765B3-4E1D-4FEF-8DE4-9F62927A31AA}" type="presParOf" srcId="{F1C8B3EF-72B1-4492-9A48-93FC1A72C87D}" destId="{76B32BEB-8FBF-4599-AB04-F8D918A6F56E}" srcOrd="3" destOrd="0" presId="urn:microsoft.com/office/officeart/2005/8/layout/vList2"/>
    <dgm:cxn modelId="{811ABA56-98F6-4796-BB61-56BD4D325924}" type="presParOf" srcId="{F1C8B3EF-72B1-4492-9A48-93FC1A72C87D}" destId="{A50BDBF0-1EEC-4737-BC64-55A6B9561D2C}" srcOrd="4" destOrd="0" presId="urn:microsoft.com/office/officeart/2005/8/layout/vList2"/>
    <dgm:cxn modelId="{2128CF47-9481-4A74-A6B0-5807844B711D}" type="presParOf" srcId="{F1C8B3EF-72B1-4492-9A48-93FC1A72C87D}" destId="{A1C0F3DA-2DA0-4B39-BA30-25A70C13E38E}" srcOrd="5" destOrd="0" presId="urn:microsoft.com/office/officeart/2005/8/layout/vList2"/>
    <dgm:cxn modelId="{5C38AF9D-FE4F-4E08-8DB5-C935647BE2F7}" type="presParOf" srcId="{F1C8B3EF-72B1-4492-9A48-93FC1A72C87D}" destId="{60EA15F3-B1B3-440F-B0E5-F12258C59F91}" srcOrd="6" destOrd="0" presId="urn:microsoft.com/office/officeart/2005/8/layout/vList2"/>
    <dgm:cxn modelId="{89EA0EEB-BD0D-4D6B-9F79-B6DC8EEAD3B8}" type="presParOf" srcId="{F1C8B3EF-72B1-4492-9A48-93FC1A72C87D}" destId="{5C857F0F-BCEF-4094-806D-A9E3CF965EBE}" srcOrd="7" destOrd="0" presId="urn:microsoft.com/office/officeart/2005/8/layout/vList2"/>
    <dgm:cxn modelId="{26E4F3C9-66BB-4841-80C0-863E2F33A690}" type="presParOf" srcId="{F1C8B3EF-72B1-4492-9A48-93FC1A72C87D}" destId="{295CD848-C87F-4498-8F12-D06415B50CC9}" srcOrd="8" destOrd="0" presId="urn:microsoft.com/office/officeart/2005/8/layout/vList2"/>
  </dgm:cxnLst>
  <dgm:bg/>
  <dgm:whole/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141197C-E0C3-435B-A5CC-F7A87B0BDA15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D. L'amputation est inévitable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4607DEE5-C368-488A-832B-6F07709D15ED}" type="parTrans" cxnId="{33A78B97-B350-442C-B8F7-08D19303D005}">
      <dgm:prSet/>
      <dgm:spPr/>
      <dgm:t>
        <a:bodyPr/>
        <a:lstStyle/>
        <a:p>
          <a:endParaRPr lang="fr-FR"/>
        </a:p>
      </dgm:t>
    </dgm:pt>
    <dgm:pt modelId="{3AE9E545-CD35-4BB1-9DD9-4094D7A511BB}" type="sibTrans" cxnId="{33A78B97-B350-442C-B8F7-08D19303D005}">
      <dgm:prSet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Les troubles neurologiques sont minimes 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685BBE08-05D6-44C6-A3D1-B48A9EF6048E}" type="parTrans" cxnId="{F65E6169-C93E-41FC-913F-32EC5A765CEB}">
      <dgm:prSet/>
      <dgm:spPr/>
      <dgm:t>
        <a:bodyPr/>
        <a:lstStyle/>
        <a:p>
          <a:endParaRPr lang="fr-FR"/>
        </a:p>
      </dgm:t>
    </dgm:pt>
    <dgm:pt modelId="{4AFDD863-9241-436D-83B7-00C60D695A10}" type="sibTrans" cxnId="{F65E6169-C93E-41FC-913F-32EC5A765CEB}">
      <dgm:prSet/>
      <dgm:spPr/>
      <dgm:t>
        <a:bodyPr/>
        <a:lstStyle/>
        <a:p>
          <a:endParaRPr lang="fr-FR"/>
        </a:p>
      </dgm:t>
    </dgm:pt>
    <dgm:pt modelId="{A8D4F4B6-DFF5-4EEC-837F-60769AB008CE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Le membre est immédiatement menacé </a:t>
          </a:r>
        </a:p>
      </dgm:t>
    </dgm:pt>
    <dgm:pt modelId="{6569E968-F2D7-431F-8BEA-520C3E0D4CBF}" type="parTrans" cxnId="{B0A6AFB1-D4DD-4049-BD4B-B746A5C62DD8}">
      <dgm:prSet/>
      <dgm:spPr/>
      <dgm:t>
        <a:bodyPr/>
        <a:lstStyle/>
        <a:p>
          <a:endParaRPr lang="fr-FR"/>
        </a:p>
      </dgm:t>
    </dgm:pt>
    <dgm:pt modelId="{D289EE9B-D9A9-4F02-AFDE-F46BFE86269B}" type="sibTrans" cxnId="{B0A6AFB1-D4DD-4049-BD4B-B746A5C62DD8}">
      <dgm:prSet/>
      <dgm:spPr/>
      <dgm:t>
        <a:bodyPr/>
        <a:lstStyle/>
        <a:p>
          <a:endParaRPr lang="fr-FR"/>
        </a:p>
      </dgm:t>
    </dgm:pt>
    <dgm:pt modelId="{46AAF7EA-DC62-4440-AD8A-FBC5B08FD1F4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La douleur est absente </a:t>
          </a:r>
        </a:p>
      </dgm:t>
    </dgm:pt>
    <dgm:pt modelId="{B8FA6521-CC98-43AE-9E6E-D3C3E5E48B9F}" type="parTrans" cxnId="{E7BB80E1-DCD6-4421-A290-A2E5415F631A}">
      <dgm:prSet/>
      <dgm:spPr/>
      <dgm:t>
        <a:bodyPr/>
        <a:lstStyle/>
        <a:p>
          <a:endParaRPr lang="fr-FR"/>
        </a:p>
      </dgm:t>
    </dgm:pt>
    <dgm:pt modelId="{F3C01C8F-33A6-4D33-91D5-82E9A0C7EAF9}" type="sibTrans" cxnId="{E7BB80E1-DCD6-4421-A290-A2E5415F631A}">
      <dgm:prSet/>
      <dgm:spPr/>
      <dgm:t>
        <a:bodyPr/>
        <a:lstStyle/>
        <a:p>
          <a:endParaRPr lang="fr-FR"/>
        </a:p>
      </dgm:t>
    </dgm:pt>
    <dgm:pt modelId="{ADE72AF2-E8BC-442F-85BC-3571668B45A7}">
      <dgm:prSet phldr="0"/>
      <dgm:spPr>
        <a:solidFill>
          <a:schemeClr val="bg1"/>
        </a:solidFill>
      </dgm:spPr>
      <dgm:t>
        <a:bodyPr/>
        <a:lstStyle/>
        <a:p>
          <a:r>
            <a:rPr lang="fr-FR" dirty="0">
              <a:solidFill>
                <a:schemeClr val="tx1"/>
              </a:solidFill>
            </a:rPr>
            <a:t>E. Le traitement est urgent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56F53A1F-8359-40D4-8B80-5794B7BC3CB2}" type="parTrans" cxnId="{4D6E53BF-01E9-40CB-94F0-F5D4D99E1E7D}">
      <dgm:prSet/>
      <dgm:spPr/>
      <dgm:t>
        <a:bodyPr/>
        <a:lstStyle/>
        <a:p>
          <a:endParaRPr lang="fr-FR"/>
        </a:p>
      </dgm:t>
    </dgm:pt>
    <dgm:pt modelId="{B5909848-C5FB-4C18-894A-4284423F9115}" type="sibTrans" cxnId="{4D6E53BF-01E9-40CB-94F0-F5D4D99E1E7D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06104D9-9641-46E9-B2BC-C821A4BD21D3}" type="pres">
      <dgm:prSet presAssocID="{4AFDD863-9241-436D-83B7-00C60D695A10}" presName="spacer" presStyleCnt="0"/>
      <dgm:spPr/>
    </dgm:pt>
    <dgm:pt modelId="{FF5D25F1-EC92-4AC9-BDE5-E9FACC9FEE75}" type="pres">
      <dgm:prSet presAssocID="{A8D4F4B6-DFF5-4EEC-837F-60769AB008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3D09EA7-5A06-413C-A331-B10D13A006CC}" type="pres">
      <dgm:prSet presAssocID="{D289EE9B-D9A9-4F02-AFDE-F46BFE86269B}" presName="spacer" presStyleCnt="0"/>
      <dgm:spPr/>
    </dgm:pt>
    <dgm:pt modelId="{E33FD805-265A-4C2F-868B-024354C0D8EA}" type="pres">
      <dgm:prSet presAssocID="{46AAF7EA-DC62-4440-AD8A-FBC5B08FD1F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F144B9-EF72-4D54-8457-B22FC9E1A12C}" type="pres">
      <dgm:prSet presAssocID="{F3C01C8F-33A6-4D33-91D5-82E9A0C7EAF9}" presName="spacer" presStyleCnt="0"/>
      <dgm:spPr/>
    </dgm:pt>
    <dgm:pt modelId="{8641281D-6450-4E95-8FA8-E65655FFFBB5}" type="pres">
      <dgm:prSet presAssocID="{A141197C-E0C3-435B-A5CC-F7A87B0BDA1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C07074E-CBA6-49F7-9016-022DFD71B014}" type="pres">
      <dgm:prSet presAssocID="{3AE9E545-CD35-4BB1-9DD9-4094D7A511BB}" presName="spacer" presStyleCnt="0"/>
      <dgm:spPr/>
    </dgm:pt>
    <dgm:pt modelId="{D4F82729-7EEA-49CD-9259-3EBC3E0463F6}" type="pres">
      <dgm:prSet presAssocID="{ADE72AF2-E8BC-442F-85BC-3571668B45A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0A6AFB1-D4DD-4049-BD4B-B746A5C62DD8}" srcId="{F758A695-F9F3-4BC9-9690-484C0F73DB2D}" destId="{A8D4F4B6-DFF5-4EEC-837F-60769AB008CE}" srcOrd="1" destOrd="0" parTransId="{6569E968-F2D7-431F-8BEA-520C3E0D4CBF}" sibTransId="{D289EE9B-D9A9-4F02-AFDE-F46BFE86269B}"/>
    <dgm:cxn modelId="{40E20517-9177-43A0-9A8D-ED6DC5A36C0E}" type="presOf" srcId="{A141197C-E0C3-435B-A5CC-F7A87B0BDA15}" destId="{8641281D-6450-4E95-8FA8-E65655FFFBB5}" srcOrd="0" destOrd="0" presId="urn:microsoft.com/office/officeart/2005/8/layout/vList2"/>
    <dgm:cxn modelId="{E1D3D589-B954-49AB-BE29-BE58C3718A04}" type="presOf" srcId="{CF409C4B-41AE-49FC-BDBE-57C026BE3259}" destId="{32283D71-3931-4459-B3D9-255A7F4E4E6F}" srcOrd="0" destOrd="0" presId="urn:microsoft.com/office/officeart/2005/8/layout/vList2"/>
    <dgm:cxn modelId="{4EFCBC57-3EF9-4620-93EF-ACED0DDC925B}" type="presOf" srcId="{46AAF7EA-DC62-4440-AD8A-FBC5B08FD1F4}" destId="{E33FD805-265A-4C2F-868B-024354C0D8EA}" srcOrd="0" destOrd="0" presId="urn:microsoft.com/office/officeart/2005/8/layout/vList2"/>
    <dgm:cxn modelId="{4D6E53BF-01E9-40CB-94F0-F5D4D99E1E7D}" srcId="{F758A695-F9F3-4BC9-9690-484C0F73DB2D}" destId="{ADE72AF2-E8BC-442F-85BC-3571668B45A7}" srcOrd="4" destOrd="0" parTransId="{56F53A1F-8359-40D4-8B80-5794B7BC3CB2}" sibTransId="{B5909848-C5FB-4C18-894A-4284423F9115}"/>
    <dgm:cxn modelId="{B6ED416E-DB86-4E47-9B12-7EB9B1666172}" type="presOf" srcId="{ADE72AF2-E8BC-442F-85BC-3571668B45A7}" destId="{D4F82729-7EEA-49CD-9259-3EBC3E0463F6}" srcOrd="0" destOrd="0" presId="urn:microsoft.com/office/officeart/2005/8/layout/vList2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E7BB80E1-DCD6-4421-A290-A2E5415F631A}" srcId="{F758A695-F9F3-4BC9-9690-484C0F73DB2D}" destId="{46AAF7EA-DC62-4440-AD8A-FBC5B08FD1F4}" srcOrd="2" destOrd="0" parTransId="{B8FA6521-CC98-43AE-9E6E-D3C3E5E48B9F}" sibTransId="{F3C01C8F-33A6-4D33-91D5-82E9A0C7EAF9}"/>
    <dgm:cxn modelId="{BCA00D14-A25F-4C17-BD01-8B6978D9ADA8}" type="presOf" srcId="{A8D4F4B6-DFF5-4EEC-837F-60769AB008CE}" destId="{FF5D25F1-EC92-4AC9-BDE5-E9FACC9FEE75}" srcOrd="0" destOrd="0" presId="urn:microsoft.com/office/officeart/2005/8/layout/vList2"/>
    <dgm:cxn modelId="{33A78B97-B350-442C-B8F7-08D19303D005}" srcId="{F758A695-F9F3-4BC9-9690-484C0F73DB2D}" destId="{A141197C-E0C3-435B-A5CC-F7A87B0BDA15}" srcOrd="3" destOrd="0" parTransId="{4607DEE5-C368-488A-832B-6F07709D15ED}" sibTransId="{3AE9E545-CD35-4BB1-9DD9-4094D7A511BB}"/>
    <dgm:cxn modelId="{0C2A377D-8B31-46BD-A09E-7652E300CF63}" type="presParOf" srcId="{F1C8B3EF-72B1-4492-9A48-93FC1A72C87D}" destId="{32283D71-3931-4459-B3D9-255A7F4E4E6F}" srcOrd="0" destOrd="0" presId="urn:microsoft.com/office/officeart/2005/8/layout/vList2"/>
    <dgm:cxn modelId="{9CF13B0B-7FE0-41FD-ADD5-B6094A09B1D0}" type="presParOf" srcId="{F1C8B3EF-72B1-4492-9A48-93FC1A72C87D}" destId="{706104D9-9641-46E9-B2BC-C821A4BD21D3}" srcOrd="1" destOrd="0" presId="urn:microsoft.com/office/officeart/2005/8/layout/vList2"/>
    <dgm:cxn modelId="{D46A1A2F-D460-4D39-8776-148B19BAB60F}" type="presParOf" srcId="{F1C8B3EF-72B1-4492-9A48-93FC1A72C87D}" destId="{FF5D25F1-EC92-4AC9-BDE5-E9FACC9FEE75}" srcOrd="2" destOrd="0" presId="urn:microsoft.com/office/officeart/2005/8/layout/vList2"/>
    <dgm:cxn modelId="{4E89722D-02B4-4D24-84FF-2EFF120EB194}" type="presParOf" srcId="{F1C8B3EF-72B1-4492-9A48-93FC1A72C87D}" destId="{03D09EA7-5A06-413C-A331-B10D13A006CC}" srcOrd="3" destOrd="0" presId="urn:microsoft.com/office/officeart/2005/8/layout/vList2"/>
    <dgm:cxn modelId="{71310A5E-587E-4AE7-BEDB-054303EA3759}" type="presParOf" srcId="{F1C8B3EF-72B1-4492-9A48-93FC1A72C87D}" destId="{E33FD805-265A-4C2F-868B-024354C0D8EA}" srcOrd="4" destOrd="0" presId="urn:microsoft.com/office/officeart/2005/8/layout/vList2"/>
    <dgm:cxn modelId="{393B70AC-E7C1-4C2A-9716-964740E5F572}" type="presParOf" srcId="{F1C8B3EF-72B1-4492-9A48-93FC1A72C87D}" destId="{B4F144B9-EF72-4D54-8457-B22FC9E1A12C}" srcOrd="5" destOrd="0" presId="urn:microsoft.com/office/officeart/2005/8/layout/vList2"/>
    <dgm:cxn modelId="{B8318B9D-7A9E-41E6-9BAE-C67E5620E6D6}" type="presParOf" srcId="{F1C8B3EF-72B1-4492-9A48-93FC1A72C87D}" destId="{8641281D-6450-4E95-8FA8-E65655FFFBB5}" srcOrd="6" destOrd="0" presId="urn:microsoft.com/office/officeart/2005/8/layout/vList2"/>
    <dgm:cxn modelId="{2DF74D78-1FF0-46EE-90E3-3DE187198D0E}" type="presParOf" srcId="{F1C8B3EF-72B1-4492-9A48-93FC1A72C87D}" destId="{2C07074E-CBA6-49F7-9016-022DFD71B014}" srcOrd="7" destOrd="0" presId="urn:microsoft.com/office/officeart/2005/8/layout/vList2"/>
    <dgm:cxn modelId="{351D7181-F245-4C75-8B85-C62AA8E304DD}" type="presParOf" srcId="{F1C8B3EF-72B1-4492-9A48-93FC1A72C87D}" destId="{D4F82729-7EEA-49CD-9259-3EBC3E0463F6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141197C-E0C3-435B-A5CC-F7A87B0BDA15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D. L'amputation est inévitable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4607DEE5-C368-488A-832B-6F07709D15ED}" type="parTrans" cxnId="{33A78B97-B350-442C-B8F7-08D19303D005}">
      <dgm:prSet/>
      <dgm:spPr/>
    </dgm:pt>
    <dgm:pt modelId="{3AE9E545-CD35-4BB1-9DD9-4094D7A511BB}" type="sibTrans" cxnId="{33A78B97-B350-442C-B8F7-08D19303D005}">
      <dgm:prSet/>
      <dgm:spPr/>
    </dgm:pt>
    <dgm:pt modelId="{CF409C4B-41AE-49FC-BDBE-57C026BE3259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Les troubles neurologiques sont minimes 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685BBE08-05D6-44C6-A3D1-B48A9EF6048E}" type="parTrans" cxnId="{F65E6169-C93E-41FC-913F-32EC5A765CEB}">
      <dgm:prSet/>
      <dgm:spPr/>
    </dgm:pt>
    <dgm:pt modelId="{4AFDD863-9241-436D-83B7-00C60D695A10}" type="sibTrans" cxnId="{F65E6169-C93E-41FC-913F-32EC5A765CEB}">
      <dgm:prSet/>
      <dgm:spPr/>
    </dgm:pt>
    <dgm:pt modelId="{A8D4F4B6-DFF5-4EEC-837F-60769AB008CE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Le membre est immédiatement menacé </a:t>
          </a:r>
        </a:p>
      </dgm:t>
    </dgm:pt>
    <dgm:pt modelId="{6569E968-F2D7-431F-8BEA-520C3E0D4CBF}" type="parTrans" cxnId="{B0A6AFB1-D4DD-4049-BD4B-B746A5C62DD8}">
      <dgm:prSet/>
      <dgm:spPr/>
    </dgm:pt>
    <dgm:pt modelId="{D289EE9B-D9A9-4F02-AFDE-F46BFE86269B}" type="sibTrans" cxnId="{B0A6AFB1-D4DD-4049-BD4B-B746A5C62DD8}">
      <dgm:prSet/>
      <dgm:spPr/>
    </dgm:pt>
    <dgm:pt modelId="{46AAF7EA-DC62-4440-AD8A-FBC5B08FD1F4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La douleur est absente </a:t>
          </a:r>
        </a:p>
      </dgm:t>
    </dgm:pt>
    <dgm:pt modelId="{B8FA6521-CC98-43AE-9E6E-D3C3E5E48B9F}" type="parTrans" cxnId="{E7BB80E1-DCD6-4421-A290-A2E5415F631A}">
      <dgm:prSet/>
      <dgm:spPr/>
    </dgm:pt>
    <dgm:pt modelId="{F3C01C8F-33A6-4D33-91D5-82E9A0C7EAF9}" type="sibTrans" cxnId="{E7BB80E1-DCD6-4421-A290-A2E5415F631A}">
      <dgm:prSet/>
      <dgm:spPr/>
    </dgm:pt>
    <dgm:pt modelId="{ADE72AF2-E8BC-442F-85BC-3571668B45A7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fr-FR" dirty="0">
              <a:solidFill>
                <a:schemeClr val="tx1"/>
              </a:solidFill>
            </a:rPr>
            <a:t>E. Le traitement est urgent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56F53A1F-8359-40D4-8B80-5794B7BC3CB2}" type="parTrans" cxnId="{4D6E53BF-01E9-40CB-94F0-F5D4D99E1E7D}">
      <dgm:prSet/>
      <dgm:spPr/>
    </dgm:pt>
    <dgm:pt modelId="{B5909848-C5FB-4C18-894A-4284423F9115}" type="sibTrans" cxnId="{4D6E53BF-01E9-40CB-94F0-F5D4D99E1E7D}">
      <dgm:prSet/>
      <dgm:spPr/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06104D9-9641-46E9-B2BC-C821A4BD21D3}" type="pres">
      <dgm:prSet presAssocID="{4AFDD863-9241-436D-83B7-00C60D695A10}" presName="spacer" presStyleCnt="0"/>
      <dgm:spPr/>
    </dgm:pt>
    <dgm:pt modelId="{FF5D25F1-EC92-4AC9-BDE5-E9FACC9FEE75}" type="pres">
      <dgm:prSet presAssocID="{A8D4F4B6-DFF5-4EEC-837F-60769AB008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3D09EA7-5A06-413C-A331-B10D13A006CC}" type="pres">
      <dgm:prSet presAssocID="{D289EE9B-D9A9-4F02-AFDE-F46BFE86269B}" presName="spacer" presStyleCnt="0"/>
      <dgm:spPr/>
    </dgm:pt>
    <dgm:pt modelId="{E33FD805-265A-4C2F-868B-024354C0D8EA}" type="pres">
      <dgm:prSet presAssocID="{46AAF7EA-DC62-4440-AD8A-FBC5B08FD1F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F144B9-EF72-4D54-8457-B22FC9E1A12C}" type="pres">
      <dgm:prSet presAssocID="{F3C01C8F-33A6-4D33-91D5-82E9A0C7EAF9}" presName="spacer" presStyleCnt="0"/>
      <dgm:spPr/>
    </dgm:pt>
    <dgm:pt modelId="{8641281D-6450-4E95-8FA8-E65655FFFBB5}" type="pres">
      <dgm:prSet presAssocID="{A141197C-E0C3-435B-A5CC-F7A87B0BDA1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C07074E-CBA6-49F7-9016-022DFD71B014}" type="pres">
      <dgm:prSet presAssocID="{3AE9E545-CD35-4BB1-9DD9-4094D7A511BB}" presName="spacer" presStyleCnt="0"/>
      <dgm:spPr/>
    </dgm:pt>
    <dgm:pt modelId="{D4F82729-7EEA-49CD-9259-3EBC3E0463F6}" type="pres">
      <dgm:prSet presAssocID="{ADE72AF2-E8BC-442F-85BC-3571668B45A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4CE5E535-EF59-4EBF-A999-528628F5DB98}" type="presOf" srcId="{CF409C4B-41AE-49FC-BDBE-57C026BE3259}" destId="{32283D71-3931-4459-B3D9-255A7F4E4E6F}" srcOrd="0" destOrd="0" presId="urn:microsoft.com/office/officeart/2005/8/layout/vList2"/>
    <dgm:cxn modelId="{A830DF9F-4F03-4891-BA06-C55D23347C7C}" type="presOf" srcId="{46AAF7EA-DC62-4440-AD8A-FBC5B08FD1F4}" destId="{E33FD805-265A-4C2F-868B-024354C0D8EA}" srcOrd="0" destOrd="0" presId="urn:microsoft.com/office/officeart/2005/8/layout/vList2"/>
    <dgm:cxn modelId="{75D38471-0952-4F3E-B15E-77B483167783}" type="presOf" srcId="{A8D4F4B6-DFF5-4EEC-837F-60769AB008CE}" destId="{FF5D25F1-EC92-4AC9-BDE5-E9FACC9FEE75}" srcOrd="0" destOrd="0" presId="urn:microsoft.com/office/officeart/2005/8/layout/vList2"/>
    <dgm:cxn modelId="{E4045979-D790-424D-AC8A-7FC52C202B51}" type="presOf" srcId="{F758A695-F9F3-4BC9-9690-484C0F73DB2D}" destId="{F1C8B3EF-72B1-4492-9A48-93FC1A72C87D}" srcOrd="0" destOrd="0" presId="urn:microsoft.com/office/officeart/2005/8/layout/vList2"/>
    <dgm:cxn modelId="{B0A6AFB1-D4DD-4049-BD4B-B746A5C62DD8}" srcId="{F758A695-F9F3-4BC9-9690-484C0F73DB2D}" destId="{A8D4F4B6-DFF5-4EEC-837F-60769AB008CE}" srcOrd="1" destOrd="0" parTransId="{6569E968-F2D7-431F-8BEA-520C3E0D4CBF}" sibTransId="{D289EE9B-D9A9-4F02-AFDE-F46BFE86269B}"/>
    <dgm:cxn modelId="{1522315D-BE57-4321-BEB7-FB585E326059}" type="presOf" srcId="{A141197C-E0C3-435B-A5CC-F7A87B0BDA15}" destId="{8641281D-6450-4E95-8FA8-E65655FFFBB5}" srcOrd="0" destOrd="0" presId="urn:microsoft.com/office/officeart/2005/8/layout/vList2"/>
    <dgm:cxn modelId="{2B093100-37F4-45A3-96DC-9C54F69BF90A}" type="presOf" srcId="{ADE72AF2-E8BC-442F-85BC-3571668B45A7}" destId="{D4F82729-7EEA-49CD-9259-3EBC3E0463F6}" srcOrd="0" destOrd="0" presId="urn:microsoft.com/office/officeart/2005/8/layout/vList2"/>
    <dgm:cxn modelId="{4D6E53BF-01E9-40CB-94F0-F5D4D99E1E7D}" srcId="{F758A695-F9F3-4BC9-9690-484C0F73DB2D}" destId="{ADE72AF2-E8BC-442F-85BC-3571668B45A7}" srcOrd="4" destOrd="0" parTransId="{56F53A1F-8359-40D4-8B80-5794B7BC3CB2}" sibTransId="{B5909848-C5FB-4C18-894A-4284423F9115}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E7BB80E1-DCD6-4421-A290-A2E5415F631A}" srcId="{F758A695-F9F3-4BC9-9690-484C0F73DB2D}" destId="{46AAF7EA-DC62-4440-AD8A-FBC5B08FD1F4}" srcOrd="2" destOrd="0" parTransId="{B8FA6521-CC98-43AE-9E6E-D3C3E5E48B9F}" sibTransId="{F3C01C8F-33A6-4D33-91D5-82E9A0C7EAF9}"/>
    <dgm:cxn modelId="{33A78B97-B350-442C-B8F7-08D19303D005}" srcId="{F758A695-F9F3-4BC9-9690-484C0F73DB2D}" destId="{A141197C-E0C3-435B-A5CC-F7A87B0BDA15}" srcOrd="3" destOrd="0" parTransId="{4607DEE5-C368-488A-832B-6F07709D15ED}" sibTransId="{3AE9E545-CD35-4BB1-9DD9-4094D7A511BB}"/>
    <dgm:cxn modelId="{138E468A-FA09-48BD-9749-EE4CE15E4FFC}" type="presParOf" srcId="{F1C8B3EF-72B1-4492-9A48-93FC1A72C87D}" destId="{32283D71-3931-4459-B3D9-255A7F4E4E6F}" srcOrd="0" destOrd="0" presId="urn:microsoft.com/office/officeart/2005/8/layout/vList2"/>
    <dgm:cxn modelId="{F9BE1B74-4F4A-4546-A274-33584357BD80}" type="presParOf" srcId="{F1C8B3EF-72B1-4492-9A48-93FC1A72C87D}" destId="{706104D9-9641-46E9-B2BC-C821A4BD21D3}" srcOrd="1" destOrd="0" presId="urn:microsoft.com/office/officeart/2005/8/layout/vList2"/>
    <dgm:cxn modelId="{DE9B15B5-2822-48F7-95CD-E29B1DD9B509}" type="presParOf" srcId="{F1C8B3EF-72B1-4492-9A48-93FC1A72C87D}" destId="{FF5D25F1-EC92-4AC9-BDE5-E9FACC9FEE75}" srcOrd="2" destOrd="0" presId="urn:microsoft.com/office/officeart/2005/8/layout/vList2"/>
    <dgm:cxn modelId="{75CC2757-B1D2-4591-8766-B8C87B522947}" type="presParOf" srcId="{F1C8B3EF-72B1-4492-9A48-93FC1A72C87D}" destId="{03D09EA7-5A06-413C-A331-B10D13A006CC}" srcOrd="3" destOrd="0" presId="urn:microsoft.com/office/officeart/2005/8/layout/vList2"/>
    <dgm:cxn modelId="{68489461-789A-4BC9-A4F7-314F74CF6262}" type="presParOf" srcId="{F1C8B3EF-72B1-4492-9A48-93FC1A72C87D}" destId="{E33FD805-265A-4C2F-868B-024354C0D8EA}" srcOrd="4" destOrd="0" presId="urn:microsoft.com/office/officeart/2005/8/layout/vList2"/>
    <dgm:cxn modelId="{756D761A-58D8-4718-A574-D55D0BF164BE}" type="presParOf" srcId="{F1C8B3EF-72B1-4492-9A48-93FC1A72C87D}" destId="{B4F144B9-EF72-4D54-8457-B22FC9E1A12C}" srcOrd="5" destOrd="0" presId="urn:microsoft.com/office/officeart/2005/8/layout/vList2"/>
    <dgm:cxn modelId="{49E58691-E263-4D8E-8A98-A02E7E094CA7}" type="presParOf" srcId="{F1C8B3EF-72B1-4492-9A48-93FC1A72C87D}" destId="{8641281D-6450-4E95-8FA8-E65655FFFBB5}" srcOrd="6" destOrd="0" presId="urn:microsoft.com/office/officeart/2005/8/layout/vList2"/>
    <dgm:cxn modelId="{CD31ADCD-404C-491B-B7FE-7D539C618F5E}" type="presParOf" srcId="{F1C8B3EF-72B1-4492-9A48-93FC1A72C87D}" destId="{2C07074E-CBA6-49F7-9016-022DFD71B014}" srcOrd="7" destOrd="0" presId="urn:microsoft.com/office/officeart/2005/8/layout/vList2"/>
    <dgm:cxn modelId="{BB6A71FB-54CE-4C6F-B2E8-3B67FB8A0149}" type="presParOf" srcId="{F1C8B3EF-72B1-4492-9A48-93FC1A72C87D}" destId="{D4F82729-7EEA-49CD-9259-3EBC3E0463F6}" srcOrd="8" destOrd="0" presId="urn:microsoft.com/office/officeart/2005/8/layout/vList2"/>
  </dgm:cxnLst>
  <dgm:bg/>
  <dgm:whole/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141197C-E0C3-435B-A5CC-F7A87B0BDA15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D- La Pete sensitive est incomplète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4607DEE5-C368-488A-832B-6F07709D15ED}" type="parTrans" cxnId="{33A78B97-B350-442C-B8F7-08D19303D005}">
      <dgm:prSet/>
      <dgm:spPr/>
      <dgm:t>
        <a:bodyPr/>
        <a:lstStyle/>
        <a:p>
          <a:endParaRPr lang="fr-FR"/>
        </a:p>
      </dgm:t>
    </dgm:pt>
    <dgm:pt modelId="{3AE9E545-CD35-4BB1-9DD9-4094D7A511BB}" type="sibTrans" cxnId="{33A78B97-B350-442C-B8F7-08D19303D005}">
      <dgm:prSet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 smtClean="0">
              <a:solidFill>
                <a:schemeClr val="tx1"/>
              </a:solidFill>
            </a:rPr>
            <a:t>A- Le Doppler veineux est audible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685BBE08-05D6-44C6-A3D1-B48A9EF6048E}" type="parTrans" cxnId="{F65E6169-C93E-41FC-913F-32EC5A765CEB}">
      <dgm:prSet/>
      <dgm:spPr/>
      <dgm:t>
        <a:bodyPr/>
        <a:lstStyle/>
        <a:p>
          <a:endParaRPr lang="fr-FR"/>
        </a:p>
      </dgm:t>
    </dgm:pt>
    <dgm:pt modelId="{4AFDD863-9241-436D-83B7-00C60D695A10}" type="sibTrans" cxnId="{F65E6169-C93E-41FC-913F-32EC5A765CEB}">
      <dgm:prSet/>
      <dgm:spPr/>
      <dgm:t>
        <a:bodyPr/>
        <a:lstStyle/>
        <a:p>
          <a:endParaRPr lang="fr-FR"/>
        </a:p>
      </dgm:t>
    </dgm:pt>
    <dgm:pt modelId="{A8D4F4B6-DFF5-4EEC-837F-60769AB008CE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FR" dirty="0" smtClean="0">
              <a:solidFill>
                <a:schemeClr val="tx1"/>
              </a:solidFill>
            </a:rPr>
            <a:t>B- Le Retour capillaire est absent </a:t>
          </a:r>
          <a:endParaRPr lang="fr-FR" dirty="0">
            <a:solidFill>
              <a:schemeClr val="tx1"/>
            </a:solidFill>
          </a:endParaRPr>
        </a:p>
      </dgm:t>
    </dgm:pt>
    <dgm:pt modelId="{6569E968-F2D7-431F-8BEA-520C3E0D4CBF}" type="parTrans" cxnId="{B0A6AFB1-D4DD-4049-BD4B-B746A5C62DD8}">
      <dgm:prSet/>
      <dgm:spPr/>
      <dgm:t>
        <a:bodyPr/>
        <a:lstStyle/>
        <a:p>
          <a:endParaRPr lang="fr-FR"/>
        </a:p>
      </dgm:t>
    </dgm:pt>
    <dgm:pt modelId="{D289EE9B-D9A9-4F02-AFDE-F46BFE86269B}" type="sibTrans" cxnId="{B0A6AFB1-D4DD-4049-BD4B-B746A5C62DD8}">
      <dgm:prSet/>
      <dgm:spPr/>
      <dgm:t>
        <a:bodyPr/>
        <a:lstStyle/>
        <a:p>
          <a:endParaRPr lang="fr-FR"/>
        </a:p>
      </dgm:t>
    </dgm:pt>
    <dgm:pt modelId="{46AAF7EA-DC62-4440-AD8A-FBC5B08FD1F4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FR" dirty="0" smtClean="0">
              <a:solidFill>
                <a:schemeClr val="tx1"/>
              </a:solidFill>
            </a:rPr>
            <a:t>C- Le Doppler artériel est audible </a:t>
          </a:r>
          <a:endParaRPr lang="fr-FR" dirty="0">
            <a:solidFill>
              <a:schemeClr val="tx1"/>
            </a:solidFill>
          </a:endParaRPr>
        </a:p>
      </dgm:t>
    </dgm:pt>
    <dgm:pt modelId="{B8FA6521-CC98-43AE-9E6E-D3C3E5E48B9F}" type="parTrans" cxnId="{E7BB80E1-DCD6-4421-A290-A2E5415F631A}">
      <dgm:prSet/>
      <dgm:spPr/>
      <dgm:t>
        <a:bodyPr/>
        <a:lstStyle/>
        <a:p>
          <a:endParaRPr lang="fr-FR"/>
        </a:p>
      </dgm:t>
    </dgm:pt>
    <dgm:pt modelId="{F3C01C8F-33A6-4D33-91D5-82E9A0C7EAF9}" type="sibTrans" cxnId="{E7BB80E1-DCD6-4421-A290-A2E5415F631A}">
      <dgm:prSet/>
      <dgm:spPr/>
      <dgm:t>
        <a:bodyPr/>
        <a:lstStyle/>
        <a:p>
          <a:endParaRPr lang="fr-FR"/>
        </a:p>
      </dgm:t>
    </dgm:pt>
    <dgm:pt modelId="{ADE72AF2-E8BC-442F-85BC-3571668B45A7}">
      <dgm:prSet phldr="0"/>
      <dgm:spPr>
        <a:solidFill>
          <a:schemeClr val="bg1"/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</a:rPr>
            <a:t>E- La Faiblesse musculaire est absente</a:t>
          </a:r>
          <a:endParaRPr lang="fr-FR" dirty="0">
            <a:solidFill>
              <a:schemeClr val="tx1"/>
            </a:solidFill>
          </a:endParaRPr>
        </a:p>
      </dgm:t>
    </dgm:pt>
    <dgm:pt modelId="{56F53A1F-8359-40D4-8B80-5794B7BC3CB2}" type="parTrans" cxnId="{4D6E53BF-01E9-40CB-94F0-F5D4D99E1E7D}">
      <dgm:prSet/>
      <dgm:spPr/>
      <dgm:t>
        <a:bodyPr/>
        <a:lstStyle/>
        <a:p>
          <a:endParaRPr lang="fr-FR"/>
        </a:p>
      </dgm:t>
    </dgm:pt>
    <dgm:pt modelId="{B5909848-C5FB-4C18-894A-4284423F9115}" type="sibTrans" cxnId="{4D6E53BF-01E9-40CB-94F0-F5D4D99E1E7D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06104D9-9641-46E9-B2BC-C821A4BD21D3}" type="pres">
      <dgm:prSet presAssocID="{4AFDD863-9241-436D-83B7-00C60D695A10}" presName="spacer" presStyleCnt="0"/>
      <dgm:spPr/>
    </dgm:pt>
    <dgm:pt modelId="{FF5D25F1-EC92-4AC9-BDE5-E9FACC9FEE75}" type="pres">
      <dgm:prSet presAssocID="{A8D4F4B6-DFF5-4EEC-837F-60769AB008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3D09EA7-5A06-413C-A331-B10D13A006CC}" type="pres">
      <dgm:prSet presAssocID="{D289EE9B-D9A9-4F02-AFDE-F46BFE86269B}" presName="spacer" presStyleCnt="0"/>
      <dgm:spPr/>
    </dgm:pt>
    <dgm:pt modelId="{E33FD805-265A-4C2F-868B-024354C0D8EA}" type="pres">
      <dgm:prSet presAssocID="{46AAF7EA-DC62-4440-AD8A-FBC5B08FD1F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F144B9-EF72-4D54-8457-B22FC9E1A12C}" type="pres">
      <dgm:prSet presAssocID="{F3C01C8F-33A6-4D33-91D5-82E9A0C7EAF9}" presName="spacer" presStyleCnt="0"/>
      <dgm:spPr/>
    </dgm:pt>
    <dgm:pt modelId="{8641281D-6450-4E95-8FA8-E65655FFFBB5}" type="pres">
      <dgm:prSet presAssocID="{A141197C-E0C3-435B-A5CC-F7A87B0BDA1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C07074E-CBA6-49F7-9016-022DFD71B014}" type="pres">
      <dgm:prSet presAssocID="{3AE9E545-CD35-4BB1-9DD9-4094D7A511BB}" presName="spacer" presStyleCnt="0"/>
      <dgm:spPr/>
    </dgm:pt>
    <dgm:pt modelId="{D4F82729-7EEA-49CD-9259-3EBC3E0463F6}" type="pres">
      <dgm:prSet presAssocID="{ADE72AF2-E8BC-442F-85BC-3571668B45A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0A6AFB1-D4DD-4049-BD4B-B746A5C62DD8}" srcId="{F758A695-F9F3-4BC9-9690-484C0F73DB2D}" destId="{A8D4F4B6-DFF5-4EEC-837F-60769AB008CE}" srcOrd="1" destOrd="0" parTransId="{6569E968-F2D7-431F-8BEA-520C3E0D4CBF}" sibTransId="{D289EE9B-D9A9-4F02-AFDE-F46BFE86269B}"/>
    <dgm:cxn modelId="{8A3D4971-32E2-4DF3-8F3A-0C0C05DB6696}" type="presOf" srcId="{46AAF7EA-DC62-4440-AD8A-FBC5B08FD1F4}" destId="{E33FD805-265A-4C2F-868B-024354C0D8EA}" srcOrd="0" destOrd="0" presId="urn:microsoft.com/office/officeart/2005/8/layout/vList2"/>
    <dgm:cxn modelId="{01E5DEC7-5196-40E3-B992-B879B12C3422}" type="presOf" srcId="{A8D4F4B6-DFF5-4EEC-837F-60769AB008CE}" destId="{FF5D25F1-EC92-4AC9-BDE5-E9FACC9FEE75}" srcOrd="0" destOrd="0" presId="urn:microsoft.com/office/officeart/2005/8/layout/vList2"/>
    <dgm:cxn modelId="{63D0621A-8D34-4D91-97AE-59D1AAF66785}" type="presOf" srcId="{CF409C4B-41AE-49FC-BDBE-57C026BE3259}" destId="{32283D71-3931-4459-B3D9-255A7F4E4E6F}" srcOrd="0" destOrd="0" presId="urn:microsoft.com/office/officeart/2005/8/layout/vList2"/>
    <dgm:cxn modelId="{4D6E53BF-01E9-40CB-94F0-F5D4D99E1E7D}" srcId="{F758A695-F9F3-4BC9-9690-484C0F73DB2D}" destId="{ADE72AF2-E8BC-442F-85BC-3571668B45A7}" srcOrd="4" destOrd="0" parTransId="{56F53A1F-8359-40D4-8B80-5794B7BC3CB2}" sibTransId="{B5909848-C5FB-4C18-894A-4284423F9115}"/>
    <dgm:cxn modelId="{A70DC487-68D2-451C-95F8-96A860EC5BA7}" type="presOf" srcId="{ADE72AF2-E8BC-442F-85BC-3571668B45A7}" destId="{D4F82729-7EEA-49CD-9259-3EBC3E0463F6}" srcOrd="0" destOrd="0" presId="urn:microsoft.com/office/officeart/2005/8/layout/vList2"/>
    <dgm:cxn modelId="{12917385-D6F8-4DEF-B794-CDB30EF3A1C3}" type="presOf" srcId="{F758A695-F9F3-4BC9-9690-484C0F73DB2D}" destId="{F1C8B3EF-72B1-4492-9A48-93FC1A72C87D}" srcOrd="0" destOrd="0" presId="urn:microsoft.com/office/officeart/2005/8/layout/vList2"/>
    <dgm:cxn modelId="{BE59E169-4FC5-4B89-879E-29A7AA83AE71}" type="presOf" srcId="{A141197C-E0C3-435B-A5CC-F7A87B0BDA15}" destId="{8641281D-6450-4E95-8FA8-E65655FFFBB5}" srcOrd="0" destOrd="0" presId="urn:microsoft.com/office/officeart/2005/8/layout/vList2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E7BB80E1-DCD6-4421-A290-A2E5415F631A}" srcId="{F758A695-F9F3-4BC9-9690-484C0F73DB2D}" destId="{46AAF7EA-DC62-4440-AD8A-FBC5B08FD1F4}" srcOrd="2" destOrd="0" parTransId="{B8FA6521-CC98-43AE-9E6E-D3C3E5E48B9F}" sibTransId="{F3C01C8F-33A6-4D33-91D5-82E9A0C7EAF9}"/>
    <dgm:cxn modelId="{33A78B97-B350-442C-B8F7-08D19303D005}" srcId="{F758A695-F9F3-4BC9-9690-484C0F73DB2D}" destId="{A141197C-E0C3-435B-A5CC-F7A87B0BDA15}" srcOrd="3" destOrd="0" parTransId="{4607DEE5-C368-488A-832B-6F07709D15ED}" sibTransId="{3AE9E545-CD35-4BB1-9DD9-4094D7A511BB}"/>
    <dgm:cxn modelId="{7536F613-72C3-4BD0-89D5-998390391945}" type="presParOf" srcId="{F1C8B3EF-72B1-4492-9A48-93FC1A72C87D}" destId="{32283D71-3931-4459-B3D9-255A7F4E4E6F}" srcOrd="0" destOrd="0" presId="urn:microsoft.com/office/officeart/2005/8/layout/vList2"/>
    <dgm:cxn modelId="{717C233A-E214-47B4-B860-E5BB3FAF2911}" type="presParOf" srcId="{F1C8B3EF-72B1-4492-9A48-93FC1A72C87D}" destId="{706104D9-9641-46E9-B2BC-C821A4BD21D3}" srcOrd="1" destOrd="0" presId="urn:microsoft.com/office/officeart/2005/8/layout/vList2"/>
    <dgm:cxn modelId="{2AD85D5E-3C37-4B6E-A3F8-4C6334C85E77}" type="presParOf" srcId="{F1C8B3EF-72B1-4492-9A48-93FC1A72C87D}" destId="{FF5D25F1-EC92-4AC9-BDE5-E9FACC9FEE75}" srcOrd="2" destOrd="0" presId="urn:microsoft.com/office/officeart/2005/8/layout/vList2"/>
    <dgm:cxn modelId="{218EA099-09EF-4817-9CAF-1A8437D3E649}" type="presParOf" srcId="{F1C8B3EF-72B1-4492-9A48-93FC1A72C87D}" destId="{03D09EA7-5A06-413C-A331-B10D13A006CC}" srcOrd="3" destOrd="0" presId="urn:microsoft.com/office/officeart/2005/8/layout/vList2"/>
    <dgm:cxn modelId="{9BABCB38-A1D7-4186-A406-25D725C33E36}" type="presParOf" srcId="{F1C8B3EF-72B1-4492-9A48-93FC1A72C87D}" destId="{E33FD805-265A-4C2F-868B-024354C0D8EA}" srcOrd="4" destOrd="0" presId="urn:microsoft.com/office/officeart/2005/8/layout/vList2"/>
    <dgm:cxn modelId="{57807DC9-A6B7-49EF-88BB-8F76AA34D6B3}" type="presParOf" srcId="{F1C8B3EF-72B1-4492-9A48-93FC1A72C87D}" destId="{B4F144B9-EF72-4D54-8457-B22FC9E1A12C}" srcOrd="5" destOrd="0" presId="urn:microsoft.com/office/officeart/2005/8/layout/vList2"/>
    <dgm:cxn modelId="{1C59D6BF-468A-4973-94B9-574A4F24BD82}" type="presParOf" srcId="{F1C8B3EF-72B1-4492-9A48-93FC1A72C87D}" destId="{8641281D-6450-4E95-8FA8-E65655FFFBB5}" srcOrd="6" destOrd="0" presId="urn:microsoft.com/office/officeart/2005/8/layout/vList2"/>
    <dgm:cxn modelId="{896022BD-7127-43A0-B459-3CF228C3CF00}" type="presParOf" srcId="{F1C8B3EF-72B1-4492-9A48-93FC1A72C87D}" destId="{2C07074E-CBA6-49F7-9016-022DFD71B014}" srcOrd="7" destOrd="0" presId="urn:microsoft.com/office/officeart/2005/8/layout/vList2"/>
    <dgm:cxn modelId="{49DED515-921E-4EC7-B9A1-852385B2CACB}" type="presParOf" srcId="{F1C8B3EF-72B1-4492-9A48-93FC1A72C87D}" destId="{D4F82729-7EEA-49CD-9259-3EBC3E0463F6}" srcOrd="8" destOrd="0" presId="urn:microsoft.com/office/officeart/2005/8/layout/vList2"/>
  </dgm:cxnLst>
  <dgm:bg/>
  <dgm:whole/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141197C-E0C3-435B-A5CC-F7A87B0BDA15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D- La Perte sensitive est incomplète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4607DEE5-C368-488A-832B-6F07709D15ED}" type="parTrans" cxnId="{33A78B97-B350-442C-B8F7-08D19303D005}">
      <dgm:prSet/>
      <dgm:spPr/>
      <dgm:t>
        <a:bodyPr/>
        <a:lstStyle/>
        <a:p>
          <a:endParaRPr lang="fr-FR"/>
        </a:p>
      </dgm:t>
    </dgm:pt>
    <dgm:pt modelId="{3AE9E545-CD35-4BB1-9DD9-4094D7A511BB}" type="sibTrans" cxnId="{33A78B97-B350-442C-B8F7-08D19303D005}">
      <dgm:prSet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 smtClean="0">
              <a:solidFill>
                <a:schemeClr val="tx1"/>
              </a:solidFill>
            </a:rPr>
            <a:t>A- Le Doppler veineux est audible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685BBE08-05D6-44C6-A3D1-B48A9EF6048E}" type="parTrans" cxnId="{F65E6169-C93E-41FC-913F-32EC5A765CEB}">
      <dgm:prSet/>
      <dgm:spPr/>
      <dgm:t>
        <a:bodyPr/>
        <a:lstStyle/>
        <a:p>
          <a:endParaRPr lang="fr-FR"/>
        </a:p>
      </dgm:t>
    </dgm:pt>
    <dgm:pt modelId="{4AFDD863-9241-436D-83B7-00C60D695A10}" type="sibTrans" cxnId="{F65E6169-C93E-41FC-913F-32EC5A765CEB}">
      <dgm:prSet/>
      <dgm:spPr/>
      <dgm:t>
        <a:bodyPr/>
        <a:lstStyle/>
        <a:p>
          <a:endParaRPr lang="fr-FR"/>
        </a:p>
      </dgm:t>
    </dgm:pt>
    <dgm:pt modelId="{A8D4F4B6-DFF5-4EEC-837F-60769AB008CE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FR" dirty="0" smtClean="0">
              <a:solidFill>
                <a:schemeClr val="tx1"/>
              </a:solidFill>
            </a:rPr>
            <a:t>B- Le Retour capillaire est absent </a:t>
          </a:r>
          <a:endParaRPr lang="fr-FR" dirty="0">
            <a:solidFill>
              <a:schemeClr val="tx1"/>
            </a:solidFill>
          </a:endParaRPr>
        </a:p>
      </dgm:t>
    </dgm:pt>
    <dgm:pt modelId="{6569E968-F2D7-431F-8BEA-520C3E0D4CBF}" type="parTrans" cxnId="{B0A6AFB1-D4DD-4049-BD4B-B746A5C62DD8}">
      <dgm:prSet/>
      <dgm:spPr/>
      <dgm:t>
        <a:bodyPr/>
        <a:lstStyle/>
        <a:p>
          <a:endParaRPr lang="fr-FR"/>
        </a:p>
      </dgm:t>
    </dgm:pt>
    <dgm:pt modelId="{D289EE9B-D9A9-4F02-AFDE-F46BFE86269B}" type="sibTrans" cxnId="{B0A6AFB1-D4DD-4049-BD4B-B746A5C62DD8}">
      <dgm:prSet/>
      <dgm:spPr/>
      <dgm:t>
        <a:bodyPr/>
        <a:lstStyle/>
        <a:p>
          <a:endParaRPr lang="fr-FR"/>
        </a:p>
      </dgm:t>
    </dgm:pt>
    <dgm:pt modelId="{46AAF7EA-DC62-4440-AD8A-FBC5B08FD1F4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dirty="0" smtClean="0">
              <a:solidFill>
                <a:schemeClr val="tx1"/>
              </a:solidFill>
            </a:rPr>
            <a:t>C- Le Doppler artériel est audible </a:t>
          </a:r>
          <a:endParaRPr lang="fr-FR" dirty="0">
            <a:solidFill>
              <a:schemeClr val="tx1"/>
            </a:solidFill>
          </a:endParaRPr>
        </a:p>
      </dgm:t>
    </dgm:pt>
    <dgm:pt modelId="{B8FA6521-CC98-43AE-9E6E-D3C3E5E48B9F}" type="parTrans" cxnId="{E7BB80E1-DCD6-4421-A290-A2E5415F631A}">
      <dgm:prSet/>
      <dgm:spPr/>
      <dgm:t>
        <a:bodyPr/>
        <a:lstStyle/>
        <a:p>
          <a:endParaRPr lang="fr-FR"/>
        </a:p>
      </dgm:t>
    </dgm:pt>
    <dgm:pt modelId="{F3C01C8F-33A6-4D33-91D5-82E9A0C7EAF9}" type="sibTrans" cxnId="{E7BB80E1-DCD6-4421-A290-A2E5415F631A}">
      <dgm:prSet/>
      <dgm:spPr/>
      <dgm:t>
        <a:bodyPr/>
        <a:lstStyle/>
        <a:p>
          <a:endParaRPr lang="fr-FR"/>
        </a:p>
      </dgm:t>
    </dgm:pt>
    <dgm:pt modelId="{ADE72AF2-E8BC-442F-85BC-3571668B45A7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</a:rPr>
            <a:t>E- La Faiblesse musculaire est absente</a:t>
          </a:r>
          <a:endParaRPr lang="fr-FR" dirty="0">
            <a:solidFill>
              <a:schemeClr val="tx1"/>
            </a:solidFill>
          </a:endParaRPr>
        </a:p>
      </dgm:t>
    </dgm:pt>
    <dgm:pt modelId="{56F53A1F-8359-40D4-8B80-5794B7BC3CB2}" type="parTrans" cxnId="{4D6E53BF-01E9-40CB-94F0-F5D4D99E1E7D}">
      <dgm:prSet/>
      <dgm:spPr/>
      <dgm:t>
        <a:bodyPr/>
        <a:lstStyle/>
        <a:p>
          <a:endParaRPr lang="fr-FR"/>
        </a:p>
      </dgm:t>
    </dgm:pt>
    <dgm:pt modelId="{B5909848-C5FB-4C18-894A-4284423F9115}" type="sibTrans" cxnId="{4D6E53BF-01E9-40CB-94F0-F5D4D99E1E7D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06104D9-9641-46E9-B2BC-C821A4BD21D3}" type="pres">
      <dgm:prSet presAssocID="{4AFDD863-9241-436D-83B7-00C60D695A10}" presName="spacer" presStyleCnt="0"/>
      <dgm:spPr/>
    </dgm:pt>
    <dgm:pt modelId="{FF5D25F1-EC92-4AC9-BDE5-E9FACC9FEE75}" type="pres">
      <dgm:prSet presAssocID="{A8D4F4B6-DFF5-4EEC-837F-60769AB008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3D09EA7-5A06-413C-A331-B10D13A006CC}" type="pres">
      <dgm:prSet presAssocID="{D289EE9B-D9A9-4F02-AFDE-F46BFE86269B}" presName="spacer" presStyleCnt="0"/>
      <dgm:spPr/>
    </dgm:pt>
    <dgm:pt modelId="{E33FD805-265A-4C2F-868B-024354C0D8EA}" type="pres">
      <dgm:prSet presAssocID="{46AAF7EA-DC62-4440-AD8A-FBC5B08FD1F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F144B9-EF72-4D54-8457-B22FC9E1A12C}" type="pres">
      <dgm:prSet presAssocID="{F3C01C8F-33A6-4D33-91D5-82E9A0C7EAF9}" presName="spacer" presStyleCnt="0"/>
      <dgm:spPr/>
    </dgm:pt>
    <dgm:pt modelId="{8641281D-6450-4E95-8FA8-E65655FFFBB5}" type="pres">
      <dgm:prSet presAssocID="{A141197C-E0C3-435B-A5CC-F7A87B0BDA1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C07074E-CBA6-49F7-9016-022DFD71B014}" type="pres">
      <dgm:prSet presAssocID="{3AE9E545-CD35-4BB1-9DD9-4094D7A511BB}" presName="spacer" presStyleCnt="0"/>
      <dgm:spPr/>
    </dgm:pt>
    <dgm:pt modelId="{D4F82729-7EEA-49CD-9259-3EBC3E0463F6}" type="pres">
      <dgm:prSet presAssocID="{ADE72AF2-E8BC-442F-85BC-3571668B45A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57DA326-2A94-46FA-845A-35966228E954}" type="presOf" srcId="{A8D4F4B6-DFF5-4EEC-837F-60769AB008CE}" destId="{FF5D25F1-EC92-4AC9-BDE5-E9FACC9FEE75}" srcOrd="0" destOrd="0" presId="urn:microsoft.com/office/officeart/2005/8/layout/vList2"/>
    <dgm:cxn modelId="{B0A6AFB1-D4DD-4049-BD4B-B746A5C62DD8}" srcId="{F758A695-F9F3-4BC9-9690-484C0F73DB2D}" destId="{A8D4F4B6-DFF5-4EEC-837F-60769AB008CE}" srcOrd="1" destOrd="0" parTransId="{6569E968-F2D7-431F-8BEA-520C3E0D4CBF}" sibTransId="{D289EE9B-D9A9-4F02-AFDE-F46BFE86269B}"/>
    <dgm:cxn modelId="{FBEA04D7-CD0D-480A-B38E-835BBF1679C1}" type="presOf" srcId="{A141197C-E0C3-435B-A5CC-F7A87B0BDA15}" destId="{8641281D-6450-4E95-8FA8-E65655FFFBB5}" srcOrd="0" destOrd="0" presId="urn:microsoft.com/office/officeart/2005/8/layout/vList2"/>
    <dgm:cxn modelId="{857CF092-8B7F-4256-A212-5E718D6513E2}" type="presOf" srcId="{ADE72AF2-E8BC-442F-85BC-3571668B45A7}" destId="{D4F82729-7EEA-49CD-9259-3EBC3E0463F6}" srcOrd="0" destOrd="0" presId="urn:microsoft.com/office/officeart/2005/8/layout/vList2"/>
    <dgm:cxn modelId="{5E6207B3-B80A-4B91-8D03-BD1C4325E88C}" type="presOf" srcId="{CF409C4B-41AE-49FC-BDBE-57C026BE3259}" destId="{32283D71-3931-4459-B3D9-255A7F4E4E6F}" srcOrd="0" destOrd="0" presId="urn:microsoft.com/office/officeart/2005/8/layout/vList2"/>
    <dgm:cxn modelId="{4D6E53BF-01E9-40CB-94F0-F5D4D99E1E7D}" srcId="{F758A695-F9F3-4BC9-9690-484C0F73DB2D}" destId="{ADE72AF2-E8BC-442F-85BC-3571668B45A7}" srcOrd="4" destOrd="0" parTransId="{56F53A1F-8359-40D4-8B80-5794B7BC3CB2}" sibTransId="{B5909848-C5FB-4C18-894A-4284423F9115}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E7BB80E1-DCD6-4421-A290-A2E5415F631A}" srcId="{F758A695-F9F3-4BC9-9690-484C0F73DB2D}" destId="{46AAF7EA-DC62-4440-AD8A-FBC5B08FD1F4}" srcOrd="2" destOrd="0" parTransId="{B8FA6521-CC98-43AE-9E6E-D3C3E5E48B9F}" sibTransId="{F3C01C8F-33A6-4D33-91D5-82E9A0C7EAF9}"/>
    <dgm:cxn modelId="{33A78B97-B350-442C-B8F7-08D19303D005}" srcId="{F758A695-F9F3-4BC9-9690-484C0F73DB2D}" destId="{A141197C-E0C3-435B-A5CC-F7A87B0BDA15}" srcOrd="3" destOrd="0" parTransId="{4607DEE5-C368-488A-832B-6F07709D15ED}" sibTransId="{3AE9E545-CD35-4BB1-9DD9-4094D7A511BB}"/>
    <dgm:cxn modelId="{04A19191-F365-433C-B54D-032E20C265F5}" type="presOf" srcId="{46AAF7EA-DC62-4440-AD8A-FBC5B08FD1F4}" destId="{E33FD805-265A-4C2F-868B-024354C0D8EA}" srcOrd="0" destOrd="0" presId="urn:microsoft.com/office/officeart/2005/8/layout/vList2"/>
    <dgm:cxn modelId="{D2F50570-21FF-45BC-BCB0-0E31CDCAFDE5}" type="presOf" srcId="{F758A695-F9F3-4BC9-9690-484C0F73DB2D}" destId="{F1C8B3EF-72B1-4492-9A48-93FC1A72C87D}" srcOrd="0" destOrd="0" presId="urn:microsoft.com/office/officeart/2005/8/layout/vList2"/>
    <dgm:cxn modelId="{87FB4881-B0C3-4336-9ADB-1D8C19820795}" type="presParOf" srcId="{F1C8B3EF-72B1-4492-9A48-93FC1A72C87D}" destId="{32283D71-3931-4459-B3D9-255A7F4E4E6F}" srcOrd="0" destOrd="0" presId="urn:microsoft.com/office/officeart/2005/8/layout/vList2"/>
    <dgm:cxn modelId="{81B316AB-C925-48AD-BFB3-25473F646AB2}" type="presParOf" srcId="{F1C8B3EF-72B1-4492-9A48-93FC1A72C87D}" destId="{706104D9-9641-46E9-B2BC-C821A4BD21D3}" srcOrd="1" destOrd="0" presId="urn:microsoft.com/office/officeart/2005/8/layout/vList2"/>
    <dgm:cxn modelId="{AF5B1339-141E-48FB-B88B-DD2FFDD107B4}" type="presParOf" srcId="{F1C8B3EF-72B1-4492-9A48-93FC1A72C87D}" destId="{FF5D25F1-EC92-4AC9-BDE5-E9FACC9FEE75}" srcOrd="2" destOrd="0" presId="urn:microsoft.com/office/officeart/2005/8/layout/vList2"/>
    <dgm:cxn modelId="{BFA5C19A-33D7-46EF-A36C-0D2975F4641C}" type="presParOf" srcId="{F1C8B3EF-72B1-4492-9A48-93FC1A72C87D}" destId="{03D09EA7-5A06-413C-A331-B10D13A006CC}" srcOrd="3" destOrd="0" presId="urn:microsoft.com/office/officeart/2005/8/layout/vList2"/>
    <dgm:cxn modelId="{256FF47B-32D3-482F-916F-6A4615245CEB}" type="presParOf" srcId="{F1C8B3EF-72B1-4492-9A48-93FC1A72C87D}" destId="{E33FD805-265A-4C2F-868B-024354C0D8EA}" srcOrd="4" destOrd="0" presId="urn:microsoft.com/office/officeart/2005/8/layout/vList2"/>
    <dgm:cxn modelId="{46433161-A78A-493C-8EB3-7BE95902928D}" type="presParOf" srcId="{F1C8B3EF-72B1-4492-9A48-93FC1A72C87D}" destId="{B4F144B9-EF72-4D54-8457-B22FC9E1A12C}" srcOrd="5" destOrd="0" presId="urn:microsoft.com/office/officeart/2005/8/layout/vList2"/>
    <dgm:cxn modelId="{27FCF6B6-5A99-4FDE-B903-D2C06948862F}" type="presParOf" srcId="{F1C8B3EF-72B1-4492-9A48-93FC1A72C87D}" destId="{8641281D-6450-4E95-8FA8-E65655FFFBB5}" srcOrd="6" destOrd="0" presId="urn:microsoft.com/office/officeart/2005/8/layout/vList2"/>
    <dgm:cxn modelId="{4F5F945B-7D60-4F03-8452-3F070755E2B0}" type="presParOf" srcId="{F1C8B3EF-72B1-4492-9A48-93FC1A72C87D}" destId="{2C07074E-CBA6-49F7-9016-022DFD71B014}" srcOrd="7" destOrd="0" presId="urn:microsoft.com/office/officeart/2005/8/layout/vList2"/>
    <dgm:cxn modelId="{ADCC7A2C-8604-4B71-95BA-1D82633F6A10}" type="presParOf" srcId="{F1C8B3EF-72B1-4492-9A48-93FC1A72C87D}" destId="{D4F82729-7EEA-49CD-9259-3EBC3E0463F6}" srcOrd="8" destOrd="0" presId="urn:microsoft.com/office/officeart/2005/8/layout/vList2"/>
  </dgm:cxnLst>
  <dgm:bg/>
  <dgm:whole/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141197C-E0C3-435B-A5CC-F7A87B0BDA15}">
      <dgm:prSet phldr="0"/>
      <dgm:spPr>
        <a:solidFill>
          <a:schemeClr val="bg1"/>
        </a:solidFill>
      </dgm:spPr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D- La Perte sensitive est profonde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4607DEE5-C368-488A-832B-6F07709D15ED}" type="parTrans" cxnId="{33A78B97-B350-442C-B8F7-08D19303D005}">
      <dgm:prSet/>
      <dgm:spPr/>
      <dgm:t>
        <a:bodyPr/>
        <a:lstStyle/>
        <a:p>
          <a:endParaRPr lang="fr-FR"/>
        </a:p>
      </dgm:t>
    </dgm:pt>
    <dgm:pt modelId="{3AE9E545-CD35-4BB1-9DD9-4094D7A511BB}" type="sibTrans" cxnId="{33A78B97-B350-442C-B8F7-08D19303D005}">
      <dgm:prSet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 smtClean="0">
              <a:solidFill>
                <a:schemeClr val="tx1"/>
              </a:solidFill>
            </a:rPr>
            <a:t>A- Le Doppler veineux est audible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685BBE08-05D6-44C6-A3D1-B48A9EF6048E}" type="parTrans" cxnId="{F65E6169-C93E-41FC-913F-32EC5A765CEB}">
      <dgm:prSet/>
      <dgm:spPr/>
      <dgm:t>
        <a:bodyPr/>
        <a:lstStyle/>
        <a:p>
          <a:endParaRPr lang="fr-FR"/>
        </a:p>
      </dgm:t>
    </dgm:pt>
    <dgm:pt modelId="{4AFDD863-9241-436D-83B7-00C60D695A10}" type="sibTrans" cxnId="{F65E6169-C93E-41FC-913F-32EC5A765CEB}">
      <dgm:prSet/>
      <dgm:spPr/>
      <dgm:t>
        <a:bodyPr/>
        <a:lstStyle/>
        <a:p>
          <a:endParaRPr lang="fr-FR"/>
        </a:p>
      </dgm:t>
    </dgm:pt>
    <dgm:pt modelId="{A8D4F4B6-DFF5-4EEC-837F-60769AB008CE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FR" dirty="0" smtClean="0">
              <a:solidFill>
                <a:schemeClr val="tx1"/>
              </a:solidFill>
            </a:rPr>
            <a:t>B- La Faiblesse musculaire est profonde </a:t>
          </a:r>
          <a:endParaRPr lang="fr-FR" dirty="0">
            <a:solidFill>
              <a:schemeClr val="tx1"/>
            </a:solidFill>
          </a:endParaRPr>
        </a:p>
      </dgm:t>
    </dgm:pt>
    <dgm:pt modelId="{6569E968-F2D7-431F-8BEA-520C3E0D4CBF}" type="parTrans" cxnId="{B0A6AFB1-D4DD-4049-BD4B-B746A5C62DD8}">
      <dgm:prSet/>
      <dgm:spPr/>
      <dgm:t>
        <a:bodyPr/>
        <a:lstStyle/>
        <a:p>
          <a:endParaRPr lang="fr-FR"/>
        </a:p>
      </dgm:t>
    </dgm:pt>
    <dgm:pt modelId="{D289EE9B-D9A9-4F02-AFDE-F46BFE86269B}" type="sibTrans" cxnId="{B0A6AFB1-D4DD-4049-BD4B-B746A5C62DD8}">
      <dgm:prSet/>
      <dgm:spPr/>
      <dgm:t>
        <a:bodyPr/>
        <a:lstStyle/>
        <a:p>
          <a:endParaRPr lang="fr-FR"/>
        </a:p>
      </dgm:t>
    </dgm:pt>
    <dgm:pt modelId="{46AAF7EA-DC62-4440-AD8A-FBC5B08FD1F4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FR" dirty="0" smtClean="0">
              <a:solidFill>
                <a:schemeClr val="tx1"/>
              </a:solidFill>
            </a:rPr>
            <a:t>C- Le Retour capillaire est lent </a:t>
          </a:r>
          <a:endParaRPr lang="fr-FR" dirty="0">
            <a:solidFill>
              <a:schemeClr val="tx1"/>
            </a:solidFill>
          </a:endParaRPr>
        </a:p>
      </dgm:t>
    </dgm:pt>
    <dgm:pt modelId="{B8FA6521-CC98-43AE-9E6E-D3C3E5E48B9F}" type="parTrans" cxnId="{E7BB80E1-DCD6-4421-A290-A2E5415F631A}">
      <dgm:prSet/>
      <dgm:spPr/>
      <dgm:t>
        <a:bodyPr/>
        <a:lstStyle/>
        <a:p>
          <a:endParaRPr lang="fr-FR"/>
        </a:p>
      </dgm:t>
    </dgm:pt>
    <dgm:pt modelId="{F3C01C8F-33A6-4D33-91D5-82E9A0C7EAF9}" type="sibTrans" cxnId="{E7BB80E1-DCD6-4421-A290-A2E5415F631A}">
      <dgm:prSet/>
      <dgm:spPr/>
      <dgm:t>
        <a:bodyPr/>
        <a:lstStyle/>
        <a:p>
          <a:endParaRPr lang="fr-FR"/>
        </a:p>
      </dgm:t>
    </dgm:pt>
    <dgm:pt modelId="{ADE72AF2-E8BC-442F-85BC-3571668B45A7}">
      <dgm:prSet phldr="0"/>
      <dgm:spPr>
        <a:solidFill>
          <a:schemeClr val="bg1"/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</a:rPr>
            <a:t>E- Le Doppler artériel est inaudible</a:t>
          </a:r>
          <a:endParaRPr lang="fr-FR" dirty="0">
            <a:solidFill>
              <a:schemeClr val="tx1"/>
            </a:solidFill>
          </a:endParaRPr>
        </a:p>
      </dgm:t>
    </dgm:pt>
    <dgm:pt modelId="{56F53A1F-8359-40D4-8B80-5794B7BC3CB2}" type="parTrans" cxnId="{4D6E53BF-01E9-40CB-94F0-F5D4D99E1E7D}">
      <dgm:prSet/>
      <dgm:spPr/>
      <dgm:t>
        <a:bodyPr/>
        <a:lstStyle/>
        <a:p>
          <a:endParaRPr lang="fr-FR"/>
        </a:p>
      </dgm:t>
    </dgm:pt>
    <dgm:pt modelId="{B5909848-C5FB-4C18-894A-4284423F9115}" type="sibTrans" cxnId="{4D6E53BF-01E9-40CB-94F0-F5D4D99E1E7D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06104D9-9641-46E9-B2BC-C821A4BD21D3}" type="pres">
      <dgm:prSet presAssocID="{4AFDD863-9241-436D-83B7-00C60D695A10}" presName="spacer" presStyleCnt="0"/>
      <dgm:spPr/>
    </dgm:pt>
    <dgm:pt modelId="{FF5D25F1-EC92-4AC9-BDE5-E9FACC9FEE75}" type="pres">
      <dgm:prSet presAssocID="{A8D4F4B6-DFF5-4EEC-837F-60769AB008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3D09EA7-5A06-413C-A331-B10D13A006CC}" type="pres">
      <dgm:prSet presAssocID="{D289EE9B-D9A9-4F02-AFDE-F46BFE86269B}" presName="spacer" presStyleCnt="0"/>
      <dgm:spPr/>
    </dgm:pt>
    <dgm:pt modelId="{E33FD805-265A-4C2F-868B-024354C0D8EA}" type="pres">
      <dgm:prSet presAssocID="{46AAF7EA-DC62-4440-AD8A-FBC5B08FD1F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F144B9-EF72-4D54-8457-B22FC9E1A12C}" type="pres">
      <dgm:prSet presAssocID="{F3C01C8F-33A6-4D33-91D5-82E9A0C7EAF9}" presName="spacer" presStyleCnt="0"/>
      <dgm:spPr/>
    </dgm:pt>
    <dgm:pt modelId="{8641281D-6450-4E95-8FA8-E65655FFFBB5}" type="pres">
      <dgm:prSet presAssocID="{A141197C-E0C3-435B-A5CC-F7A87B0BDA1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C07074E-CBA6-49F7-9016-022DFD71B014}" type="pres">
      <dgm:prSet presAssocID="{3AE9E545-CD35-4BB1-9DD9-4094D7A511BB}" presName="spacer" presStyleCnt="0"/>
      <dgm:spPr/>
    </dgm:pt>
    <dgm:pt modelId="{D4F82729-7EEA-49CD-9259-3EBC3E0463F6}" type="pres">
      <dgm:prSet presAssocID="{ADE72AF2-E8BC-442F-85BC-3571668B45A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2A41A892-E034-4F17-AB44-441E8A04593B}" type="presOf" srcId="{A141197C-E0C3-435B-A5CC-F7A87B0BDA15}" destId="{8641281D-6450-4E95-8FA8-E65655FFFBB5}" srcOrd="0" destOrd="0" presId="urn:microsoft.com/office/officeart/2005/8/layout/vList2"/>
    <dgm:cxn modelId="{E9078382-DB12-465D-8B21-78B444FA382B}" type="presOf" srcId="{46AAF7EA-DC62-4440-AD8A-FBC5B08FD1F4}" destId="{E33FD805-265A-4C2F-868B-024354C0D8EA}" srcOrd="0" destOrd="0" presId="urn:microsoft.com/office/officeart/2005/8/layout/vList2"/>
    <dgm:cxn modelId="{B0A6AFB1-D4DD-4049-BD4B-B746A5C62DD8}" srcId="{F758A695-F9F3-4BC9-9690-484C0F73DB2D}" destId="{A8D4F4B6-DFF5-4EEC-837F-60769AB008CE}" srcOrd="1" destOrd="0" parTransId="{6569E968-F2D7-431F-8BEA-520C3E0D4CBF}" sibTransId="{D289EE9B-D9A9-4F02-AFDE-F46BFE86269B}"/>
    <dgm:cxn modelId="{1005A725-6592-446D-B03F-52CFA3BECC1B}" type="presOf" srcId="{A8D4F4B6-DFF5-4EEC-837F-60769AB008CE}" destId="{FF5D25F1-EC92-4AC9-BDE5-E9FACC9FEE75}" srcOrd="0" destOrd="0" presId="urn:microsoft.com/office/officeart/2005/8/layout/vList2"/>
    <dgm:cxn modelId="{8B01CC33-A08E-4470-BC3F-0BA2FE4117D4}" type="presOf" srcId="{ADE72AF2-E8BC-442F-85BC-3571668B45A7}" destId="{D4F82729-7EEA-49CD-9259-3EBC3E0463F6}" srcOrd="0" destOrd="0" presId="urn:microsoft.com/office/officeart/2005/8/layout/vList2"/>
    <dgm:cxn modelId="{7E800FAC-D2B5-4A29-94C4-0549FD05F26A}" type="presOf" srcId="{CF409C4B-41AE-49FC-BDBE-57C026BE3259}" destId="{32283D71-3931-4459-B3D9-255A7F4E4E6F}" srcOrd="0" destOrd="0" presId="urn:microsoft.com/office/officeart/2005/8/layout/vList2"/>
    <dgm:cxn modelId="{4D6E53BF-01E9-40CB-94F0-F5D4D99E1E7D}" srcId="{F758A695-F9F3-4BC9-9690-484C0F73DB2D}" destId="{ADE72AF2-E8BC-442F-85BC-3571668B45A7}" srcOrd="4" destOrd="0" parTransId="{56F53A1F-8359-40D4-8B80-5794B7BC3CB2}" sibTransId="{B5909848-C5FB-4C18-894A-4284423F9115}"/>
    <dgm:cxn modelId="{11951AA3-FD2B-4C91-A344-0FAEDBA40B4F}" type="presOf" srcId="{F758A695-F9F3-4BC9-9690-484C0F73DB2D}" destId="{F1C8B3EF-72B1-4492-9A48-93FC1A72C87D}" srcOrd="0" destOrd="0" presId="urn:microsoft.com/office/officeart/2005/8/layout/vList2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E7BB80E1-DCD6-4421-A290-A2E5415F631A}" srcId="{F758A695-F9F3-4BC9-9690-484C0F73DB2D}" destId="{46AAF7EA-DC62-4440-AD8A-FBC5B08FD1F4}" srcOrd="2" destOrd="0" parTransId="{B8FA6521-CC98-43AE-9E6E-D3C3E5E48B9F}" sibTransId="{F3C01C8F-33A6-4D33-91D5-82E9A0C7EAF9}"/>
    <dgm:cxn modelId="{33A78B97-B350-442C-B8F7-08D19303D005}" srcId="{F758A695-F9F3-4BC9-9690-484C0F73DB2D}" destId="{A141197C-E0C3-435B-A5CC-F7A87B0BDA15}" srcOrd="3" destOrd="0" parTransId="{4607DEE5-C368-488A-832B-6F07709D15ED}" sibTransId="{3AE9E545-CD35-4BB1-9DD9-4094D7A511BB}"/>
    <dgm:cxn modelId="{679F70FE-33AD-4FBA-AF11-50FA4BC40FC9}" type="presParOf" srcId="{F1C8B3EF-72B1-4492-9A48-93FC1A72C87D}" destId="{32283D71-3931-4459-B3D9-255A7F4E4E6F}" srcOrd="0" destOrd="0" presId="urn:microsoft.com/office/officeart/2005/8/layout/vList2"/>
    <dgm:cxn modelId="{19A8D146-161C-4DD0-9773-3E44BC208F3D}" type="presParOf" srcId="{F1C8B3EF-72B1-4492-9A48-93FC1A72C87D}" destId="{706104D9-9641-46E9-B2BC-C821A4BD21D3}" srcOrd="1" destOrd="0" presId="urn:microsoft.com/office/officeart/2005/8/layout/vList2"/>
    <dgm:cxn modelId="{AFA2B3A2-C53D-4560-AC72-0A458FC82F6E}" type="presParOf" srcId="{F1C8B3EF-72B1-4492-9A48-93FC1A72C87D}" destId="{FF5D25F1-EC92-4AC9-BDE5-E9FACC9FEE75}" srcOrd="2" destOrd="0" presId="urn:microsoft.com/office/officeart/2005/8/layout/vList2"/>
    <dgm:cxn modelId="{F8A609E9-32F1-4B71-88DE-8A8CBAFB74DB}" type="presParOf" srcId="{F1C8B3EF-72B1-4492-9A48-93FC1A72C87D}" destId="{03D09EA7-5A06-413C-A331-B10D13A006CC}" srcOrd="3" destOrd="0" presId="urn:microsoft.com/office/officeart/2005/8/layout/vList2"/>
    <dgm:cxn modelId="{30317B27-3B4C-428C-B86A-B5D23811F897}" type="presParOf" srcId="{F1C8B3EF-72B1-4492-9A48-93FC1A72C87D}" destId="{E33FD805-265A-4C2F-868B-024354C0D8EA}" srcOrd="4" destOrd="0" presId="urn:microsoft.com/office/officeart/2005/8/layout/vList2"/>
    <dgm:cxn modelId="{071A068F-555C-4D2B-A007-62A58344587F}" type="presParOf" srcId="{F1C8B3EF-72B1-4492-9A48-93FC1A72C87D}" destId="{B4F144B9-EF72-4D54-8457-B22FC9E1A12C}" srcOrd="5" destOrd="0" presId="urn:microsoft.com/office/officeart/2005/8/layout/vList2"/>
    <dgm:cxn modelId="{49110F53-1A47-4826-B6C5-8093312858B3}" type="presParOf" srcId="{F1C8B3EF-72B1-4492-9A48-93FC1A72C87D}" destId="{8641281D-6450-4E95-8FA8-E65655FFFBB5}" srcOrd="6" destOrd="0" presId="urn:microsoft.com/office/officeart/2005/8/layout/vList2"/>
    <dgm:cxn modelId="{80F30DBA-56AB-419F-985C-CEB6F62C5705}" type="presParOf" srcId="{F1C8B3EF-72B1-4492-9A48-93FC1A72C87D}" destId="{2C07074E-CBA6-49F7-9016-022DFD71B014}" srcOrd="7" destOrd="0" presId="urn:microsoft.com/office/officeart/2005/8/layout/vList2"/>
    <dgm:cxn modelId="{68A4FF00-04A5-4503-8F1F-111DD12CDCE9}" type="presParOf" srcId="{F1C8B3EF-72B1-4492-9A48-93FC1A72C87D}" destId="{D4F82729-7EEA-49CD-9259-3EBC3E0463F6}" srcOrd="8" destOrd="0" presId="urn:microsoft.com/office/officeart/2005/8/layout/vList2"/>
  </dgm:cxnLst>
  <dgm:bg/>
  <dgm:whole/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A141197C-E0C3-435B-A5CC-F7A87B0BDA15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0"/>
          <a:r>
            <a:rPr lang="fr-FR" dirty="0" smtClean="0">
              <a:solidFill>
                <a:schemeClr val="tx1"/>
              </a:solidFill>
            </a:rPr>
            <a:t>D- La Perte sensitive est profonde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4607DEE5-C368-488A-832B-6F07709D15ED}" type="parTrans" cxnId="{33A78B97-B350-442C-B8F7-08D19303D005}">
      <dgm:prSet/>
      <dgm:spPr/>
      <dgm:t>
        <a:bodyPr/>
        <a:lstStyle/>
        <a:p>
          <a:endParaRPr lang="fr-FR"/>
        </a:p>
      </dgm:t>
    </dgm:pt>
    <dgm:pt modelId="{3AE9E545-CD35-4BB1-9DD9-4094D7A511BB}" type="sibTrans" cxnId="{33A78B97-B350-442C-B8F7-08D19303D005}">
      <dgm:prSet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 smtClean="0">
              <a:solidFill>
                <a:schemeClr val="tx1"/>
              </a:solidFill>
            </a:rPr>
            <a:t>A- Le Doppler veineux est audible 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685BBE08-05D6-44C6-A3D1-B48A9EF6048E}" type="parTrans" cxnId="{F65E6169-C93E-41FC-913F-32EC5A765CEB}">
      <dgm:prSet/>
      <dgm:spPr/>
      <dgm:t>
        <a:bodyPr/>
        <a:lstStyle/>
        <a:p>
          <a:endParaRPr lang="fr-FR"/>
        </a:p>
      </dgm:t>
    </dgm:pt>
    <dgm:pt modelId="{4AFDD863-9241-436D-83B7-00C60D695A10}" type="sibTrans" cxnId="{F65E6169-C93E-41FC-913F-32EC5A765CEB}">
      <dgm:prSet/>
      <dgm:spPr/>
      <dgm:t>
        <a:bodyPr/>
        <a:lstStyle/>
        <a:p>
          <a:endParaRPr lang="fr-FR"/>
        </a:p>
      </dgm:t>
    </dgm:pt>
    <dgm:pt modelId="{A8D4F4B6-DFF5-4EEC-837F-60769AB008CE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dirty="0" smtClean="0">
              <a:solidFill>
                <a:schemeClr val="tx1"/>
              </a:solidFill>
            </a:rPr>
            <a:t>B- La Faiblesse musculaire est profonde </a:t>
          </a:r>
          <a:endParaRPr lang="fr-FR" dirty="0">
            <a:solidFill>
              <a:schemeClr val="tx1"/>
            </a:solidFill>
          </a:endParaRPr>
        </a:p>
      </dgm:t>
    </dgm:pt>
    <dgm:pt modelId="{6569E968-F2D7-431F-8BEA-520C3E0D4CBF}" type="parTrans" cxnId="{B0A6AFB1-D4DD-4049-BD4B-B746A5C62DD8}">
      <dgm:prSet/>
      <dgm:spPr/>
      <dgm:t>
        <a:bodyPr/>
        <a:lstStyle/>
        <a:p>
          <a:endParaRPr lang="fr-FR"/>
        </a:p>
      </dgm:t>
    </dgm:pt>
    <dgm:pt modelId="{D289EE9B-D9A9-4F02-AFDE-F46BFE86269B}" type="sibTrans" cxnId="{B0A6AFB1-D4DD-4049-BD4B-B746A5C62DD8}">
      <dgm:prSet/>
      <dgm:spPr/>
      <dgm:t>
        <a:bodyPr/>
        <a:lstStyle/>
        <a:p>
          <a:endParaRPr lang="fr-FR"/>
        </a:p>
      </dgm:t>
    </dgm:pt>
    <dgm:pt modelId="{46AAF7EA-DC62-4440-AD8A-FBC5B08FD1F4}">
      <dgm:prSet phldr="0"/>
      <dgm:spPr>
        <a:solidFill>
          <a:schemeClr val="bg1"/>
        </a:solidFill>
      </dgm:spPr>
      <dgm:t>
        <a:bodyPr/>
        <a:lstStyle/>
        <a:p>
          <a:pPr algn="l"/>
          <a:r>
            <a:rPr lang="fr-FR" dirty="0" smtClean="0">
              <a:solidFill>
                <a:schemeClr val="tx1"/>
              </a:solidFill>
            </a:rPr>
            <a:t>C- Le Retour capillaire est lent </a:t>
          </a:r>
          <a:endParaRPr lang="fr-FR" dirty="0">
            <a:solidFill>
              <a:schemeClr val="tx1"/>
            </a:solidFill>
          </a:endParaRPr>
        </a:p>
      </dgm:t>
    </dgm:pt>
    <dgm:pt modelId="{B8FA6521-CC98-43AE-9E6E-D3C3E5E48B9F}" type="parTrans" cxnId="{E7BB80E1-DCD6-4421-A290-A2E5415F631A}">
      <dgm:prSet/>
      <dgm:spPr/>
      <dgm:t>
        <a:bodyPr/>
        <a:lstStyle/>
        <a:p>
          <a:endParaRPr lang="fr-FR"/>
        </a:p>
      </dgm:t>
    </dgm:pt>
    <dgm:pt modelId="{F3C01C8F-33A6-4D33-91D5-82E9A0C7EAF9}" type="sibTrans" cxnId="{E7BB80E1-DCD6-4421-A290-A2E5415F631A}">
      <dgm:prSet/>
      <dgm:spPr/>
      <dgm:t>
        <a:bodyPr/>
        <a:lstStyle/>
        <a:p>
          <a:endParaRPr lang="fr-FR"/>
        </a:p>
      </dgm:t>
    </dgm:pt>
    <dgm:pt modelId="{ADE72AF2-E8BC-442F-85BC-3571668B45A7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</a:rPr>
            <a:t>E- Le Doppler artériel est inaudible</a:t>
          </a:r>
          <a:endParaRPr lang="fr-FR" dirty="0">
            <a:solidFill>
              <a:schemeClr val="tx1"/>
            </a:solidFill>
          </a:endParaRPr>
        </a:p>
      </dgm:t>
    </dgm:pt>
    <dgm:pt modelId="{56F53A1F-8359-40D4-8B80-5794B7BC3CB2}" type="parTrans" cxnId="{4D6E53BF-01E9-40CB-94F0-F5D4D99E1E7D}">
      <dgm:prSet/>
      <dgm:spPr/>
      <dgm:t>
        <a:bodyPr/>
        <a:lstStyle/>
        <a:p>
          <a:endParaRPr lang="fr-FR"/>
        </a:p>
      </dgm:t>
    </dgm:pt>
    <dgm:pt modelId="{B5909848-C5FB-4C18-894A-4284423F9115}" type="sibTrans" cxnId="{4D6E53BF-01E9-40CB-94F0-F5D4D99E1E7D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06104D9-9641-46E9-B2BC-C821A4BD21D3}" type="pres">
      <dgm:prSet presAssocID="{4AFDD863-9241-436D-83B7-00C60D695A10}" presName="spacer" presStyleCnt="0"/>
      <dgm:spPr/>
    </dgm:pt>
    <dgm:pt modelId="{FF5D25F1-EC92-4AC9-BDE5-E9FACC9FEE75}" type="pres">
      <dgm:prSet presAssocID="{A8D4F4B6-DFF5-4EEC-837F-60769AB008CE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3D09EA7-5A06-413C-A331-B10D13A006CC}" type="pres">
      <dgm:prSet presAssocID="{D289EE9B-D9A9-4F02-AFDE-F46BFE86269B}" presName="spacer" presStyleCnt="0"/>
      <dgm:spPr/>
    </dgm:pt>
    <dgm:pt modelId="{E33FD805-265A-4C2F-868B-024354C0D8EA}" type="pres">
      <dgm:prSet presAssocID="{46AAF7EA-DC62-4440-AD8A-FBC5B08FD1F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F144B9-EF72-4D54-8457-B22FC9E1A12C}" type="pres">
      <dgm:prSet presAssocID="{F3C01C8F-33A6-4D33-91D5-82E9A0C7EAF9}" presName="spacer" presStyleCnt="0"/>
      <dgm:spPr/>
    </dgm:pt>
    <dgm:pt modelId="{8641281D-6450-4E95-8FA8-E65655FFFBB5}" type="pres">
      <dgm:prSet presAssocID="{A141197C-E0C3-435B-A5CC-F7A87B0BDA1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C07074E-CBA6-49F7-9016-022DFD71B014}" type="pres">
      <dgm:prSet presAssocID="{3AE9E545-CD35-4BB1-9DD9-4094D7A511BB}" presName="spacer" presStyleCnt="0"/>
      <dgm:spPr/>
    </dgm:pt>
    <dgm:pt modelId="{D4F82729-7EEA-49CD-9259-3EBC3E0463F6}" type="pres">
      <dgm:prSet presAssocID="{ADE72AF2-E8BC-442F-85BC-3571668B45A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F863E04-665D-4B3A-8477-A310755CF981}" type="presOf" srcId="{A141197C-E0C3-435B-A5CC-F7A87B0BDA15}" destId="{8641281D-6450-4E95-8FA8-E65655FFFBB5}" srcOrd="0" destOrd="0" presId="urn:microsoft.com/office/officeart/2005/8/layout/vList2"/>
    <dgm:cxn modelId="{B0A6AFB1-D4DD-4049-BD4B-B746A5C62DD8}" srcId="{F758A695-F9F3-4BC9-9690-484C0F73DB2D}" destId="{A8D4F4B6-DFF5-4EEC-837F-60769AB008CE}" srcOrd="1" destOrd="0" parTransId="{6569E968-F2D7-431F-8BEA-520C3E0D4CBF}" sibTransId="{D289EE9B-D9A9-4F02-AFDE-F46BFE86269B}"/>
    <dgm:cxn modelId="{10EA0B3B-3480-4E98-86C9-FC48B17E7AC0}" type="presOf" srcId="{ADE72AF2-E8BC-442F-85BC-3571668B45A7}" destId="{D4F82729-7EEA-49CD-9259-3EBC3E0463F6}" srcOrd="0" destOrd="0" presId="urn:microsoft.com/office/officeart/2005/8/layout/vList2"/>
    <dgm:cxn modelId="{0E74B687-4263-459F-9C42-98CDC5B2F862}" type="presOf" srcId="{A8D4F4B6-DFF5-4EEC-837F-60769AB008CE}" destId="{FF5D25F1-EC92-4AC9-BDE5-E9FACC9FEE75}" srcOrd="0" destOrd="0" presId="urn:microsoft.com/office/officeart/2005/8/layout/vList2"/>
    <dgm:cxn modelId="{BE28366D-B346-4BD6-8FCD-F81A60996F59}" type="presOf" srcId="{CF409C4B-41AE-49FC-BDBE-57C026BE3259}" destId="{32283D71-3931-4459-B3D9-255A7F4E4E6F}" srcOrd="0" destOrd="0" presId="urn:microsoft.com/office/officeart/2005/8/layout/vList2"/>
    <dgm:cxn modelId="{C5619752-8DAA-443D-B9E0-8F82A60847C5}" type="presOf" srcId="{F758A695-F9F3-4BC9-9690-484C0F73DB2D}" destId="{F1C8B3EF-72B1-4492-9A48-93FC1A72C87D}" srcOrd="0" destOrd="0" presId="urn:microsoft.com/office/officeart/2005/8/layout/vList2"/>
    <dgm:cxn modelId="{672AD467-B88D-4895-8353-58EC93A00754}" type="presOf" srcId="{46AAF7EA-DC62-4440-AD8A-FBC5B08FD1F4}" destId="{E33FD805-265A-4C2F-868B-024354C0D8EA}" srcOrd="0" destOrd="0" presId="urn:microsoft.com/office/officeart/2005/8/layout/vList2"/>
    <dgm:cxn modelId="{4D6E53BF-01E9-40CB-94F0-F5D4D99E1E7D}" srcId="{F758A695-F9F3-4BC9-9690-484C0F73DB2D}" destId="{ADE72AF2-E8BC-442F-85BC-3571668B45A7}" srcOrd="4" destOrd="0" parTransId="{56F53A1F-8359-40D4-8B80-5794B7BC3CB2}" sibTransId="{B5909848-C5FB-4C18-894A-4284423F9115}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E7BB80E1-DCD6-4421-A290-A2E5415F631A}" srcId="{F758A695-F9F3-4BC9-9690-484C0F73DB2D}" destId="{46AAF7EA-DC62-4440-AD8A-FBC5B08FD1F4}" srcOrd="2" destOrd="0" parTransId="{B8FA6521-CC98-43AE-9E6E-D3C3E5E48B9F}" sibTransId="{F3C01C8F-33A6-4D33-91D5-82E9A0C7EAF9}"/>
    <dgm:cxn modelId="{33A78B97-B350-442C-B8F7-08D19303D005}" srcId="{F758A695-F9F3-4BC9-9690-484C0F73DB2D}" destId="{A141197C-E0C3-435B-A5CC-F7A87B0BDA15}" srcOrd="3" destOrd="0" parTransId="{4607DEE5-C368-488A-832B-6F07709D15ED}" sibTransId="{3AE9E545-CD35-4BB1-9DD9-4094D7A511BB}"/>
    <dgm:cxn modelId="{2C0AC02F-F219-47AE-83C2-C6F6368A5CAB}" type="presParOf" srcId="{F1C8B3EF-72B1-4492-9A48-93FC1A72C87D}" destId="{32283D71-3931-4459-B3D9-255A7F4E4E6F}" srcOrd="0" destOrd="0" presId="urn:microsoft.com/office/officeart/2005/8/layout/vList2"/>
    <dgm:cxn modelId="{5008CF27-F00E-4454-A0F1-9E244EEA1B2D}" type="presParOf" srcId="{F1C8B3EF-72B1-4492-9A48-93FC1A72C87D}" destId="{706104D9-9641-46E9-B2BC-C821A4BD21D3}" srcOrd="1" destOrd="0" presId="urn:microsoft.com/office/officeart/2005/8/layout/vList2"/>
    <dgm:cxn modelId="{367F0EC1-C39B-40AA-BBAA-94A24A23EE52}" type="presParOf" srcId="{F1C8B3EF-72B1-4492-9A48-93FC1A72C87D}" destId="{FF5D25F1-EC92-4AC9-BDE5-E9FACC9FEE75}" srcOrd="2" destOrd="0" presId="urn:microsoft.com/office/officeart/2005/8/layout/vList2"/>
    <dgm:cxn modelId="{21FB4B9B-001B-4DEA-9053-4F394B95BE35}" type="presParOf" srcId="{F1C8B3EF-72B1-4492-9A48-93FC1A72C87D}" destId="{03D09EA7-5A06-413C-A331-B10D13A006CC}" srcOrd="3" destOrd="0" presId="urn:microsoft.com/office/officeart/2005/8/layout/vList2"/>
    <dgm:cxn modelId="{18FCFC0C-D273-492B-8D26-FBED2170475D}" type="presParOf" srcId="{F1C8B3EF-72B1-4492-9A48-93FC1A72C87D}" destId="{E33FD805-265A-4C2F-868B-024354C0D8EA}" srcOrd="4" destOrd="0" presId="urn:microsoft.com/office/officeart/2005/8/layout/vList2"/>
    <dgm:cxn modelId="{D85742A0-B3D2-49B0-BF85-7212E33FC566}" type="presParOf" srcId="{F1C8B3EF-72B1-4492-9A48-93FC1A72C87D}" destId="{B4F144B9-EF72-4D54-8457-B22FC9E1A12C}" srcOrd="5" destOrd="0" presId="urn:microsoft.com/office/officeart/2005/8/layout/vList2"/>
    <dgm:cxn modelId="{E2330AE4-3A29-40CF-AF94-88CAC759724D}" type="presParOf" srcId="{F1C8B3EF-72B1-4492-9A48-93FC1A72C87D}" destId="{8641281D-6450-4E95-8FA8-E65655FFFBB5}" srcOrd="6" destOrd="0" presId="urn:microsoft.com/office/officeart/2005/8/layout/vList2"/>
    <dgm:cxn modelId="{B9B01929-7730-481D-87F9-24E4D1986C54}" type="presParOf" srcId="{F1C8B3EF-72B1-4492-9A48-93FC1A72C87D}" destId="{2C07074E-CBA6-49F7-9016-022DFD71B014}" srcOrd="7" destOrd="0" presId="urn:microsoft.com/office/officeart/2005/8/layout/vList2"/>
    <dgm:cxn modelId="{5CEE202F-9944-4EF6-9FCA-6C933CD20254}" type="presParOf" srcId="{F1C8B3EF-72B1-4492-9A48-93FC1A72C87D}" destId="{D4F82729-7EEA-49CD-9259-3EBC3E0463F6}" srcOrd="8" destOrd="0" presId="urn:microsoft.com/office/officeart/2005/8/layout/vList2"/>
  </dgm:cxnLst>
  <dgm:bg/>
  <dgm:whole/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913F9F0D-53D3-4CDC-9447-A7A17EF75350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A. Une disparition du pouls fémoral.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</a:p>
      </dgm:t>
    </dgm:pt>
    <dgm:pt modelId="{7911FB0A-F681-4801-830E-A20946A93BBE}" type="parTrans" cxnId="{9F241500-CE83-4E79-9FC7-62B46215E6B0}">
      <dgm:prSet/>
      <dgm:spPr/>
      <dgm:t>
        <a:bodyPr/>
        <a:lstStyle/>
        <a:p>
          <a:endParaRPr lang="fr-FR"/>
        </a:p>
      </dgm:t>
    </dgm:pt>
    <dgm:pt modelId="{9A35B0CB-ED33-439E-95BB-1F0428B658B7}" type="sibTrans" cxnId="{9F241500-CE83-4E79-9FC7-62B46215E6B0}">
      <dgm:prSet/>
      <dgm:spPr/>
      <dgm:t>
        <a:bodyPr/>
        <a:lstStyle/>
        <a:p>
          <a:endParaRPr lang="fr-FR"/>
        </a:p>
      </dgm:t>
    </dgm:pt>
    <dgm:pt modelId="{C49B4836-5698-4A39-91E5-96FB85B94708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C. Une disparition du pouls tibial postérieur. </a:t>
          </a:r>
        </a:p>
      </dgm:t>
    </dgm:pt>
    <dgm:pt modelId="{EDA9EA0C-5392-4ED1-BACC-8321AA461325}" type="parTrans" cxnId="{99A3BCA9-BF64-40D3-A2D4-A63B6EA4960F}">
      <dgm:prSet/>
      <dgm:spPr/>
      <dgm:t>
        <a:bodyPr/>
        <a:lstStyle/>
        <a:p>
          <a:endParaRPr lang="fr-FR"/>
        </a:p>
      </dgm:t>
    </dgm:pt>
    <dgm:pt modelId="{830E79D1-7736-4FF3-868C-09E7B51F78CA}" type="sibTrans" cxnId="{99A3BCA9-BF64-40D3-A2D4-A63B6EA4960F}">
      <dgm:prSet/>
      <dgm:spPr/>
      <dgm:t>
        <a:bodyPr/>
        <a:lstStyle/>
        <a:p>
          <a:endParaRPr lang="fr-FR"/>
        </a:p>
      </dgm:t>
    </dgm:pt>
    <dgm:pt modelId="{663722EE-7F8F-4A6D-86CA-F5E64B4A2C3D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D. Une ischémie de la jambe et du pied.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FBA785ED-0CD5-4ABF-9D57-63D4462FE1E8}" type="parTrans" cxnId="{6B648B23-BFF9-43DF-B4CF-5474FFD96560}">
      <dgm:prSet/>
      <dgm:spPr/>
      <dgm:t>
        <a:bodyPr/>
        <a:lstStyle/>
        <a:p>
          <a:endParaRPr lang="fr-FR"/>
        </a:p>
      </dgm:t>
    </dgm:pt>
    <dgm:pt modelId="{134CE84B-552F-4761-8D27-13629F391152}" type="sibTrans" cxnId="{6B648B23-BFF9-43DF-B4CF-5474FFD96560}">
      <dgm:prSet/>
      <dgm:spPr/>
      <dgm:t>
        <a:bodyPr/>
        <a:lstStyle/>
        <a:p>
          <a:endParaRPr lang="fr-FR"/>
        </a:p>
      </dgm:t>
    </dgm:pt>
    <dgm:pt modelId="{B89360FA-956F-49EF-A00F-60D52436EDC2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E. Une disparition du pouls </a:t>
          </a:r>
          <a:r>
            <a:rPr lang="fr-FR" dirty="0" err="1">
              <a:solidFill>
                <a:schemeClr val="tx1"/>
              </a:solidFill>
            </a:rPr>
            <a:t>pédieux</a:t>
          </a:r>
          <a:r>
            <a:rPr lang="fr-FR" dirty="0">
              <a:solidFill>
                <a:schemeClr val="tx1"/>
              </a:solidFill>
            </a:rPr>
            <a:t>. </a:t>
          </a:r>
        </a:p>
      </dgm:t>
    </dgm:pt>
    <dgm:pt modelId="{09DEE604-2E62-4244-9D89-EAFD46DAE8AC}" type="parTrans" cxnId="{7DA5E966-D477-4427-8420-BA44B1D5CFA2}">
      <dgm:prSet/>
      <dgm:spPr/>
      <dgm:t>
        <a:bodyPr/>
        <a:lstStyle/>
        <a:p>
          <a:endParaRPr lang="fr-FR"/>
        </a:p>
      </dgm:t>
    </dgm:pt>
    <dgm:pt modelId="{3DCE898A-FB08-439A-A9B1-A9DF0082DED0}" type="sibTrans" cxnId="{7DA5E966-D477-4427-8420-BA44B1D5CFA2}">
      <dgm:prSet/>
      <dgm:spPr/>
      <dgm:t>
        <a:bodyPr/>
        <a:lstStyle/>
        <a:p>
          <a:endParaRPr lang="fr-FR"/>
        </a:p>
      </dgm:t>
    </dgm:pt>
    <dgm:pt modelId="{078DE64C-B46F-4050-B9CF-997582C8CCE9}">
      <dgm:prSet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B. Une ischémie de la cuisse. </a:t>
          </a:r>
        </a:p>
      </dgm:t>
    </dgm:pt>
    <dgm:pt modelId="{2B23C5F0-C96D-4127-9D57-C29CFF84394A}" type="parTrans" cxnId="{81E5D089-2B00-449D-BF48-C0C9350FB5CE}">
      <dgm:prSet/>
      <dgm:spPr/>
    </dgm:pt>
    <dgm:pt modelId="{0A72AA31-84B6-4D12-8CC4-439AF910C04C}" type="sibTrans" cxnId="{81E5D089-2B00-449D-BF48-C0C9350FB5CE}">
      <dgm:prSet/>
      <dgm:spPr/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7FB1F80-ABAA-432D-98C6-6823386FA248}" type="pres">
      <dgm:prSet presAssocID="{913F9F0D-53D3-4CDC-9447-A7A17EF75350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D56C656-A35B-4775-AA5C-484FF9363900}" type="pres">
      <dgm:prSet presAssocID="{9A35B0CB-ED33-439E-95BB-1F0428B658B7}" presName="spacer" presStyleCnt="0"/>
      <dgm:spPr/>
    </dgm:pt>
    <dgm:pt modelId="{7D65C539-2F3D-47D7-958B-A74585AE9AC8}" type="pres">
      <dgm:prSet presAssocID="{078DE64C-B46F-4050-B9CF-997582C8CCE9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1A99979-462C-4231-86F0-C310A64EAF35}" type="pres">
      <dgm:prSet presAssocID="{0A72AA31-84B6-4D12-8CC4-439AF910C04C}" presName="spacer" presStyleCnt="0"/>
      <dgm:spPr/>
    </dgm:pt>
    <dgm:pt modelId="{D572AD60-89F8-4FE3-91B9-8D38697B2488}" type="pres">
      <dgm:prSet presAssocID="{C49B4836-5698-4A39-91E5-96FB85B94708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27AF6A6-B851-4299-A910-3F2FEC8AD8D2}" type="pres">
      <dgm:prSet presAssocID="{830E79D1-7736-4FF3-868C-09E7B51F78CA}" presName="spacer" presStyleCnt="0"/>
      <dgm:spPr/>
    </dgm:pt>
    <dgm:pt modelId="{682D30E1-E0EF-4781-BB7C-887034865CDA}" type="pres">
      <dgm:prSet presAssocID="{663722EE-7F8F-4A6D-86CA-F5E64B4A2C3D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9553073-93D5-4A27-86C5-F302EE8F123A}" type="pres">
      <dgm:prSet presAssocID="{134CE84B-552F-4761-8D27-13629F391152}" presName="spacer" presStyleCnt="0"/>
      <dgm:spPr/>
    </dgm:pt>
    <dgm:pt modelId="{0E3D0658-BE41-4330-8D31-7B1858DB2C11}" type="pres">
      <dgm:prSet presAssocID="{B89360FA-956F-49EF-A00F-60D52436EDC2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3E66D8F-DBFC-456A-A8E1-0AF780280120}" type="presOf" srcId="{078DE64C-B46F-4050-B9CF-997582C8CCE9}" destId="{7D65C539-2F3D-47D7-958B-A74585AE9AC8}" srcOrd="0" destOrd="0" presId="urn:microsoft.com/office/officeart/2005/8/layout/vList2"/>
    <dgm:cxn modelId="{81E5D089-2B00-449D-BF48-C0C9350FB5CE}" srcId="{F758A695-F9F3-4BC9-9690-484C0F73DB2D}" destId="{078DE64C-B46F-4050-B9CF-997582C8CCE9}" srcOrd="1" destOrd="0" parTransId="{2B23C5F0-C96D-4127-9D57-C29CFF84394A}" sibTransId="{0A72AA31-84B6-4D12-8CC4-439AF910C04C}"/>
    <dgm:cxn modelId="{7DA5E966-D477-4427-8420-BA44B1D5CFA2}" srcId="{F758A695-F9F3-4BC9-9690-484C0F73DB2D}" destId="{B89360FA-956F-49EF-A00F-60D52436EDC2}" srcOrd="4" destOrd="0" parTransId="{09DEE604-2E62-4244-9D89-EAFD46DAE8AC}" sibTransId="{3DCE898A-FB08-439A-A9B1-A9DF0082DED0}"/>
    <dgm:cxn modelId="{99A3BCA9-BF64-40D3-A2D4-A63B6EA4960F}" srcId="{F758A695-F9F3-4BC9-9690-484C0F73DB2D}" destId="{C49B4836-5698-4A39-91E5-96FB85B94708}" srcOrd="2" destOrd="0" parTransId="{EDA9EA0C-5392-4ED1-BACC-8321AA461325}" sibTransId="{830E79D1-7736-4FF3-868C-09E7B51F78CA}"/>
    <dgm:cxn modelId="{6B648B23-BFF9-43DF-B4CF-5474FFD96560}" srcId="{F758A695-F9F3-4BC9-9690-484C0F73DB2D}" destId="{663722EE-7F8F-4A6D-86CA-F5E64B4A2C3D}" srcOrd="3" destOrd="0" parTransId="{FBA785ED-0CD5-4ABF-9D57-63D4462FE1E8}" sibTransId="{134CE84B-552F-4761-8D27-13629F391152}"/>
    <dgm:cxn modelId="{1EA8F288-AD3C-4CD5-887E-572E5160DEA1}" type="presOf" srcId="{C49B4836-5698-4A39-91E5-96FB85B94708}" destId="{D572AD60-89F8-4FE3-91B9-8D38697B2488}" srcOrd="0" destOrd="0" presId="urn:microsoft.com/office/officeart/2005/8/layout/vList2"/>
    <dgm:cxn modelId="{9F241500-CE83-4E79-9FC7-62B46215E6B0}" srcId="{F758A695-F9F3-4BC9-9690-484C0F73DB2D}" destId="{913F9F0D-53D3-4CDC-9447-A7A17EF75350}" srcOrd="0" destOrd="0" parTransId="{7911FB0A-F681-4801-830E-A20946A93BBE}" sibTransId="{9A35B0CB-ED33-439E-95BB-1F0428B658B7}"/>
    <dgm:cxn modelId="{7540EAF4-CCBB-423B-9EEC-4A7BD86F32AA}" type="presOf" srcId="{B89360FA-956F-49EF-A00F-60D52436EDC2}" destId="{0E3D0658-BE41-4330-8D31-7B1858DB2C11}" srcOrd="0" destOrd="0" presId="urn:microsoft.com/office/officeart/2005/8/layout/vList2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0EF19103-9CDD-4277-9DC1-17A2A7F70CEF}" type="presOf" srcId="{663722EE-7F8F-4A6D-86CA-F5E64B4A2C3D}" destId="{682D30E1-E0EF-4781-BB7C-887034865CDA}" srcOrd="0" destOrd="0" presId="urn:microsoft.com/office/officeart/2005/8/layout/vList2"/>
    <dgm:cxn modelId="{C79C5E5B-A698-4503-A0A1-3CCFDCDB1C41}" type="presOf" srcId="{913F9F0D-53D3-4CDC-9447-A7A17EF75350}" destId="{07FB1F80-ABAA-432D-98C6-6823386FA248}" srcOrd="0" destOrd="0" presId="urn:microsoft.com/office/officeart/2005/8/layout/vList2"/>
    <dgm:cxn modelId="{4296E34E-8547-47EF-86F0-86A875C7B3A4}" type="presParOf" srcId="{F1C8B3EF-72B1-4492-9A48-93FC1A72C87D}" destId="{07FB1F80-ABAA-432D-98C6-6823386FA248}" srcOrd="0" destOrd="0" presId="urn:microsoft.com/office/officeart/2005/8/layout/vList2"/>
    <dgm:cxn modelId="{5B7EEF13-DC21-4C5D-B498-BE6D272AD922}" type="presParOf" srcId="{F1C8B3EF-72B1-4492-9A48-93FC1A72C87D}" destId="{AD56C656-A35B-4775-AA5C-484FF9363900}" srcOrd="1" destOrd="0" presId="urn:microsoft.com/office/officeart/2005/8/layout/vList2"/>
    <dgm:cxn modelId="{1AE0A067-9FFA-4551-A098-1B490656013A}" type="presParOf" srcId="{F1C8B3EF-72B1-4492-9A48-93FC1A72C87D}" destId="{7D65C539-2F3D-47D7-958B-A74585AE9AC8}" srcOrd="2" destOrd="0" presId="urn:microsoft.com/office/officeart/2005/8/layout/vList2"/>
    <dgm:cxn modelId="{775D1435-04A0-441D-81B2-B4850676FD0F}" type="presParOf" srcId="{F1C8B3EF-72B1-4492-9A48-93FC1A72C87D}" destId="{41A99979-462C-4231-86F0-C310A64EAF35}" srcOrd="3" destOrd="0" presId="urn:microsoft.com/office/officeart/2005/8/layout/vList2"/>
    <dgm:cxn modelId="{3D255879-7DFB-4C53-B5BB-4884825B3152}" type="presParOf" srcId="{F1C8B3EF-72B1-4492-9A48-93FC1A72C87D}" destId="{D572AD60-89F8-4FE3-91B9-8D38697B2488}" srcOrd="4" destOrd="0" presId="urn:microsoft.com/office/officeart/2005/8/layout/vList2"/>
    <dgm:cxn modelId="{9EAA3322-4127-4C0C-930B-AAC739A25894}" type="presParOf" srcId="{F1C8B3EF-72B1-4492-9A48-93FC1A72C87D}" destId="{F27AF6A6-B851-4299-A910-3F2FEC8AD8D2}" srcOrd="5" destOrd="0" presId="urn:microsoft.com/office/officeart/2005/8/layout/vList2"/>
    <dgm:cxn modelId="{03E85CD2-1117-4914-8B32-D0EDF41AB203}" type="presParOf" srcId="{F1C8B3EF-72B1-4492-9A48-93FC1A72C87D}" destId="{682D30E1-E0EF-4781-BB7C-887034865CDA}" srcOrd="6" destOrd="0" presId="urn:microsoft.com/office/officeart/2005/8/layout/vList2"/>
    <dgm:cxn modelId="{ECADB0AA-D530-45FC-A565-0EC2D18D87C1}" type="presParOf" srcId="{F1C8B3EF-72B1-4492-9A48-93FC1A72C87D}" destId="{D9553073-93D5-4A27-86C5-F302EE8F123A}" srcOrd="7" destOrd="0" presId="urn:microsoft.com/office/officeart/2005/8/layout/vList2"/>
    <dgm:cxn modelId="{689F4A38-4E21-48A7-A1CC-85B848BE9F5C}" type="presParOf" srcId="{F1C8B3EF-72B1-4492-9A48-93FC1A72C87D}" destId="{0E3D0658-BE41-4330-8D31-7B1858DB2C11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913F9F0D-53D3-4CDC-9447-A7A17EF75350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A. Une disparition du pouls fémoral.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</a:p>
      </dgm:t>
    </dgm:pt>
    <dgm:pt modelId="{7911FB0A-F681-4801-830E-A20946A93BBE}" type="parTrans" cxnId="{9F241500-CE83-4E79-9FC7-62B46215E6B0}">
      <dgm:prSet/>
      <dgm:spPr/>
      <dgm:t>
        <a:bodyPr/>
        <a:lstStyle/>
        <a:p>
          <a:endParaRPr lang="fr-FR"/>
        </a:p>
      </dgm:t>
    </dgm:pt>
    <dgm:pt modelId="{9A35B0CB-ED33-439E-95BB-1F0428B658B7}" type="sibTrans" cxnId="{9F241500-CE83-4E79-9FC7-62B46215E6B0}">
      <dgm:prSet/>
      <dgm:spPr/>
      <dgm:t>
        <a:bodyPr/>
        <a:lstStyle/>
        <a:p>
          <a:endParaRPr lang="fr-FR"/>
        </a:p>
      </dgm:t>
    </dgm:pt>
    <dgm:pt modelId="{C49B4836-5698-4A39-91E5-96FB85B94708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C. Une disparition du pouls tibial postérieur. </a:t>
          </a:r>
        </a:p>
      </dgm:t>
    </dgm:pt>
    <dgm:pt modelId="{EDA9EA0C-5392-4ED1-BACC-8321AA461325}" type="parTrans" cxnId="{99A3BCA9-BF64-40D3-A2D4-A63B6EA4960F}">
      <dgm:prSet/>
      <dgm:spPr/>
      <dgm:t>
        <a:bodyPr/>
        <a:lstStyle/>
        <a:p>
          <a:endParaRPr lang="fr-FR"/>
        </a:p>
      </dgm:t>
    </dgm:pt>
    <dgm:pt modelId="{830E79D1-7736-4FF3-868C-09E7B51F78CA}" type="sibTrans" cxnId="{99A3BCA9-BF64-40D3-A2D4-A63B6EA4960F}">
      <dgm:prSet/>
      <dgm:spPr/>
      <dgm:t>
        <a:bodyPr/>
        <a:lstStyle/>
        <a:p>
          <a:endParaRPr lang="fr-FR"/>
        </a:p>
      </dgm:t>
    </dgm:pt>
    <dgm:pt modelId="{663722EE-7F8F-4A6D-86CA-F5E64B4A2C3D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D. Une ischémie de la jambe et du pied.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FBA785ED-0CD5-4ABF-9D57-63D4462FE1E8}" type="parTrans" cxnId="{6B648B23-BFF9-43DF-B4CF-5474FFD96560}">
      <dgm:prSet/>
      <dgm:spPr/>
      <dgm:t>
        <a:bodyPr/>
        <a:lstStyle/>
        <a:p>
          <a:endParaRPr lang="fr-FR"/>
        </a:p>
      </dgm:t>
    </dgm:pt>
    <dgm:pt modelId="{134CE84B-552F-4761-8D27-13629F391152}" type="sibTrans" cxnId="{6B648B23-BFF9-43DF-B4CF-5474FFD96560}">
      <dgm:prSet/>
      <dgm:spPr/>
      <dgm:t>
        <a:bodyPr/>
        <a:lstStyle/>
        <a:p>
          <a:endParaRPr lang="fr-FR"/>
        </a:p>
      </dgm:t>
    </dgm:pt>
    <dgm:pt modelId="{B89360FA-956F-49EF-A00F-60D52436EDC2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E. Une disparition du pouls </a:t>
          </a:r>
          <a:r>
            <a:rPr lang="fr-FR" dirty="0" err="1">
              <a:solidFill>
                <a:schemeClr val="tx1"/>
              </a:solidFill>
            </a:rPr>
            <a:t>pédieux</a:t>
          </a:r>
          <a:r>
            <a:rPr lang="fr-FR" dirty="0">
              <a:solidFill>
                <a:schemeClr val="tx1"/>
              </a:solidFill>
            </a:rPr>
            <a:t>. </a:t>
          </a:r>
        </a:p>
      </dgm:t>
    </dgm:pt>
    <dgm:pt modelId="{09DEE604-2E62-4244-9D89-EAFD46DAE8AC}" type="parTrans" cxnId="{7DA5E966-D477-4427-8420-BA44B1D5CFA2}">
      <dgm:prSet/>
      <dgm:spPr/>
      <dgm:t>
        <a:bodyPr/>
        <a:lstStyle/>
        <a:p>
          <a:endParaRPr lang="fr-FR"/>
        </a:p>
      </dgm:t>
    </dgm:pt>
    <dgm:pt modelId="{3DCE898A-FB08-439A-A9B1-A9DF0082DED0}" type="sibTrans" cxnId="{7DA5E966-D477-4427-8420-BA44B1D5CFA2}">
      <dgm:prSet/>
      <dgm:spPr/>
      <dgm:t>
        <a:bodyPr/>
        <a:lstStyle/>
        <a:p>
          <a:endParaRPr lang="fr-FR"/>
        </a:p>
      </dgm:t>
    </dgm:pt>
    <dgm:pt modelId="{078DE64C-B46F-4050-B9CF-997582C8CCE9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B. Une ischémie de la cuisse. </a:t>
          </a:r>
        </a:p>
      </dgm:t>
    </dgm:pt>
    <dgm:pt modelId="{2B23C5F0-C96D-4127-9D57-C29CFF84394A}" type="parTrans" cxnId="{81E5D089-2B00-449D-BF48-C0C9350FB5CE}">
      <dgm:prSet/>
      <dgm:spPr/>
    </dgm:pt>
    <dgm:pt modelId="{0A72AA31-84B6-4D12-8CC4-439AF910C04C}" type="sibTrans" cxnId="{81E5D089-2B00-449D-BF48-C0C9350FB5CE}">
      <dgm:prSet/>
      <dgm:spPr/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7FB1F80-ABAA-432D-98C6-6823386FA248}" type="pres">
      <dgm:prSet presAssocID="{913F9F0D-53D3-4CDC-9447-A7A17EF75350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D56C656-A35B-4775-AA5C-484FF9363900}" type="pres">
      <dgm:prSet presAssocID="{9A35B0CB-ED33-439E-95BB-1F0428B658B7}" presName="spacer" presStyleCnt="0"/>
      <dgm:spPr/>
    </dgm:pt>
    <dgm:pt modelId="{7D65C539-2F3D-47D7-958B-A74585AE9AC8}" type="pres">
      <dgm:prSet presAssocID="{078DE64C-B46F-4050-B9CF-997582C8CCE9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1A99979-462C-4231-86F0-C310A64EAF35}" type="pres">
      <dgm:prSet presAssocID="{0A72AA31-84B6-4D12-8CC4-439AF910C04C}" presName="spacer" presStyleCnt="0"/>
      <dgm:spPr/>
    </dgm:pt>
    <dgm:pt modelId="{D572AD60-89F8-4FE3-91B9-8D38697B2488}" type="pres">
      <dgm:prSet presAssocID="{C49B4836-5698-4A39-91E5-96FB85B94708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27AF6A6-B851-4299-A910-3F2FEC8AD8D2}" type="pres">
      <dgm:prSet presAssocID="{830E79D1-7736-4FF3-868C-09E7B51F78CA}" presName="spacer" presStyleCnt="0"/>
      <dgm:spPr/>
    </dgm:pt>
    <dgm:pt modelId="{682D30E1-E0EF-4781-BB7C-887034865CDA}" type="pres">
      <dgm:prSet presAssocID="{663722EE-7F8F-4A6D-86CA-F5E64B4A2C3D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9553073-93D5-4A27-86C5-F302EE8F123A}" type="pres">
      <dgm:prSet presAssocID="{134CE84B-552F-4761-8D27-13629F391152}" presName="spacer" presStyleCnt="0"/>
      <dgm:spPr/>
    </dgm:pt>
    <dgm:pt modelId="{0E3D0658-BE41-4330-8D31-7B1858DB2C11}" type="pres">
      <dgm:prSet presAssocID="{B89360FA-956F-49EF-A00F-60D52436EDC2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81E5D089-2B00-449D-BF48-C0C9350FB5CE}" srcId="{F758A695-F9F3-4BC9-9690-484C0F73DB2D}" destId="{078DE64C-B46F-4050-B9CF-997582C8CCE9}" srcOrd="1" destOrd="0" parTransId="{2B23C5F0-C96D-4127-9D57-C29CFF84394A}" sibTransId="{0A72AA31-84B6-4D12-8CC4-439AF910C04C}"/>
    <dgm:cxn modelId="{7DA5E966-D477-4427-8420-BA44B1D5CFA2}" srcId="{F758A695-F9F3-4BC9-9690-484C0F73DB2D}" destId="{B89360FA-956F-49EF-A00F-60D52436EDC2}" srcOrd="4" destOrd="0" parTransId="{09DEE604-2E62-4244-9D89-EAFD46DAE8AC}" sibTransId="{3DCE898A-FB08-439A-A9B1-A9DF0082DED0}"/>
    <dgm:cxn modelId="{70E4D413-7CB9-43F7-B161-2014CFAC995A}" type="presOf" srcId="{078DE64C-B46F-4050-B9CF-997582C8CCE9}" destId="{7D65C539-2F3D-47D7-958B-A74585AE9AC8}" srcOrd="0" destOrd="0" presId="urn:microsoft.com/office/officeart/2005/8/layout/vList2"/>
    <dgm:cxn modelId="{99A3BCA9-BF64-40D3-A2D4-A63B6EA4960F}" srcId="{F758A695-F9F3-4BC9-9690-484C0F73DB2D}" destId="{C49B4836-5698-4A39-91E5-96FB85B94708}" srcOrd="2" destOrd="0" parTransId="{EDA9EA0C-5392-4ED1-BACC-8321AA461325}" sibTransId="{830E79D1-7736-4FF3-868C-09E7B51F78CA}"/>
    <dgm:cxn modelId="{1EB0B160-D15B-4088-8CCD-10DC37879644}" type="presOf" srcId="{F758A695-F9F3-4BC9-9690-484C0F73DB2D}" destId="{F1C8B3EF-72B1-4492-9A48-93FC1A72C87D}" srcOrd="0" destOrd="0" presId="urn:microsoft.com/office/officeart/2005/8/layout/vList2"/>
    <dgm:cxn modelId="{6B648B23-BFF9-43DF-B4CF-5474FFD96560}" srcId="{F758A695-F9F3-4BC9-9690-484C0F73DB2D}" destId="{663722EE-7F8F-4A6D-86CA-F5E64B4A2C3D}" srcOrd="3" destOrd="0" parTransId="{FBA785ED-0CD5-4ABF-9D57-63D4462FE1E8}" sibTransId="{134CE84B-552F-4761-8D27-13629F391152}"/>
    <dgm:cxn modelId="{E0E6A52D-4F8C-44A5-8163-8E9BB56A01EF}" type="presOf" srcId="{913F9F0D-53D3-4CDC-9447-A7A17EF75350}" destId="{07FB1F80-ABAA-432D-98C6-6823386FA248}" srcOrd="0" destOrd="0" presId="urn:microsoft.com/office/officeart/2005/8/layout/vList2"/>
    <dgm:cxn modelId="{E4B41D52-AA87-4EF0-B72E-56E7572AA2E2}" type="presOf" srcId="{B89360FA-956F-49EF-A00F-60D52436EDC2}" destId="{0E3D0658-BE41-4330-8D31-7B1858DB2C11}" srcOrd="0" destOrd="0" presId="urn:microsoft.com/office/officeart/2005/8/layout/vList2"/>
    <dgm:cxn modelId="{9F241500-CE83-4E79-9FC7-62B46215E6B0}" srcId="{F758A695-F9F3-4BC9-9690-484C0F73DB2D}" destId="{913F9F0D-53D3-4CDC-9447-A7A17EF75350}" srcOrd="0" destOrd="0" parTransId="{7911FB0A-F681-4801-830E-A20946A93BBE}" sibTransId="{9A35B0CB-ED33-439E-95BB-1F0428B658B7}"/>
    <dgm:cxn modelId="{C7332C79-7A21-4626-A867-7C1A62D09D55}" type="presOf" srcId="{663722EE-7F8F-4A6D-86CA-F5E64B4A2C3D}" destId="{682D30E1-E0EF-4781-BB7C-887034865CDA}" srcOrd="0" destOrd="0" presId="urn:microsoft.com/office/officeart/2005/8/layout/vList2"/>
    <dgm:cxn modelId="{32510C83-6E30-4271-836D-EFFFFAE90E50}" type="presOf" srcId="{C49B4836-5698-4A39-91E5-96FB85B94708}" destId="{D572AD60-89F8-4FE3-91B9-8D38697B2488}" srcOrd="0" destOrd="0" presId="urn:microsoft.com/office/officeart/2005/8/layout/vList2"/>
    <dgm:cxn modelId="{272A92F3-D887-4642-8C5F-D1E656DAD786}" type="presParOf" srcId="{F1C8B3EF-72B1-4492-9A48-93FC1A72C87D}" destId="{07FB1F80-ABAA-432D-98C6-6823386FA248}" srcOrd="0" destOrd="0" presId="urn:microsoft.com/office/officeart/2005/8/layout/vList2"/>
    <dgm:cxn modelId="{0552F036-B13B-4263-8FCD-22A52EFC3686}" type="presParOf" srcId="{F1C8B3EF-72B1-4492-9A48-93FC1A72C87D}" destId="{AD56C656-A35B-4775-AA5C-484FF9363900}" srcOrd="1" destOrd="0" presId="urn:microsoft.com/office/officeart/2005/8/layout/vList2"/>
    <dgm:cxn modelId="{974B43F6-0B1B-4105-9999-45638428BE08}" type="presParOf" srcId="{F1C8B3EF-72B1-4492-9A48-93FC1A72C87D}" destId="{7D65C539-2F3D-47D7-958B-A74585AE9AC8}" srcOrd="2" destOrd="0" presId="urn:microsoft.com/office/officeart/2005/8/layout/vList2"/>
    <dgm:cxn modelId="{57308E43-30C9-4D5E-87DA-7BD1B9D3013E}" type="presParOf" srcId="{F1C8B3EF-72B1-4492-9A48-93FC1A72C87D}" destId="{41A99979-462C-4231-86F0-C310A64EAF35}" srcOrd="3" destOrd="0" presId="urn:microsoft.com/office/officeart/2005/8/layout/vList2"/>
    <dgm:cxn modelId="{55A010CD-88AF-4E2F-8200-9B87C81FA644}" type="presParOf" srcId="{F1C8B3EF-72B1-4492-9A48-93FC1A72C87D}" destId="{D572AD60-89F8-4FE3-91B9-8D38697B2488}" srcOrd="4" destOrd="0" presId="urn:microsoft.com/office/officeart/2005/8/layout/vList2"/>
    <dgm:cxn modelId="{9F7A8A8B-B9A7-4E02-8BCD-21394314578F}" type="presParOf" srcId="{F1C8B3EF-72B1-4492-9A48-93FC1A72C87D}" destId="{F27AF6A6-B851-4299-A910-3F2FEC8AD8D2}" srcOrd="5" destOrd="0" presId="urn:microsoft.com/office/officeart/2005/8/layout/vList2"/>
    <dgm:cxn modelId="{066B4A8C-D2E4-4473-BBB6-D69776FBD0B1}" type="presParOf" srcId="{F1C8B3EF-72B1-4492-9A48-93FC1A72C87D}" destId="{682D30E1-E0EF-4781-BB7C-887034865CDA}" srcOrd="6" destOrd="0" presId="urn:microsoft.com/office/officeart/2005/8/layout/vList2"/>
    <dgm:cxn modelId="{FF5D0C8C-7643-4DC5-ADED-19B5C330FFD5}" type="presParOf" srcId="{F1C8B3EF-72B1-4492-9A48-93FC1A72C87D}" destId="{D9553073-93D5-4A27-86C5-F302EE8F123A}" srcOrd="7" destOrd="0" presId="urn:microsoft.com/office/officeart/2005/8/layout/vList2"/>
    <dgm:cxn modelId="{BF2A4BC2-7203-44E8-AE3D-B2EF4B683CEC}" type="presParOf" srcId="{F1C8B3EF-72B1-4492-9A48-93FC1A72C87D}" destId="{0E3D0658-BE41-4330-8D31-7B1858DB2C11}" srcOrd="8" destOrd="0" presId="urn:microsoft.com/office/officeart/2005/8/layout/vList2"/>
  </dgm:cxnLst>
  <dgm:bg/>
  <dgm:whole/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069DF44-0D90-42FB-B099-C7B4903E2199}">
      <dgm:prSet phldr="0"/>
      <dgm:spPr>
        <a:noFill/>
      </dgm:spPr>
      <dgm:t>
        <a:bodyPr/>
        <a:lstStyle/>
        <a:p>
          <a:pPr algn="l" rtl="0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A.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Disparition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pouls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axillaire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.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CC565C16-9ED4-4709-86C9-58A4FEDD06B3}" type="parTrans" cxnId="{50C353C3-2DE2-45C2-8FAB-237F6AFD4728}">
      <dgm:prSet/>
      <dgm:spPr/>
      <dgm:t>
        <a:bodyPr/>
        <a:lstStyle/>
        <a:p>
          <a:endParaRPr lang="fr-FR"/>
        </a:p>
      </dgm:t>
    </dgm:pt>
    <dgm:pt modelId="{02DE5FDE-3C05-4A04-B2D3-765E3ECAAF25}" type="sibTrans" cxnId="{50C353C3-2DE2-45C2-8FAB-237F6AFD4728}">
      <dgm:prSet/>
      <dgm:spPr/>
      <dgm:t>
        <a:bodyPr/>
        <a:lstStyle/>
        <a:p>
          <a:endParaRPr lang="fr-FR"/>
        </a:p>
      </dgm:t>
    </dgm:pt>
    <dgm:pt modelId="{00542592-557C-462D-A3E7-BABA96618EE4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B.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Disparition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pouls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ulnaire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.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B58CD648-6818-4D25-9D36-5F925C83864C}" type="parTrans" cxnId="{57CF856A-11DD-4975-AB09-0CDDCB41046A}">
      <dgm:prSet/>
      <dgm:spPr/>
      <dgm:t>
        <a:bodyPr/>
        <a:lstStyle/>
        <a:p>
          <a:endParaRPr lang="fr-FR"/>
        </a:p>
      </dgm:t>
    </dgm:pt>
    <dgm:pt modelId="{C3EFC3FC-2E65-4C2D-B235-B61064AA3684}" type="sibTrans" cxnId="{57CF856A-11DD-4975-AB09-0CDDCB41046A}">
      <dgm:prSet/>
      <dgm:spPr/>
      <dgm:t>
        <a:bodyPr/>
        <a:lstStyle/>
        <a:p>
          <a:endParaRPr lang="fr-FR"/>
        </a:p>
      </dgm:t>
    </dgm:pt>
    <dgm:pt modelId="{C8D3E368-A8F3-4503-B9AA-75764BB2CAEB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C.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Disparition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pouls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radiale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.</a:t>
          </a:r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 </a:t>
          </a:r>
          <a:endParaRPr lang="en-US" dirty="0">
            <a:solidFill>
              <a:schemeClr val="tx1"/>
            </a:solidFill>
          </a:endParaRPr>
        </a:p>
      </dgm:t>
    </dgm:pt>
    <dgm:pt modelId="{84153AC4-6753-45B4-9DC9-D82395963B23}" type="parTrans" cxnId="{5214CAF4-8FD5-4BAE-86BA-643316DC5317}">
      <dgm:prSet/>
      <dgm:spPr/>
      <dgm:t>
        <a:bodyPr/>
        <a:lstStyle/>
        <a:p>
          <a:endParaRPr lang="fr-FR"/>
        </a:p>
      </dgm:t>
    </dgm:pt>
    <dgm:pt modelId="{428E0DF5-5DA2-410E-9A01-5F5FA671C70D}" type="sibTrans" cxnId="{5214CAF4-8FD5-4BAE-86BA-643316DC5317}">
      <dgm:prSet/>
      <dgm:spPr/>
      <dgm:t>
        <a:bodyPr/>
        <a:lstStyle/>
        <a:p>
          <a:endParaRPr lang="fr-FR"/>
        </a:p>
      </dgm:t>
    </dgm:pt>
    <dgm:pt modelId="{FEBEBDE4-E1DF-4485-BA1F-B43C14DC4CA2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D. 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Une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ischémie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l’avant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bras et de la main.</a:t>
          </a:r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 </a:t>
          </a:r>
          <a:endParaRPr lang="en-US" dirty="0">
            <a:solidFill>
              <a:schemeClr val="tx1"/>
            </a:solidFill>
          </a:endParaRPr>
        </a:p>
      </dgm:t>
    </dgm:pt>
    <dgm:pt modelId="{E29B348F-DD7D-4A0F-9583-CD3E60975775}" type="parTrans" cxnId="{AB25C838-E1A7-4E62-B38A-4F58AE060417}">
      <dgm:prSet/>
      <dgm:spPr/>
      <dgm:t>
        <a:bodyPr/>
        <a:lstStyle/>
        <a:p>
          <a:endParaRPr lang="fr-FR"/>
        </a:p>
      </dgm:t>
    </dgm:pt>
    <dgm:pt modelId="{9DEFA584-B949-4CB3-AAC2-BBE2493E39F5}" type="sibTrans" cxnId="{AB25C838-E1A7-4E62-B38A-4F58AE060417}">
      <dgm:prSet/>
      <dgm:spPr/>
      <dgm:t>
        <a:bodyPr/>
        <a:lstStyle/>
        <a:p>
          <a:endParaRPr lang="fr-FR"/>
        </a:p>
      </dgm:t>
    </dgm:pt>
    <dgm:pt modelId="{C95662BE-0779-4F8D-B615-85CEF9AC79F5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E. 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Une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ischémie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 bras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EA348230-F751-4EC4-9B1C-0A311528A663}" type="parTrans" cxnId="{B2D37E72-9288-4FCB-BC55-28D86E65C473}">
      <dgm:prSet/>
      <dgm:spPr/>
      <dgm:t>
        <a:bodyPr/>
        <a:lstStyle/>
        <a:p>
          <a:endParaRPr lang="fr-FR"/>
        </a:p>
      </dgm:t>
    </dgm:pt>
    <dgm:pt modelId="{475796A9-08EE-4737-9411-BE153535719F}" type="sibTrans" cxnId="{B2D37E72-9288-4FCB-BC55-28D86E65C473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13ECC08-8B66-4045-87CE-B56B2F3AE685}" type="pres">
      <dgm:prSet presAssocID="{6069DF44-0D90-42FB-B099-C7B4903E219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3680266-62CA-40B0-9FFA-EDD9E24B75F5}" type="pres">
      <dgm:prSet presAssocID="{02DE5FDE-3C05-4A04-B2D3-765E3ECAAF25}" presName="spacer" presStyleCnt="0"/>
      <dgm:spPr/>
    </dgm:pt>
    <dgm:pt modelId="{A8F064CB-F4FD-4354-BB4C-12B2FF1A5963}" type="pres">
      <dgm:prSet presAssocID="{00542592-557C-462D-A3E7-BABA96618EE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63EE85-6A58-40A5-B253-A131CD7353E4}" type="pres">
      <dgm:prSet presAssocID="{C3EFC3FC-2E65-4C2D-B235-B61064AA3684}" presName="spacer" presStyleCnt="0"/>
      <dgm:spPr/>
    </dgm:pt>
    <dgm:pt modelId="{99D46667-3E33-49F0-87A4-0D1E11632799}" type="pres">
      <dgm:prSet presAssocID="{C8D3E368-A8F3-4503-B9AA-75764BB2CAEB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F99F236-1FFC-45D4-9694-11775F364BB7}" type="pres">
      <dgm:prSet presAssocID="{428E0DF5-5DA2-410E-9A01-5F5FA671C70D}" presName="spacer" presStyleCnt="0"/>
      <dgm:spPr/>
    </dgm:pt>
    <dgm:pt modelId="{3182DDAD-EEC1-4749-B883-9982E9D864DA}" type="pres">
      <dgm:prSet presAssocID="{FEBEBDE4-E1DF-4485-BA1F-B43C14DC4CA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39CC73-C597-4EE9-A1AE-39BACBAC4341}" type="pres">
      <dgm:prSet presAssocID="{9DEFA584-B949-4CB3-AAC2-BBE2493E39F5}" presName="spacer" presStyleCnt="0"/>
      <dgm:spPr/>
    </dgm:pt>
    <dgm:pt modelId="{F63C00BD-B4AB-4BB2-BDDD-69A81334F95D}" type="pres">
      <dgm:prSet presAssocID="{C95662BE-0779-4F8D-B615-85CEF9AC79F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214CAF4-8FD5-4BAE-86BA-643316DC5317}" srcId="{F758A695-F9F3-4BC9-9690-484C0F73DB2D}" destId="{C8D3E368-A8F3-4503-B9AA-75764BB2CAEB}" srcOrd="2" destOrd="0" parTransId="{84153AC4-6753-45B4-9DC9-D82395963B23}" sibTransId="{428E0DF5-5DA2-410E-9A01-5F5FA671C70D}"/>
    <dgm:cxn modelId="{03BB04C3-F8A4-4CEB-B5E8-408B35815A81}" type="presOf" srcId="{00542592-557C-462D-A3E7-BABA96618EE4}" destId="{A8F064CB-F4FD-4354-BB4C-12B2FF1A5963}" srcOrd="0" destOrd="0" presId="urn:microsoft.com/office/officeart/2005/8/layout/vList2"/>
    <dgm:cxn modelId="{AB25C838-E1A7-4E62-B38A-4F58AE060417}" srcId="{F758A695-F9F3-4BC9-9690-484C0F73DB2D}" destId="{FEBEBDE4-E1DF-4485-BA1F-B43C14DC4CA2}" srcOrd="3" destOrd="0" parTransId="{E29B348F-DD7D-4A0F-9583-CD3E60975775}" sibTransId="{9DEFA584-B949-4CB3-AAC2-BBE2493E39F5}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AB41F2A0-0045-45E3-9418-DAD957709EC4}" type="presOf" srcId="{6069DF44-0D90-42FB-B099-C7B4903E2199}" destId="{A13ECC08-8B66-4045-87CE-B56B2F3AE685}" srcOrd="0" destOrd="0" presId="urn:microsoft.com/office/officeart/2005/8/layout/vList2"/>
    <dgm:cxn modelId="{2CAE7FF4-1CB4-41CB-A857-F51F07842B02}" type="presOf" srcId="{C8D3E368-A8F3-4503-B9AA-75764BB2CAEB}" destId="{99D46667-3E33-49F0-87A4-0D1E11632799}" srcOrd="0" destOrd="0" presId="urn:microsoft.com/office/officeart/2005/8/layout/vList2"/>
    <dgm:cxn modelId="{DFAE1E72-ECCC-4946-A9B8-58BF892241E7}" type="presOf" srcId="{C95662BE-0779-4F8D-B615-85CEF9AC79F5}" destId="{F63C00BD-B4AB-4BB2-BDDD-69A81334F95D}" srcOrd="0" destOrd="0" presId="urn:microsoft.com/office/officeart/2005/8/layout/vList2"/>
    <dgm:cxn modelId="{B2D37E72-9288-4FCB-BC55-28D86E65C473}" srcId="{F758A695-F9F3-4BC9-9690-484C0F73DB2D}" destId="{C95662BE-0779-4F8D-B615-85CEF9AC79F5}" srcOrd="4" destOrd="0" parTransId="{EA348230-F751-4EC4-9B1C-0A311528A663}" sibTransId="{475796A9-08EE-4737-9411-BE153535719F}"/>
    <dgm:cxn modelId="{75EB925F-1158-4A77-8EB8-38B09264BC68}" type="presOf" srcId="{FEBEBDE4-E1DF-4485-BA1F-B43C14DC4CA2}" destId="{3182DDAD-EEC1-4749-B883-9982E9D864DA}" srcOrd="0" destOrd="0" presId="urn:microsoft.com/office/officeart/2005/8/layout/vList2"/>
    <dgm:cxn modelId="{50C353C3-2DE2-45C2-8FAB-237F6AFD4728}" srcId="{F758A695-F9F3-4BC9-9690-484C0F73DB2D}" destId="{6069DF44-0D90-42FB-B099-C7B4903E2199}" srcOrd="0" destOrd="0" parTransId="{CC565C16-9ED4-4709-86C9-58A4FEDD06B3}" sibTransId="{02DE5FDE-3C05-4A04-B2D3-765E3ECAAF25}"/>
    <dgm:cxn modelId="{57CF856A-11DD-4975-AB09-0CDDCB41046A}" srcId="{F758A695-F9F3-4BC9-9690-484C0F73DB2D}" destId="{00542592-557C-462D-A3E7-BABA96618EE4}" srcOrd="1" destOrd="0" parTransId="{B58CD648-6818-4D25-9D36-5F925C83864C}" sibTransId="{C3EFC3FC-2E65-4C2D-B235-B61064AA3684}"/>
    <dgm:cxn modelId="{843F8028-9801-4509-8B08-479D69B9A502}" type="presParOf" srcId="{F1C8B3EF-72B1-4492-9A48-93FC1A72C87D}" destId="{A13ECC08-8B66-4045-87CE-B56B2F3AE685}" srcOrd="0" destOrd="0" presId="urn:microsoft.com/office/officeart/2005/8/layout/vList2"/>
    <dgm:cxn modelId="{613D30E0-0150-48D5-890D-5002B66D7D51}" type="presParOf" srcId="{F1C8B3EF-72B1-4492-9A48-93FC1A72C87D}" destId="{F3680266-62CA-40B0-9FFA-EDD9E24B75F5}" srcOrd="1" destOrd="0" presId="urn:microsoft.com/office/officeart/2005/8/layout/vList2"/>
    <dgm:cxn modelId="{9632EC0E-C0BB-41A3-8D8B-1CA6E3DDDEDC}" type="presParOf" srcId="{F1C8B3EF-72B1-4492-9A48-93FC1A72C87D}" destId="{A8F064CB-F4FD-4354-BB4C-12B2FF1A5963}" srcOrd="2" destOrd="0" presId="urn:microsoft.com/office/officeart/2005/8/layout/vList2"/>
    <dgm:cxn modelId="{E9EE839B-EC6A-4F11-A845-8DC153D6007D}" type="presParOf" srcId="{F1C8B3EF-72B1-4492-9A48-93FC1A72C87D}" destId="{FC63EE85-6A58-40A5-B253-A131CD7353E4}" srcOrd="3" destOrd="0" presId="urn:microsoft.com/office/officeart/2005/8/layout/vList2"/>
    <dgm:cxn modelId="{00045715-AD6E-444B-B57D-6FAD249B72E8}" type="presParOf" srcId="{F1C8B3EF-72B1-4492-9A48-93FC1A72C87D}" destId="{99D46667-3E33-49F0-87A4-0D1E11632799}" srcOrd="4" destOrd="0" presId="urn:microsoft.com/office/officeart/2005/8/layout/vList2"/>
    <dgm:cxn modelId="{6046E7F7-5A3F-4D09-B4B4-D2F00301C8E1}" type="presParOf" srcId="{F1C8B3EF-72B1-4492-9A48-93FC1A72C87D}" destId="{8F99F236-1FFC-45D4-9694-11775F364BB7}" srcOrd="5" destOrd="0" presId="urn:microsoft.com/office/officeart/2005/8/layout/vList2"/>
    <dgm:cxn modelId="{49DD6B4E-7BDC-4D97-8935-D86ADDE1B158}" type="presParOf" srcId="{F1C8B3EF-72B1-4492-9A48-93FC1A72C87D}" destId="{3182DDAD-EEC1-4749-B883-9982E9D864DA}" srcOrd="6" destOrd="0" presId="urn:microsoft.com/office/officeart/2005/8/layout/vList2"/>
    <dgm:cxn modelId="{5D6C5D93-2754-4C76-8D6E-4FFA345829FB}" type="presParOf" srcId="{F1C8B3EF-72B1-4492-9A48-93FC1A72C87D}" destId="{8139CC73-C597-4EE9-A1AE-39BACBAC4341}" srcOrd="7" destOrd="0" presId="urn:microsoft.com/office/officeart/2005/8/layout/vList2"/>
    <dgm:cxn modelId="{27556843-D587-4829-9E17-E704AF9177F6}" type="presParOf" srcId="{F1C8B3EF-72B1-4492-9A48-93FC1A72C87D}" destId="{F63C00BD-B4AB-4BB2-BDDD-69A81334F95D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069DF44-0D90-42FB-B099-C7B4903E2199}">
      <dgm:prSet phldr="0"/>
      <dgm:spPr>
        <a:noFill/>
      </dgm:spPr>
      <dgm:t>
        <a:bodyPr/>
        <a:lstStyle/>
        <a:p>
          <a:pPr algn="l" rtl="0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A.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Disparition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pouls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axillaire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.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CC565C16-9ED4-4709-86C9-58A4FEDD06B3}" type="parTrans" cxnId="{50C353C3-2DE2-45C2-8FAB-237F6AFD4728}">
      <dgm:prSet/>
      <dgm:spPr/>
      <dgm:t>
        <a:bodyPr/>
        <a:lstStyle/>
        <a:p>
          <a:endParaRPr lang="fr-FR"/>
        </a:p>
      </dgm:t>
    </dgm:pt>
    <dgm:pt modelId="{02DE5FDE-3C05-4A04-B2D3-765E3ECAAF25}" type="sibTrans" cxnId="{50C353C3-2DE2-45C2-8FAB-237F6AFD4728}">
      <dgm:prSet/>
      <dgm:spPr/>
      <dgm:t>
        <a:bodyPr/>
        <a:lstStyle/>
        <a:p>
          <a:endParaRPr lang="fr-FR"/>
        </a:p>
      </dgm:t>
    </dgm:pt>
    <dgm:pt modelId="{00542592-557C-462D-A3E7-BABA96618EE4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B.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Disparition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pouls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ulnaire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.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B58CD648-6818-4D25-9D36-5F925C83864C}" type="parTrans" cxnId="{57CF856A-11DD-4975-AB09-0CDDCB41046A}">
      <dgm:prSet/>
      <dgm:spPr/>
      <dgm:t>
        <a:bodyPr/>
        <a:lstStyle/>
        <a:p>
          <a:endParaRPr lang="fr-FR"/>
        </a:p>
      </dgm:t>
    </dgm:pt>
    <dgm:pt modelId="{C3EFC3FC-2E65-4C2D-B235-B61064AA3684}" type="sibTrans" cxnId="{57CF856A-11DD-4975-AB09-0CDDCB41046A}">
      <dgm:prSet/>
      <dgm:spPr/>
      <dgm:t>
        <a:bodyPr/>
        <a:lstStyle/>
        <a:p>
          <a:endParaRPr lang="fr-FR"/>
        </a:p>
      </dgm:t>
    </dgm:pt>
    <dgm:pt modelId="{C8D3E368-A8F3-4503-B9AA-75764BB2CAEB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C.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Disparition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pouls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radiale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.</a:t>
          </a:r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 </a:t>
          </a:r>
          <a:endParaRPr lang="en-US" dirty="0">
            <a:solidFill>
              <a:schemeClr val="tx1"/>
            </a:solidFill>
          </a:endParaRPr>
        </a:p>
      </dgm:t>
    </dgm:pt>
    <dgm:pt modelId="{84153AC4-6753-45B4-9DC9-D82395963B23}" type="parTrans" cxnId="{5214CAF4-8FD5-4BAE-86BA-643316DC5317}">
      <dgm:prSet/>
      <dgm:spPr/>
      <dgm:t>
        <a:bodyPr/>
        <a:lstStyle/>
        <a:p>
          <a:endParaRPr lang="fr-FR"/>
        </a:p>
      </dgm:t>
    </dgm:pt>
    <dgm:pt modelId="{428E0DF5-5DA2-410E-9A01-5F5FA671C70D}" type="sibTrans" cxnId="{5214CAF4-8FD5-4BAE-86BA-643316DC5317}">
      <dgm:prSet/>
      <dgm:spPr/>
      <dgm:t>
        <a:bodyPr/>
        <a:lstStyle/>
        <a:p>
          <a:endParaRPr lang="fr-FR"/>
        </a:p>
      </dgm:t>
    </dgm:pt>
    <dgm:pt modelId="{FEBEBDE4-E1DF-4485-BA1F-B43C14DC4CA2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D. 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Une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ischémie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l’avant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bras et de la main.</a:t>
          </a:r>
          <a:r>
            <a:rPr lang="en-US" dirty="0">
              <a:solidFill>
                <a:schemeClr val="tx1"/>
              </a:solidFill>
              <a:latin typeface="Times New Roman"/>
              <a:cs typeface="Times New Roman"/>
            </a:rPr>
            <a:t> </a:t>
          </a:r>
          <a:endParaRPr lang="en-US" dirty="0">
            <a:solidFill>
              <a:schemeClr val="tx1"/>
            </a:solidFill>
          </a:endParaRPr>
        </a:p>
      </dgm:t>
    </dgm:pt>
    <dgm:pt modelId="{E29B348F-DD7D-4A0F-9583-CD3E60975775}" type="parTrans" cxnId="{AB25C838-E1A7-4E62-B38A-4F58AE060417}">
      <dgm:prSet/>
      <dgm:spPr/>
      <dgm:t>
        <a:bodyPr/>
        <a:lstStyle/>
        <a:p>
          <a:endParaRPr lang="fr-FR"/>
        </a:p>
      </dgm:t>
    </dgm:pt>
    <dgm:pt modelId="{9DEFA584-B949-4CB3-AAC2-BBE2493E39F5}" type="sibTrans" cxnId="{AB25C838-E1A7-4E62-B38A-4F58AE060417}">
      <dgm:prSet/>
      <dgm:spPr/>
      <dgm:t>
        <a:bodyPr/>
        <a:lstStyle/>
        <a:p>
          <a:endParaRPr lang="fr-FR"/>
        </a:p>
      </dgm:t>
    </dgm:pt>
    <dgm:pt modelId="{C95662BE-0779-4F8D-B615-85CEF9AC79F5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E. 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Une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ischémie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 bras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EA348230-F751-4EC4-9B1C-0A311528A663}" type="parTrans" cxnId="{B2D37E72-9288-4FCB-BC55-28D86E65C473}">
      <dgm:prSet/>
      <dgm:spPr/>
      <dgm:t>
        <a:bodyPr/>
        <a:lstStyle/>
        <a:p>
          <a:endParaRPr lang="fr-FR"/>
        </a:p>
      </dgm:t>
    </dgm:pt>
    <dgm:pt modelId="{475796A9-08EE-4737-9411-BE153535719F}" type="sibTrans" cxnId="{B2D37E72-9288-4FCB-BC55-28D86E65C473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13ECC08-8B66-4045-87CE-B56B2F3AE685}" type="pres">
      <dgm:prSet presAssocID="{6069DF44-0D90-42FB-B099-C7B4903E219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3680266-62CA-40B0-9FFA-EDD9E24B75F5}" type="pres">
      <dgm:prSet presAssocID="{02DE5FDE-3C05-4A04-B2D3-765E3ECAAF25}" presName="spacer" presStyleCnt="0"/>
      <dgm:spPr/>
    </dgm:pt>
    <dgm:pt modelId="{A8F064CB-F4FD-4354-BB4C-12B2FF1A5963}" type="pres">
      <dgm:prSet presAssocID="{00542592-557C-462D-A3E7-BABA96618EE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63EE85-6A58-40A5-B253-A131CD7353E4}" type="pres">
      <dgm:prSet presAssocID="{C3EFC3FC-2E65-4C2D-B235-B61064AA3684}" presName="spacer" presStyleCnt="0"/>
      <dgm:spPr/>
    </dgm:pt>
    <dgm:pt modelId="{99D46667-3E33-49F0-87A4-0D1E11632799}" type="pres">
      <dgm:prSet presAssocID="{C8D3E368-A8F3-4503-B9AA-75764BB2CAEB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F99F236-1FFC-45D4-9694-11775F364BB7}" type="pres">
      <dgm:prSet presAssocID="{428E0DF5-5DA2-410E-9A01-5F5FA671C70D}" presName="spacer" presStyleCnt="0"/>
      <dgm:spPr/>
    </dgm:pt>
    <dgm:pt modelId="{3182DDAD-EEC1-4749-B883-9982E9D864DA}" type="pres">
      <dgm:prSet presAssocID="{FEBEBDE4-E1DF-4485-BA1F-B43C14DC4CA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39CC73-C597-4EE9-A1AE-39BACBAC4341}" type="pres">
      <dgm:prSet presAssocID="{9DEFA584-B949-4CB3-AAC2-BBE2493E39F5}" presName="spacer" presStyleCnt="0"/>
      <dgm:spPr/>
    </dgm:pt>
    <dgm:pt modelId="{F63C00BD-B4AB-4BB2-BDDD-69A81334F95D}" type="pres">
      <dgm:prSet presAssocID="{C95662BE-0779-4F8D-B615-85CEF9AC79F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214CAF4-8FD5-4BAE-86BA-643316DC5317}" srcId="{F758A695-F9F3-4BC9-9690-484C0F73DB2D}" destId="{C8D3E368-A8F3-4503-B9AA-75764BB2CAEB}" srcOrd="2" destOrd="0" parTransId="{84153AC4-6753-45B4-9DC9-D82395963B23}" sibTransId="{428E0DF5-5DA2-410E-9A01-5F5FA671C70D}"/>
    <dgm:cxn modelId="{57CF856A-11DD-4975-AB09-0CDDCB41046A}" srcId="{F758A695-F9F3-4BC9-9690-484C0F73DB2D}" destId="{00542592-557C-462D-A3E7-BABA96618EE4}" srcOrd="1" destOrd="0" parTransId="{B58CD648-6818-4D25-9D36-5F925C83864C}" sibTransId="{C3EFC3FC-2E65-4C2D-B235-B61064AA3684}"/>
    <dgm:cxn modelId="{28191035-1FDB-4DBB-9C33-37B362EDA7C7}" type="presOf" srcId="{F758A695-F9F3-4BC9-9690-484C0F73DB2D}" destId="{F1C8B3EF-72B1-4492-9A48-93FC1A72C87D}" srcOrd="0" destOrd="0" presId="urn:microsoft.com/office/officeart/2005/8/layout/vList2"/>
    <dgm:cxn modelId="{372B4937-446C-421B-AC73-A0C9F8AB9D6C}" type="presOf" srcId="{C95662BE-0779-4F8D-B615-85CEF9AC79F5}" destId="{F63C00BD-B4AB-4BB2-BDDD-69A81334F95D}" srcOrd="0" destOrd="0" presId="urn:microsoft.com/office/officeart/2005/8/layout/vList2"/>
    <dgm:cxn modelId="{AE05748A-7CD4-4E17-B472-53C8DD4CEBAE}" type="presOf" srcId="{FEBEBDE4-E1DF-4485-BA1F-B43C14DC4CA2}" destId="{3182DDAD-EEC1-4749-B883-9982E9D864DA}" srcOrd="0" destOrd="0" presId="urn:microsoft.com/office/officeart/2005/8/layout/vList2"/>
    <dgm:cxn modelId="{AEFF8756-A04A-48F9-90C1-7D7A91153C83}" type="presOf" srcId="{6069DF44-0D90-42FB-B099-C7B4903E2199}" destId="{A13ECC08-8B66-4045-87CE-B56B2F3AE685}" srcOrd="0" destOrd="0" presId="urn:microsoft.com/office/officeart/2005/8/layout/vList2"/>
    <dgm:cxn modelId="{50C353C3-2DE2-45C2-8FAB-237F6AFD4728}" srcId="{F758A695-F9F3-4BC9-9690-484C0F73DB2D}" destId="{6069DF44-0D90-42FB-B099-C7B4903E2199}" srcOrd="0" destOrd="0" parTransId="{CC565C16-9ED4-4709-86C9-58A4FEDD06B3}" sibTransId="{02DE5FDE-3C05-4A04-B2D3-765E3ECAAF25}"/>
    <dgm:cxn modelId="{77E1C321-4264-47FC-95E3-EC6A52FE6036}" type="presOf" srcId="{C8D3E368-A8F3-4503-B9AA-75764BB2CAEB}" destId="{99D46667-3E33-49F0-87A4-0D1E11632799}" srcOrd="0" destOrd="0" presId="urn:microsoft.com/office/officeart/2005/8/layout/vList2"/>
    <dgm:cxn modelId="{AB25C838-E1A7-4E62-B38A-4F58AE060417}" srcId="{F758A695-F9F3-4BC9-9690-484C0F73DB2D}" destId="{FEBEBDE4-E1DF-4485-BA1F-B43C14DC4CA2}" srcOrd="3" destOrd="0" parTransId="{E29B348F-DD7D-4A0F-9583-CD3E60975775}" sibTransId="{9DEFA584-B949-4CB3-AAC2-BBE2493E39F5}"/>
    <dgm:cxn modelId="{C3DC91B4-17FE-4960-A808-2FEA743F0A6A}" type="presOf" srcId="{00542592-557C-462D-A3E7-BABA96618EE4}" destId="{A8F064CB-F4FD-4354-BB4C-12B2FF1A5963}" srcOrd="0" destOrd="0" presId="urn:microsoft.com/office/officeart/2005/8/layout/vList2"/>
    <dgm:cxn modelId="{B2D37E72-9288-4FCB-BC55-28D86E65C473}" srcId="{F758A695-F9F3-4BC9-9690-484C0F73DB2D}" destId="{C95662BE-0779-4F8D-B615-85CEF9AC79F5}" srcOrd="4" destOrd="0" parTransId="{EA348230-F751-4EC4-9B1C-0A311528A663}" sibTransId="{475796A9-08EE-4737-9411-BE153535719F}"/>
    <dgm:cxn modelId="{B13F2A2D-50AB-4AA5-932F-81F99AD8FBCB}" type="presParOf" srcId="{F1C8B3EF-72B1-4492-9A48-93FC1A72C87D}" destId="{A13ECC08-8B66-4045-87CE-B56B2F3AE685}" srcOrd="0" destOrd="0" presId="urn:microsoft.com/office/officeart/2005/8/layout/vList2"/>
    <dgm:cxn modelId="{CD23DDEC-C516-4139-A40C-433F425BF47F}" type="presParOf" srcId="{F1C8B3EF-72B1-4492-9A48-93FC1A72C87D}" destId="{F3680266-62CA-40B0-9FFA-EDD9E24B75F5}" srcOrd="1" destOrd="0" presId="urn:microsoft.com/office/officeart/2005/8/layout/vList2"/>
    <dgm:cxn modelId="{3D534095-6DFD-4F59-B885-1B8C323159B5}" type="presParOf" srcId="{F1C8B3EF-72B1-4492-9A48-93FC1A72C87D}" destId="{A8F064CB-F4FD-4354-BB4C-12B2FF1A5963}" srcOrd="2" destOrd="0" presId="urn:microsoft.com/office/officeart/2005/8/layout/vList2"/>
    <dgm:cxn modelId="{49A7E153-DCEB-4721-941E-C619F8D8DC45}" type="presParOf" srcId="{F1C8B3EF-72B1-4492-9A48-93FC1A72C87D}" destId="{FC63EE85-6A58-40A5-B253-A131CD7353E4}" srcOrd="3" destOrd="0" presId="urn:microsoft.com/office/officeart/2005/8/layout/vList2"/>
    <dgm:cxn modelId="{BA804877-FA31-46E8-9A0A-1B0209F57492}" type="presParOf" srcId="{F1C8B3EF-72B1-4492-9A48-93FC1A72C87D}" destId="{99D46667-3E33-49F0-87A4-0D1E11632799}" srcOrd="4" destOrd="0" presId="urn:microsoft.com/office/officeart/2005/8/layout/vList2"/>
    <dgm:cxn modelId="{8347FA65-5EAB-48D9-9933-4B878964CCFF}" type="presParOf" srcId="{F1C8B3EF-72B1-4492-9A48-93FC1A72C87D}" destId="{8F99F236-1FFC-45D4-9694-11775F364BB7}" srcOrd="5" destOrd="0" presId="urn:microsoft.com/office/officeart/2005/8/layout/vList2"/>
    <dgm:cxn modelId="{1C79A7DD-21D2-4A51-A548-FD7B31E3C62C}" type="presParOf" srcId="{F1C8B3EF-72B1-4492-9A48-93FC1A72C87D}" destId="{3182DDAD-EEC1-4749-B883-9982E9D864DA}" srcOrd="6" destOrd="0" presId="urn:microsoft.com/office/officeart/2005/8/layout/vList2"/>
    <dgm:cxn modelId="{DB08DCC9-6295-4442-B1A4-F94878B40A3C}" type="presParOf" srcId="{F1C8B3EF-72B1-4492-9A48-93FC1A72C87D}" destId="{8139CC73-C597-4EE9-A1AE-39BACBAC4341}" srcOrd="7" destOrd="0" presId="urn:microsoft.com/office/officeart/2005/8/layout/vList2"/>
    <dgm:cxn modelId="{EE788EF1-C433-4FC0-B548-966686DEDB20}" type="presParOf" srcId="{F1C8B3EF-72B1-4492-9A48-93FC1A72C87D}" destId="{F63C00BD-B4AB-4BB2-BDDD-69A81334F95D}" srcOrd="8" destOrd="0" presId="urn:microsoft.com/office/officeart/2005/8/layout/vList2"/>
  </dgm:cxnLst>
  <dgm:bg/>
  <dgm:whole/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069DF44-0D90-42FB-B099-C7B4903E2199}">
      <dgm:prSet phldr="0"/>
      <dgm:spPr>
        <a:noFill/>
      </dgm:spPr>
      <dgm:t>
        <a:bodyPr/>
        <a:lstStyle/>
        <a:p>
          <a:pPr algn="l" rtl="0"/>
          <a:r>
            <a:rPr lang="fr-CA" dirty="0" smtClean="0">
              <a:solidFill>
                <a:schemeClr val="tx1"/>
              </a:solidFill>
            </a:rPr>
            <a:t>A- Tous les pouls sont absents aux deux membres inférieurs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CC565C16-9ED4-4709-86C9-58A4FEDD06B3}" type="parTrans" cxnId="{50C353C3-2DE2-45C2-8FAB-237F6AFD4728}">
      <dgm:prSet/>
      <dgm:spPr/>
      <dgm:t>
        <a:bodyPr/>
        <a:lstStyle/>
        <a:p>
          <a:endParaRPr lang="fr-FR"/>
        </a:p>
      </dgm:t>
    </dgm:pt>
    <dgm:pt modelId="{02DE5FDE-3C05-4A04-B2D3-765E3ECAAF25}" type="sibTrans" cxnId="{50C353C3-2DE2-45C2-8FAB-237F6AFD4728}">
      <dgm:prSet/>
      <dgm:spPr/>
      <dgm:t>
        <a:bodyPr/>
        <a:lstStyle/>
        <a:p>
          <a:endParaRPr lang="fr-FR"/>
        </a:p>
      </dgm:t>
    </dgm:pt>
    <dgm:pt modelId="{00542592-557C-462D-A3E7-BABA96618EE4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B- Les signes cutanés peuvent remonter à la racine des deux cuisses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B58CD648-6818-4D25-9D36-5F925C83864C}" type="parTrans" cxnId="{57CF856A-11DD-4975-AB09-0CDDCB41046A}">
      <dgm:prSet/>
      <dgm:spPr/>
      <dgm:t>
        <a:bodyPr/>
        <a:lstStyle/>
        <a:p>
          <a:endParaRPr lang="fr-FR"/>
        </a:p>
      </dgm:t>
    </dgm:pt>
    <dgm:pt modelId="{C3EFC3FC-2E65-4C2D-B235-B61064AA3684}" type="sibTrans" cxnId="{57CF856A-11DD-4975-AB09-0CDDCB41046A}">
      <dgm:prSet/>
      <dgm:spPr/>
      <dgm:t>
        <a:bodyPr/>
        <a:lstStyle/>
        <a:p>
          <a:endParaRPr lang="fr-FR"/>
        </a:p>
      </dgm:t>
    </dgm:pt>
    <dgm:pt modelId="{C8D3E368-A8F3-4503-B9AA-75764BB2CAEB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C- Les signes neveux apparaissent précocement </a:t>
          </a:r>
          <a:endParaRPr lang="en-US" dirty="0">
            <a:solidFill>
              <a:schemeClr val="tx1"/>
            </a:solidFill>
          </a:endParaRPr>
        </a:p>
      </dgm:t>
    </dgm:pt>
    <dgm:pt modelId="{84153AC4-6753-45B4-9DC9-D82395963B23}" type="parTrans" cxnId="{5214CAF4-8FD5-4BAE-86BA-643316DC5317}">
      <dgm:prSet/>
      <dgm:spPr/>
      <dgm:t>
        <a:bodyPr/>
        <a:lstStyle/>
        <a:p>
          <a:endParaRPr lang="fr-FR"/>
        </a:p>
      </dgm:t>
    </dgm:pt>
    <dgm:pt modelId="{428E0DF5-5DA2-410E-9A01-5F5FA671C70D}" type="sibTrans" cxnId="{5214CAF4-8FD5-4BAE-86BA-643316DC5317}">
      <dgm:prSet/>
      <dgm:spPr/>
      <dgm:t>
        <a:bodyPr/>
        <a:lstStyle/>
        <a:p>
          <a:endParaRPr lang="fr-FR"/>
        </a:p>
      </dgm:t>
    </dgm:pt>
    <dgm:pt modelId="{FEBEBDE4-E1DF-4485-BA1F-B43C14DC4CA2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D- La douleur est localisée dans la région fessière </a:t>
          </a:r>
          <a:endParaRPr lang="en-US" dirty="0">
            <a:solidFill>
              <a:schemeClr val="tx1"/>
            </a:solidFill>
          </a:endParaRPr>
        </a:p>
      </dgm:t>
    </dgm:pt>
    <dgm:pt modelId="{E29B348F-DD7D-4A0F-9583-CD3E60975775}" type="parTrans" cxnId="{AB25C838-E1A7-4E62-B38A-4F58AE060417}">
      <dgm:prSet/>
      <dgm:spPr/>
      <dgm:t>
        <a:bodyPr/>
        <a:lstStyle/>
        <a:p>
          <a:endParaRPr lang="fr-FR"/>
        </a:p>
      </dgm:t>
    </dgm:pt>
    <dgm:pt modelId="{9DEFA584-B949-4CB3-AAC2-BBE2493E39F5}" type="sibTrans" cxnId="{AB25C838-E1A7-4E62-B38A-4F58AE060417}">
      <dgm:prSet/>
      <dgm:spPr/>
      <dgm:t>
        <a:bodyPr/>
        <a:lstStyle/>
        <a:p>
          <a:endParaRPr lang="fr-FR"/>
        </a:p>
      </dgm:t>
    </dgm:pt>
    <dgm:pt modelId="{C95662BE-0779-4F8D-B615-85CEF9AC79F5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E- Une paraplégie et des troubles sphinctériens peuvent être au premier plan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EA348230-F751-4EC4-9B1C-0A311528A663}" type="parTrans" cxnId="{B2D37E72-9288-4FCB-BC55-28D86E65C473}">
      <dgm:prSet/>
      <dgm:spPr/>
      <dgm:t>
        <a:bodyPr/>
        <a:lstStyle/>
        <a:p>
          <a:endParaRPr lang="fr-FR"/>
        </a:p>
      </dgm:t>
    </dgm:pt>
    <dgm:pt modelId="{475796A9-08EE-4737-9411-BE153535719F}" type="sibTrans" cxnId="{B2D37E72-9288-4FCB-BC55-28D86E65C473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13ECC08-8B66-4045-87CE-B56B2F3AE685}" type="pres">
      <dgm:prSet presAssocID="{6069DF44-0D90-42FB-B099-C7B4903E219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3680266-62CA-40B0-9FFA-EDD9E24B75F5}" type="pres">
      <dgm:prSet presAssocID="{02DE5FDE-3C05-4A04-B2D3-765E3ECAAF25}" presName="spacer" presStyleCnt="0"/>
      <dgm:spPr/>
    </dgm:pt>
    <dgm:pt modelId="{A8F064CB-F4FD-4354-BB4C-12B2FF1A5963}" type="pres">
      <dgm:prSet presAssocID="{00542592-557C-462D-A3E7-BABA96618EE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63EE85-6A58-40A5-B253-A131CD7353E4}" type="pres">
      <dgm:prSet presAssocID="{C3EFC3FC-2E65-4C2D-B235-B61064AA3684}" presName="spacer" presStyleCnt="0"/>
      <dgm:spPr/>
    </dgm:pt>
    <dgm:pt modelId="{99D46667-3E33-49F0-87A4-0D1E11632799}" type="pres">
      <dgm:prSet presAssocID="{C8D3E368-A8F3-4503-B9AA-75764BB2CAEB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F99F236-1FFC-45D4-9694-11775F364BB7}" type="pres">
      <dgm:prSet presAssocID="{428E0DF5-5DA2-410E-9A01-5F5FA671C70D}" presName="spacer" presStyleCnt="0"/>
      <dgm:spPr/>
    </dgm:pt>
    <dgm:pt modelId="{3182DDAD-EEC1-4749-B883-9982E9D864DA}" type="pres">
      <dgm:prSet presAssocID="{FEBEBDE4-E1DF-4485-BA1F-B43C14DC4CA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39CC73-C597-4EE9-A1AE-39BACBAC4341}" type="pres">
      <dgm:prSet presAssocID="{9DEFA584-B949-4CB3-AAC2-BBE2493E39F5}" presName="spacer" presStyleCnt="0"/>
      <dgm:spPr/>
    </dgm:pt>
    <dgm:pt modelId="{F63C00BD-B4AB-4BB2-BDDD-69A81334F95D}" type="pres">
      <dgm:prSet presAssocID="{C95662BE-0779-4F8D-B615-85CEF9AC79F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214CAF4-8FD5-4BAE-86BA-643316DC5317}" srcId="{F758A695-F9F3-4BC9-9690-484C0F73DB2D}" destId="{C8D3E368-A8F3-4503-B9AA-75764BB2CAEB}" srcOrd="2" destOrd="0" parTransId="{84153AC4-6753-45B4-9DC9-D82395963B23}" sibTransId="{428E0DF5-5DA2-410E-9A01-5F5FA671C70D}"/>
    <dgm:cxn modelId="{73790FE1-BA03-44D4-91F4-59D470B181B4}" type="presOf" srcId="{FEBEBDE4-E1DF-4485-BA1F-B43C14DC4CA2}" destId="{3182DDAD-EEC1-4749-B883-9982E9D864DA}" srcOrd="0" destOrd="0" presId="urn:microsoft.com/office/officeart/2005/8/layout/vList2"/>
    <dgm:cxn modelId="{57CF856A-11DD-4975-AB09-0CDDCB41046A}" srcId="{F758A695-F9F3-4BC9-9690-484C0F73DB2D}" destId="{00542592-557C-462D-A3E7-BABA96618EE4}" srcOrd="1" destOrd="0" parTransId="{B58CD648-6818-4D25-9D36-5F925C83864C}" sibTransId="{C3EFC3FC-2E65-4C2D-B235-B61064AA3684}"/>
    <dgm:cxn modelId="{790A3382-8C6B-44D4-A496-02E8881F2BB2}" type="presOf" srcId="{6069DF44-0D90-42FB-B099-C7B4903E2199}" destId="{A13ECC08-8B66-4045-87CE-B56B2F3AE685}" srcOrd="0" destOrd="0" presId="urn:microsoft.com/office/officeart/2005/8/layout/vList2"/>
    <dgm:cxn modelId="{C2E8CF87-7C22-4DBB-B527-9B7783EF8ED7}" type="presOf" srcId="{00542592-557C-462D-A3E7-BABA96618EE4}" destId="{A8F064CB-F4FD-4354-BB4C-12B2FF1A5963}" srcOrd="0" destOrd="0" presId="urn:microsoft.com/office/officeart/2005/8/layout/vList2"/>
    <dgm:cxn modelId="{50C353C3-2DE2-45C2-8FAB-237F6AFD4728}" srcId="{F758A695-F9F3-4BC9-9690-484C0F73DB2D}" destId="{6069DF44-0D90-42FB-B099-C7B4903E2199}" srcOrd="0" destOrd="0" parTransId="{CC565C16-9ED4-4709-86C9-58A4FEDD06B3}" sibTransId="{02DE5FDE-3C05-4A04-B2D3-765E3ECAAF25}"/>
    <dgm:cxn modelId="{354E3713-DF9C-425A-BA12-0BABD295F8E7}" type="presOf" srcId="{C95662BE-0779-4F8D-B615-85CEF9AC79F5}" destId="{F63C00BD-B4AB-4BB2-BDDD-69A81334F95D}" srcOrd="0" destOrd="0" presId="urn:microsoft.com/office/officeart/2005/8/layout/vList2"/>
    <dgm:cxn modelId="{AB25C838-E1A7-4E62-B38A-4F58AE060417}" srcId="{F758A695-F9F3-4BC9-9690-484C0F73DB2D}" destId="{FEBEBDE4-E1DF-4485-BA1F-B43C14DC4CA2}" srcOrd="3" destOrd="0" parTransId="{E29B348F-DD7D-4A0F-9583-CD3E60975775}" sibTransId="{9DEFA584-B949-4CB3-AAC2-BBE2493E39F5}"/>
    <dgm:cxn modelId="{A83C53EC-72CE-4A5C-8C1A-53AB40F02ED1}" type="presOf" srcId="{F758A695-F9F3-4BC9-9690-484C0F73DB2D}" destId="{F1C8B3EF-72B1-4492-9A48-93FC1A72C87D}" srcOrd="0" destOrd="0" presId="urn:microsoft.com/office/officeart/2005/8/layout/vList2"/>
    <dgm:cxn modelId="{E081910A-F4C9-4C51-9C5D-D94EE0D78999}" type="presOf" srcId="{C8D3E368-A8F3-4503-B9AA-75764BB2CAEB}" destId="{99D46667-3E33-49F0-87A4-0D1E11632799}" srcOrd="0" destOrd="0" presId="urn:microsoft.com/office/officeart/2005/8/layout/vList2"/>
    <dgm:cxn modelId="{B2D37E72-9288-4FCB-BC55-28D86E65C473}" srcId="{F758A695-F9F3-4BC9-9690-484C0F73DB2D}" destId="{C95662BE-0779-4F8D-B615-85CEF9AC79F5}" srcOrd="4" destOrd="0" parTransId="{EA348230-F751-4EC4-9B1C-0A311528A663}" sibTransId="{475796A9-08EE-4737-9411-BE153535719F}"/>
    <dgm:cxn modelId="{CB267F0E-1B96-43CB-A04B-31D3C9DFF6DB}" type="presParOf" srcId="{F1C8B3EF-72B1-4492-9A48-93FC1A72C87D}" destId="{A13ECC08-8B66-4045-87CE-B56B2F3AE685}" srcOrd="0" destOrd="0" presId="urn:microsoft.com/office/officeart/2005/8/layout/vList2"/>
    <dgm:cxn modelId="{776A9116-7E5F-4256-BE0C-B27667D3DF48}" type="presParOf" srcId="{F1C8B3EF-72B1-4492-9A48-93FC1A72C87D}" destId="{F3680266-62CA-40B0-9FFA-EDD9E24B75F5}" srcOrd="1" destOrd="0" presId="urn:microsoft.com/office/officeart/2005/8/layout/vList2"/>
    <dgm:cxn modelId="{B36111B0-CFF7-4F35-974B-348A398ADE79}" type="presParOf" srcId="{F1C8B3EF-72B1-4492-9A48-93FC1A72C87D}" destId="{A8F064CB-F4FD-4354-BB4C-12B2FF1A5963}" srcOrd="2" destOrd="0" presId="urn:microsoft.com/office/officeart/2005/8/layout/vList2"/>
    <dgm:cxn modelId="{A34B3506-3C35-498F-B10D-BC3A6B4D80FC}" type="presParOf" srcId="{F1C8B3EF-72B1-4492-9A48-93FC1A72C87D}" destId="{FC63EE85-6A58-40A5-B253-A131CD7353E4}" srcOrd="3" destOrd="0" presId="urn:microsoft.com/office/officeart/2005/8/layout/vList2"/>
    <dgm:cxn modelId="{57173F0A-1808-4127-9709-AC400C1AB995}" type="presParOf" srcId="{F1C8B3EF-72B1-4492-9A48-93FC1A72C87D}" destId="{99D46667-3E33-49F0-87A4-0D1E11632799}" srcOrd="4" destOrd="0" presId="urn:microsoft.com/office/officeart/2005/8/layout/vList2"/>
    <dgm:cxn modelId="{0592EC45-6965-457A-BF98-1BABC7D49F1B}" type="presParOf" srcId="{F1C8B3EF-72B1-4492-9A48-93FC1A72C87D}" destId="{8F99F236-1FFC-45D4-9694-11775F364BB7}" srcOrd="5" destOrd="0" presId="urn:microsoft.com/office/officeart/2005/8/layout/vList2"/>
    <dgm:cxn modelId="{28793C35-BB9F-4120-9496-A5815005DA54}" type="presParOf" srcId="{F1C8B3EF-72B1-4492-9A48-93FC1A72C87D}" destId="{3182DDAD-EEC1-4749-B883-9982E9D864DA}" srcOrd="6" destOrd="0" presId="urn:microsoft.com/office/officeart/2005/8/layout/vList2"/>
    <dgm:cxn modelId="{D88C87B6-0E56-41BF-9C90-6E7E26256845}" type="presParOf" srcId="{F1C8B3EF-72B1-4492-9A48-93FC1A72C87D}" destId="{8139CC73-C597-4EE9-A1AE-39BACBAC4341}" srcOrd="7" destOrd="0" presId="urn:microsoft.com/office/officeart/2005/8/layout/vList2"/>
    <dgm:cxn modelId="{74A94F5B-41A9-4F3B-83B6-E4ED0EA29D8F}" type="presParOf" srcId="{F1C8B3EF-72B1-4492-9A48-93FC1A72C87D}" destId="{F63C00BD-B4AB-4BB2-BDDD-69A81334F95D}" srcOrd="8" destOrd="0" presId="urn:microsoft.com/office/officeart/2005/8/layout/vList2"/>
  </dgm:cxnLst>
  <dgm:bg/>
  <dgm:whole/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069DF44-0D90-42FB-B099-C7B4903E2199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CA" dirty="0" smtClean="0">
              <a:solidFill>
                <a:schemeClr val="tx1"/>
              </a:solidFill>
            </a:rPr>
            <a:t>A- Tous les pouls sont absents aux deux membres inférieurs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CC565C16-9ED4-4709-86C9-58A4FEDD06B3}" type="parTrans" cxnId="{50C353C3-2DE2-45C2-8FAB-237F6AFD4728}">
      <dgm:prSet/>
      <dgm:spPr/>
      <dgm:t>
        <a:bodyPr/>
        <a:lstStyle/>
        <a:p>
          <a:endParaRPr lang="fr-FR"/>
        </a:p>
      </dgm:t>
    </dgm:pt>
    <dgm:pt modelId="{02DE5FDE-3C05-4A04-B2D3-765E3ECAAF25}" type="sibTrans" cxnId="{50C353C3-2DE2-45C2-8FAB-237F6AFD4728}">
      <dgm:prSet/>
      <dgm:spPr/>
      <dgm:t>
        <a:bodyPr/>
        <a:lstStyle/>
        <a:p>
          <a:endParaRPr lang="fr-FR"/>
        </a:p>
      </dgm:t>
    </dgm:pt>
    <dgm:pt modelId="{00542592-557C-462D-A3E7-BABA96618EE4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B- Les signes cutanés peuvent remonter à la racine des deux cuisses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B58CD648-6818-4D25-9D36-5F925C83864C}" type="parTrans" cxnId="{57CF856A-11DD-4975-AB09-0CDDCB41046A}">
      <dgm:prSet/>
      <dgm:spPr/>
      <dgm:t>
        <a:bodyPr/>
        <a:lstStyle/>
        <a:p>
          <a:endParaRPr lang="fr-FR"/>
        </a:p>
      </dgm:t>
    </dgm:pt>
    <dgm:pt modelId="{C3EFC3FC-2E65-4C2D-B235-B61064AA3684}" type="sibTrans" cxnId="{57CF856A-11DD-4975-AB09-0CDDCB41046A}">
      <dgm:prSet/>
      <dgm:spPr/>
      <dgm:t>
        <a:bodyPr/>
        <a:lstStyle/>
        <a:p>
          <a:endParaRPr lang="fr-FR"/>
        </a:p>
      </dgm:t>
    </dgm:pt>
    <dgm:pt modelId="{C8D3E368-A8F3-4503-B9AA-75764BB2CAEB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C- Les signes neveux apparaissent précocement </a:t>
          </a:r>
          <a:endParaRPr lang="en-US" dirty="0">
            <a:solidFill>
              <a:schemeClr val="tx1"/>
            </a:solidFill>
          </a:endParaRPr>
        </a:p>
      </dgm:t>
    </dgm:pt>
    <dgm:pt modelId="{84153AC4-6753-45B4-9DC9-D82395963B23}" type="parTrans" cxnId="{5214CAF4-8FD5-4BAE-86BA-643316DC5317}">
      <dgm:prSet/>
      <dgm:spPr/>
      <dgm:t>
        <a:bodyPr/>
        <a:lstStyle/>
        <a:p>
          <a:endParaRPr lang="fr-FR"/>
        </a:p>
      </dgm:t>
    </dgm:pt>
    <dgm:pt modelId="{428E0DF5-5DA2-410E-9A01-5F5FA671C70D}" type="sibTrans" cxnId="{5214CAF4-8FD5-4BAE-86BA-643316DC5317}">
      <dgm:prSet/>
      <dgm:spPr/>
      <dgm:t>
        <a:bodyPr/>
        <a:lstStyle/>
        <a:p>
          <a:endParaRPr lang="fr-FR"/>
        </a:p>
      </dgm:t>
    </dgm:pt>
    <dgm:pt modelId="{FEBEBDE4-E1DF-4485-BA1F-B43C14DC4CA2}">
      <dgm:prSet phldr="0"/>
      <dgm:spPr>
        <a:noFill/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D- La douleur est localisée dans la région fessière </a:t>
          </a:r>
          <a:endParaRPr lang="en-US" dirty="0">
            <a:solidFill>
              <a:schemeClr val="tx1"/>
            </a:solidFill>
          </a:endParaRPr>
        </a:p>
      </dgm:t>
    </dgm:pt>
    <dgm:pt modelId="{E29B348F-DD7D-4A0F-9583-CD3E60975775}" type="parTrans" cxnId="{AB25C838-E1A7-4E62-B38A-4F58AE060417}">
      <dgm:prSet/>
      <dgm:spPr/>
      <dgm:t>
        <a:bodyPr/>
        <a:lstStyle/>
        <a:p>
          <a:endParaRPr lang="fr-FR"/>
        </a:p>
      </dgm:t>
    </dgm:pt>
    <dgm:pt modelId="{9DEFA584-B949-4CB3-AAC2-BBE2493E39F5}" type="sibTrans" cxnId="{AB25C838-E1A7-4E62-B38A-4F58AE060417}">
      <dgm:prSet/>
      <dgm:spPr/>
      <dgm:t>
        <a:bodyPr/>
        <a:lstStyle/>
        <a:p>
          <a:endParaRPr lang="fr-FR"/>
        </a:p>
      </dgm:t>
    </dgm:pt>
    <dgm:pt modelId="{C95662BE-0779-4F8D-B615-85CEF9AC79F5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CA" dirty="0" smtClean="0">
              <a:solidFill>
                <a:schemeClr val="tx1"/>
              </a:solidFill>
            </a:rPr>
            <a:t>E- Une paraplégie et des troubles sphinctériens peuvent être au premier plan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EA348230-F751-4EC4-9B1C-0A311528A663}" type="parTrans" cxnId="{B2D37E72-9288-4FCB-BC55-28D86E65C473}">
      <dgm:prSet/>
      <dgm:spPr/>
      <dgm:t>
        <a:bodyPr/>
        <a:lstStyle/>
        <a:p>
          <a:endParaRPr lang="fr-FR"/>
        </a:p>
      </dgm:t>
    </dgm:pt>
    <dgm:pt modelId="{475796A9-08EE-4737-9411-BE153535719F}" type="sibTrans" cxnId="{B2D37E72-9288-4FCB-BC55-28D86E65C473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13ECC08-8B66-4045-87CE-B56B2F3AE685}" type="pres">
      <dgm:prSet presAssocID="{6069DF44-0D90-42FB-B099-C7B4903E219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3680266-62CA-40B0-9FFA-EDD9E24B75F5}" type="pres">
      <dgm:prSet presAssocID="{02DE5FDE-3C05-4A04-B2D3-765E3ECAAF25}" presName="spacer" presStyleCnt="0"/>
      <dgm:spPr/>
    </dgm:pt>
    <dgm:pt modelId="{A8F064CB-F4FD-4354-BB4C-12B2FF1A5963}" type="pres">
      <dgm:prSet presAssocID="{00542592-557C-462D-A3E7-BABA96618EE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63EE85-6A58-40A5-B253-A131CD7353E4}" type="pres">
      <dgm:prSet presAssocID="{C3EFC3FC-2E65-4C2D-B235-B61064AA3684}" presName="spacer" presStyleCnt="0"/>
      <dgm:spPr/>
    </dgm:pt>
    <dgm:pt modelId="{99D46667-3E33-49F0-87A4-0D1E11632799}" type="pres">
      <dgm:prSet presAssocID="{C8D3E368-A8F3-4503-B9AA-75764BB2CAEB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F99F236-1FFC-45D4-9694-11775F364BB7}" type="pres">
      <dgm:prSet presAssocID="{428E0DF5-5DA2-410E-9A01-5F5FA671C70D}" presName="spacer" presStyleCnt="0"/>
      <dgm:spPr/>
    </dgm:pt>
    <dgm:pt modelId="{3182DDAD-EEC1-4749-B883-9982E9D864DA}" type="pres">
      <dgm:prSet presAssocID="{FEBEBDE4-E1DF-4485-BA1F-B43C14DC4CA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39CC73-C597-4EE9-A1AE-39BACBAC4341}" type="pres">
      <dgm:prSet presAssocID="{9DEFA584-B949-4CB3-AAC2-BBE2493E39F5}" presName="spacer" presStyleCnt="0"/>
      <dgm:spPr/>
    </dgm:pt>
    <dgm:pt modelId="{F63C00BD-B4AB-4BB2-BDDD-69A81334F95D}" type="pres">
      <dgm:prSet presAssocID="{C95662BE-0779-4F8D-B615-85CEF9AC79F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214CAF4-8FD5-4BAE-86BA-643316DC5317}" srcId="{F758A695-F9F3-4BC9-9690-484C0F73DB2D}" destId="{C8D3E368-A8F3-4503-B9AA-75764BB2CAEB}" srcOrd="2" destOrd="0" parTransId="{84153AC4-6753-45B4-9DC9-D82395963B23}" sibTransId="{428E0DF5-5DA2-410E-9A01-5F5FA671C70D}"/>
    <dgm:cxn modelId="{0ACAD734-7BC2-49F0-AE8F-2E86598920B2}" type="presOf" srcId="{C8D3E368-A8F3-4503-B9AA-75764BB2CAEB}" destId="{99D46667-3E33-49F0-87A4-0D1E11632799}" srcOrd="0" destOrd="0" presId="urn:microsoft.com/office/officeart/2005/8/layout/vList2"/>
    <dgm:cxn modelId="{57CF856A-11DD-4975-AB09-0CDDCB41046A}" srcId="{F758A695-F9F3-4BC9-9690-484C0F73DB2D}" destId="{00542592-557C-462D-A3E7-BABA96618EE4}" srcOrd="1" destOrd="0" parTransId="{B58CD648-6818-4D25-9D36-5F925C83864C}" sibTransId="{C3EFC3FC-2E65-4C2D-B235-B61064AA3684}"/>
    <dgm:cxn modelId="{7CE03F28-FC24-4796-9176-4AB95ED0F14C}" type="presOf" srcId="{FEBEBDE4-E1DF-4485-BA1F-B43C14DC4CA2}" destId="{3182DDAD-EEC1-4749-B883-9982E9D864DA}" srcOrd="0" destOrd="0" presId="urn:microsoft.com/office/officeart/2005/8/layout/vList2"/>
    <dgm:cxn modelId="{5E3EA954-EA2F-4B1B-923D-77893AC90E43}" type="presOf" srcId="{6069DF44-0D90-42FB-B099-C7B4903E2199}" destId="{A13ECC08-8B66-4045-87CE-B56B2F3AE685}" srcOrd="0" destOrd="0" presId="urn:microsoft.com/office/officeart/2005/8/layout/vList2"/>
    <dgm:cxn modelId="{70B46DD5-AF75-4EED-8407-C6D5CE96D6E2}" type="presOf" srcId="{C95662BE-0779-4F8D-B615-85CEF9AC79F5}" destId="{F63C00BD-B4AB-4BB2-BDDD-69A81334F95D}" srcOrd="0" destOrd="0" presId="urn:microsoft.com/office/officeart/2005/8/layout/vList2"/>
    <dgm:cxn modelId="{1D7A8C37-4122-43C8-AA90-4A2FDAD25439}" type="presOf" srcId="{00542592-557C-462D-A3E7-BABA96618EE4}" destId="{A8F064CB-F4FD-4354-BB4C-12B2FF1A5963}" srcOrd="0" destOrd="0" presId="urn:microsoft.com/office/officeart/2005/8/layout/vList2"/>
    <dgm:cxn modelId="{50C353C3-2DE2-45C2-8FAB-237F6AFD4728}" srcId="{F758A695-F9F3-4BC9-9690-484C0F73DB2D}" destId="{6069DF44-0D90-42FB-B099-C7B4903E2199}" srcOrd="0" destOrd="0" parTransId="{CC565C16-9ED4-4709-86C9-58A4FEDD06B3}" sibTransId="{02DE5FDE-3C05-4A04-B2D3-765E3ECAAF25}"/>
    <dgm:cxn modelId="{02FE7666-D4AE-426E-B110-07C608F4A357}" type="presOf" srcId="{F758A695-F9F3-4BC9-9690-484C0F73DB2D}" destId="{F1C8B3EF-72B1-4492-9A48-93FC1A72C87D}" srcOrd="0" destOrd="0" presId="urn:microsoft.com/office/officeart/2005/8/layout/vList2"/>
    <dgm:cxn modelId="{AB25C838-E1A7-4E62-B38A-4F58AE060417}" srcId="{F758A695-F9F3-4BC9-9690-484C0F73DB2D}" destId="{FEBEBDE4-E1DF-4485-BA1F-B43C14DC4CA2}" srcOrd="3" destOrd="0" parTransId="{E29B348F-DD7D-4A0F-9583-CD3E60975775}" sibTransId="{9DEFA584-B949-4CB3-AAC2-BBE2493E39F5}"/>
    <dgm:cxn modelId="{B2D37E72-9288-4FCB-BC55-28D86E65C473}" srcId="{F758A695-F9F3-4BC9-9690-484C0F73DB2D}" destId="{C95662BE-0779-4F8D-B615-85CEF9AC79F5}" srcOrd="4" destOrd="0" parTransId="{EA348230-F751-4EC4-9B1C-0A311528A663}" sibTransId="{475796A9-08EE-4737-9411-BE153535719F}"/>
    <dgm:cxn modelId="{63FA362C-BAF6-4BAD-902B-3B94D2345E14}" type="presParOf" srcId="{F1C8B3EF-72B1-4492-9A48-93FC1A72C87D}" destId="{A13ECC08-8B66-4045-87CE-B56B2F3AE685}" srcOrd="0" destOrd="0" presId="urn:microsoft.com/office/officeart/2005/8/layout/vList2"/>
    <dgm:cxn modelId="{C16C0527-0F98-480C-A7D6-9A10D5B477AF}" type="presParOf" srcId="{F1C8B3EF-72B1-4492-9A48-93FC1A72C87D}" destId="{F3680266-62CA-40B0-9FFA-EDD9E24B75F5}" srcOrd="1" destOrd="0" presId="urn:microsoft.com/office/officeart/2005/8/layout/vList2"/>
    <dgm:cxn modelId="{34720B96-02CE-432A-96FA-A59AE1A0B22D}" type="presParOf" srcId="{F1C8B3EF-72B1-4492-9A48-93FC1A72C87D}" destId="{A8F064CB-F4FD-4354-BB4C-12B2FF1A5963}" srcOrd="2" destOrd="0" presId="urn:microsoft.com/office/officeart/2005/8/layout/vList2"/>
    <dgm:cxn modelId="{F17E07DA-50E2-4EBF-B768-78F7DB16EB7A}" type="presParOf" srcId="{F1C8B3EF-72B1-4492-9A48-93FC1A72C87D}" destId="{FC63EE85-6A58-40A5-B253-A131CD7353E4}" srcOrd="3" destOrd="0" presId="urn:microsoft.com/office/officeart/2005/8/layout/vList2"/>
    <dgm:cxn modelId="{01B95132-8FE0-4BB5-8883-4DC861F583F9}" type="presParOf" srcId="{F1C8B3EF-72B1-4492-9A48-93FC1A72C87D}" destId="{99D46667-3E33-49F0-87A4-0D1E11632799}" srcOrd="4" destOrd="0" presId="urn:microsoft.com/office/officeart/2005/8/layout/vList2"/>
    <dgm:cxn modelId="{34B0758E-72A2-4660-80B7-BFE08E7EF411}" type="presParOf" srcId="{F1C8B3EF-72B1-4492-9A48-93FC1A72C87D}" destId="{8F99F236-1FFC-45D4-9694-11775F364BB7}" srcOrd="5" destOrd="0" presId="urn:microsoft.com/office/officeart/2005/8/layout/vList2"/>
    <dgm:cxn modelId="{C6D49CB9-71E4-4481-866A-BB5D828CDB16}" type="presParOf" srcId="{F1C8B3EF-72B1-4492-9A48-93FC1A72C87D}" destId="{3182DDAD-EEC1-4749-B883-9982E9D864DA}" srcOrd="6" destOrd="0" presId="urn:microsoft.com/office/officeart/2005/8/layout/vList2"/>
    <dgm:cxn modelId="{E1C6D30E-52F2-45CD-B8BA-794C9DE5823F}" type="presParOf" srcId="{F1C8B3EF-72B1-4492-9A48-93FC1A72C87D}" destId="{8139CC73-C597-4EE9-A1AE-39BACBAC4341}" srcOrd="7" destOrd="0" presId="urn:microsoft.com/office/officeart/2005/8/layout/vList2"/>
    <dgm:cxn modelId="{523BC6DB-4D0F-46F3-BE0A-EF926C515989}" type="presParOf" srcId="{F1C8B3EF-72B1-4492-9A48-93FC1A72C87D}" destId="{F63C00BD-B4AB-4BB2-BDDD-69A81334F95D}" srcOrd="8" destOrd="0" presId="urn:microsoft.com/office/officeart/2005/8/layout/vList2"/>
  </dgm:cxnLst>
  <dgm:bg/>
  <dgm:whole/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E4A3B37B-583A-40EC-83E9-84F91E1C1205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96B66A05-AEDD-45D4-BE95-30E4B7AEE680}">
      <dgm:prSet phldrT="[Texte]" phldr="0"/>
      <dgm:spPr/>
      <dgm:t>
        <a:bodyPr/>
        <a:lstStyle/>
        <a:p>
          <a:pPr algn="ctr"/>
          <a:r>
            <a:rPr lang="fr-FR" dirty="0">
              <a:solidFill>
                <a:srgbClr val="FF0000"/>
              </a:solidFill>
              <a:latin typeface="Calibri Light" panose="020F0302020204030204"/>
            </a:rPr>
            <a:t>P</a:t>
          </a:r>
          <a:r>
            <a:rPr lang="fr-FR" dirty="0">
              <a:latin typeface="Calibri Light" panose="020F0302020204030204"/>
            </a:rPr>
            <a:t>ain</a:t>
          </a:r>
          <a:endParaRPr lang="fr-FR" dirty="0"/>
        </a:p>
      </dgm:t>
    </dgm:pt>
    <dgm:pt modelId="{8077671F-2B76-4E8B-91BC-0FE3132784BC}" type="parTrans" cxnId="{A4E8B8D4-2AB8-4B16-95FA-D804A2619B1C}">
      <dgm:prSet/>
      <dgm:spPr/>
      <dgm:t>
        <a:bodyPr/>
        <a:lstStyle/>
        <a:p>
          <a:endParaRPr lang="fr-FR"/>
        </a:p>
      </dgm:t>
    </dgm:pt>
    <dgm:pt modelId="{7EDCD465-334D-41BA-89C7-DA74BD0349D9}" type="sibTrans" cxnId="{A4E8B8D4-2AB8-4B16-95FA-D804A2619B1C}">
      <dgm:prSet/>
      <dgm:spPr/>
      <dgm:t>
        <a:bodyPr/>
        <a:lstStyle/>
        <a:p>
          <a:endParaRPr lang="fr-FR"/>
        </a:p>
      </dgm:t>
    </dgm:pt>
    <dgm:pt modelId="{FCE44FC4-120D-4443-9AC4-4095D6ADDC42}">
      <dgm:prSet phldrT="[Texte]" phldr="0"/>
      <dgm:spPr/>
      <dgm:t>
        <a:bodyPr/>
        <a:lstStyle/>
        <a:p>
          <a:pPr algn="ctr"/>
          <a:r>
            <a:rPr lang="fr-FR" dirty="0" err="1" smtClean="0">
              <a:solidFill>
                <a:srgbClr val="FF0000"/>
              </a:solidFill>
              <a:latin typeface="Calibri Light" panose="020F0302020204030204"/>
            </a:rPr>
            <a:t>P</a:t>
          </a:r>
          <a:r>
            <a:rPr lang="fr-FR" dirty="0" err="1" smtClean="0">
              <a:latin typeface="Calibri Light" panose="020F0302020204030204"/>
            </a:rPr>
            <a:t>aralysis</a:t>
          </a:r>
          <a:endParaRPr lang="fr-FR" dirty="0"/>
        </a:p>
      </dgm:t>
    </dgm:pt>
    <dgm:pt modelId="{C3689AE2-6C39-4B21-8E02-420F1EA8CF50}" type="parTrans" cxnId="{308B7D8D-78C8-4E88-904D-D6C7BC433969}">
      <dgm:prSet/>
      <dgm:spPr/>
      <dgm:t>
        <a:bodyPr/>
        <a:lstStyle/>
        <a:p>
          <a:endParaRPr lang="fr-FR"/>
        </a:p>
      </dgm:t>
    </dgm:pt>
    <dgm:pt modelId="{AB37F87C-C334-4150-A0D1-659BF351783D}" type="sibTrans" cxnId="{308B7D8D-78C8-4E88-904D-D6C7BC433969}">
      <dgm:prSet/>
      <dgm:spPr/>
      <dgm:t>
        <a:bodyPr/>
        <a:lstStyle/>
        <a:p>
          <a:endParaRPr lang="fr-FR"/>
        </a:p>
      </dgm:t>
    </dgm:pt>
    <dgm:pt modelId="{EEE82484-4E10-4D69-8B40-93F29C6E14FA}">
      <dgm:prSet phldr="0"/>
      <dgm:spPr/>
      <dgm:t>
        <a:bodyPr/>
        <a:lstStyle/>
        <a:p>
          <a:pPr algn="ctr" rtl="0"/>
          <a:r>
            <a:rPr lang="fr-FR" dirty="0" err="1">
              <a:solidFill>
                <a:srgbClr val="FF0000"/>
              </a:solidFill>
              <a:latin typeface="Calibri Light" panose="020F0302020204030204"/>
            </a:rPr>
            <a:t>P</a:t>
          </a:r>
          <a:r>
            <a:rPr lang="fr-FR" dirty="0" err="1">
              <a:latin typeface="Calibri Light" panose="020F0302020204030204"/>
            </a:rPr>
            <a:t>allor</a:t>
          </a:r>
          <a:endParaRPr lang="fr-FR" dirty="0">
            <a:latin typeface="Calibri Light" panose="020F0302020204030204"/>
          </a:endParaRPr>
        </a:p>
      </dgm:t>
    </dgm:pt>
    <dgm:pt modelId="{682C7B48-F67F-4414-9F34-16F24C2DCA52}" type="parTrans" cxnId="{34CDBCD3-21F3-49B8-B080-B70E6D44CC87}">
      <dgm:prSet/>
      <dgm:spPr/>
      <dgm:t>
        <a:bodyPr/>
        <a:lstStyle/>
        <a:p>
          <a:endParaRPr lang="fr-FR"/>
        </a:p>
      </dgm:t>
    </dgm:pt>
    <dgm:pt modelId="{1EBC77F5-5519-4073-84D2-18B9757FB637}" type="sibTrans" cxnId="{34CDBCD3-21F3-49B8-B080-B70E6D44CC87}">
      <dgm:prSet/>
      <dgm:spPr/>
      <dgm:t>
        <a:bodyPr/>
        <a:lstStyle/>
        <a:p>
          <a:endParaRPr lang="fr-FR"/>
        </a:p>
      </dgm:t>
    </dgm:pt>
    <dgm:pt modelId="{500EAD6C-CAF0-49AD-AEB7-FE2E3F1C412E}">
      <dgm:prSet phldr="0"/>
      <dgm:spPr/>
      <dgm:t>
        <a:bodyPr/>
        <a:lstStyle/>
        <a:p>
          <a:pPr algn="ctr" rtl="0"/>
          <a:r>
            <a:rPr lang="fr-FR" dirty="0" err="1">
              <a:solidFill>
                <a:srgbClr val="FF0000"/>
              </a:solidFill>
              <a:latin typeface="Calibri Light" panose="020F0302020204030204"/>
            </a:rPr>
            <a:t>P</a:t>
          </a:r>
          <a:r>
            <a:rPr lang="fr-FR" dirty="0" err="1">
              <a:latin typeface="Calibri Light" panose="020F0302020204030204"/>
            </a:rPr>
            <a:t>ulseless</a:t>
          </a:r>
          <a:endParaRPr lang="fr-FR" dirty="0">
            <a:latin typeface="Calibri Light" panose="020F0302020204030204"/>
          </a:endParaRPr>
        </a:p>
      </dgm:t>
    </dgm:pt>
    <dgm:pt modelId="{26E2E60C-4203-4452-94B0-1C0309E0EE0C}" type="parTrans" cxnId="{D20946ED-8C95-4538-BD2D-98147E9FADCF}">
      <dgm:prSet/>
      <dgm:spPr/>
      <dgm:t>
        <a:bodyPr/>
        <a:lstStyle/>
        <a:p>
          <a:endParaRPr lang="fr-FR"/>
        </a:p>
      </dgm:t>
    </dgm:pt>
    <dgm:pt modelId="{46CF56DC-DAAC-4657-BC3A-AEA974F5277E}" type="sibTrans" cxnId="{D20946ED-8C95-4538-BD2D-98147E9FADCF}">
      <dgm:prSet/>
      <dgm:spPr/>
      <dgm:t>
        <a:bodyPr/>
        <a:lstStyle/>
        <a:p>
          <a:endParaRPr lang="fr-FR"/>
        </a:p>
      </dgm:t>
    </dgm:pt>
    <dgm:pt modelId="{2DEA4AF8-2479-4A0C-A873-523192A4D5A7}">
      <dgm:prSet phldr="0"/>
      <dgm:spPr/>
      <dgm:t>
        <a:bodyPr/>
        <a:lstStyle/>
        <a:p>
          <a:pPr algn="ctr" rtl="0"/>
          <a:r>
            <a:rPr lang="fr-FR" dirty="0" err="1">
              <a:solidFill>
                <a:srgbClr val="FF0000"/>
              </a:solidFill>
              <a:latin typeface="Calibri Light" panose="020F0302020204030204"/>
            </a:rPr>
            <a:t>P</a:t>
          </a:r>
          <a:r>
            <a:rPr lang="fr-FR" dirty="0" err="1">
              <a:latin typeface="Calibri Light" panose="020F0302020204030204"/>
            </a:rPr>
            <a:t>arasthesia</a:t>
          </a:r>
          <a:endParaRPr lang="fr-FR" dirty="0">
            <a:latin typeface="Calibri Light" panose="020F0302020204030204"/>
          </a:endParaRPr>
        </a:p>
      </dgm:t>
    </dgm:pt>
    <dgm:pt modelId="{8E9339E3-3EB8-4492-B439-C37864391AAC}" type="parTrans" cxnId="{DFE0C2AF-15D0-4244-8096-1CC3B6BD3039}">
      <dgm:prSet/>
      <dgm:spPr/>
      <dgm:t>
        <a:bodyPr/>
        <a:lstStyle/>
        <a:p>
          <a:endParaRPr lang="fr-FR"/>
        </a:p>
      </dgm:t>
    </dgm:pt>
    <dgm:pt modelId="{96FCF17E-6965-4602-BAF2-3E1517F66C57}" type="sibTrans" cxnId="{DFE0C2AF-15D0-4244-8096-1CC3B6BD3039}">
      <dgm:prSet/>
      <dgm:spPr/>
      <dgm:t>
        <a:bodyPr/>
        <a:lstStyle/>
        <a:p>
          <a:endParaRPr lang="fr-FR"/>
        </a:p>
      </dgm:t>
    </dgm:pt>
    <dgm:pt modelId="{8142C33F-3C1A-40CE-A711-594EF0FB5654}" type="pres">
      <dgm:prSet presAssocID="{E4A3B37B-583A-40EC-83E9-84F91E1C120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1C94B251-41AF-4C63-AF3C-62559A9B1786}" type="pres">
      <dgm:prSet presAssocID="{96B66A05-AEDD-45D4-BE95-30E4B7AEE680}" presName="parentText" presStyleLbl="node1" presStyleIdx="0" presStyleCnt="5" custLinFactNeighborX="-964" custLinFactNeighborY="2833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1B8EF91-CABD-4814-A5CA-F2636E735821}" type="pres">
      <dgm:prSet presAssocID="{7EDCD465-334D-41BA-89C7-DA74BD0349D9}" presName="spacer" presStyleCnt="0"/>
      <dgm:spPr/>
    </dgm:pt>
    <dgm:pt modelId="{F337CA8B-9F21-4E0A-B8A8-25912D706DD0}" type="pres">
      <dgm:prSet presAssocID="{EEE82484-4E10-4D69-8B40-93F29C6E14FA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8E451F8-17E9-4073-AF71-226F5A335C41}" type="pres">
      <dgm:prSet presAssocID="{1EBC77F5-5519-4073-84D2-18B9757FB637}" presName="spacer" presStyleCnt="0"/>
      <dgm:spPr/>
    </dgm:pt>
    <dgm:pt modelId="{F0B72182-997D-4F8B-913D-1B61673CD6A8}" type="pres">
      <dgm:prSet presAssocID="{500EAD6C-CAF0-49AD-AEB7-FE2E3F1C412E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7327722-4833-431B-B14F-252E1D8FCA80}" type="pres">
      <dgm:prSet presAssocID="{46CF56DC-DAAC-4657-BC3A-AEA974F5277E}" presName="spacer" presStyleCnt="0"/>
      <dgm:spPr/>
    </dgm:pt>
    <dgm:pt modelId="{60A98FE0-2175-4458-AB01-75FDD9BA8ECE}" type="pres">
      <dgm:prSet presAssocID="{2DEA4AF8-2479-4A0C-A873-523192A4D5A7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07C063B-0D5E-4D87-AC35-B5AADE4A5DE4}" type="pres">
      <dgm:prSet presAssocID="{96FCF17E-6965-4602-BAF2-3E1517F66C57}" presName="spacer" presStyleCnt="0"/>
      <dgm:spPr/>
    </dgm:pt>
    <dgm:pt modelId="{C3BE7B55-4149-4C62-A181-AF99653FC8B9}" type="pres">
      <dgm:prSet presAssocID="{FCE44FC4-120D-4443-9AC4-4095D6ADDC42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E954AB09-3FB7-43C4-9A5A-E00DB2488DC2}" type="presOf" srcId="{FCE44FC4-120D-4443-9AC4-4095D6ADDC42}" destId="{C3BE7B55-4149-4C62-A181-AF99653FC8B9}" srcOrd="0" destOrd="0" presId="urn:microsoft.com/office/officeart/2005/8/layout/vList2"/>
    <dgm:cxn modelId="{A66271BC-177E-4B8A-A2D8-72FEDA277546}" type="presOf" srcId="{2DEA4AF8-2479-4A0C-A873-523192A4D5A7}" destId="{60A98FE0-2175-4458-AB01-75FDD9BA8ECE}" srcOrd="0" destOrd="0" presId="urn:microsoft.com/office/officeart/2005/8/layout/vList2"/>
    <dgm:cxn modelId="{ED2BD113-0C18-411F-A670-3F4D5923D0C7}" type="presOf" srcId="{500EAD6C-CAF0-49AD-AEB7-FE2E3F1C412E}" destId="{F0B72182-997D-4F8B-913D-1B61673CD6A8}" srcOrd="0" destOrd="0" presId="urn:microsoft.com/office/officeart/2005/8/layout/vList2"/>
    <dgm:cxn modelId="{308B7D8D-78C8-4E88-904D-D6C7BC433969}" srcId="{E4A3B37B-583A-40EC-83E9-84F91E1C1205}" destId="{FCE44FC4-120D-4443-9AC4-4095D6ADDC42}" srcOrd="4" destOrd="0" parTransId="{C3689AE2-6C39-4B21-8E02-420F1EA8CF50}" sibTransId="{AB37F87C-C334-4150-A0D1-659BF351783D}"/>
    <dgm:cxn modelId="{DFE0C2AF-15D0-4244-8096-1CC3B6BD3039}" srcId="{E4A3B37B-583A-40EC-83E9-84F91E1C1205}" destId="{2DEA4AF8-2479-4A0C-A873-523192A4D5A7}" srcOrd="3" destOrd="0" parTransId="{8E9339E3-3EB8-4492-B439-C37864391AAC}" sibTransId="{96FCF17E-6965-4602-BAF2-3E1517F66C57}"/>
    <dgm:cxn modelId="{D20946ED-8C95-4538-BD2D-98147E9FADCF}" srcId="{E4A3B37B-583A-40EC-83E9-84F91E1C1205}" destId="{500EAD6C-CAF0-49AD-AEB7-FE2E3F1C412E}" srcOrd="2" destOrd="0" parTransId="{26E2E60C-4203-4452-94B0-1C0309E0EE0C}" sibTransId="{46CF56DC-DAAC-4657-BC3A-AEA974F5277E}"/>
    <dgm:cxn modelId="{A4E8B8D4-2AB8-4B16-95FA-D804A2619B1C}" srcId="{E4A3B37B-583A-40EC-83E9-84F91E1C1205}" destId="{96B66A05-AEDD-45D4-BE95-30E4B7AEE680}" srcOrd="0" destOrd="0" parTransId="{8077671F-2B76-4E8B-91BC-0FE3132784BC}" sibTransId="{7EDCD465-334D-41BA-89C7-DA74BD0349D9}"/>
    <dgm:cxn modelId="{E74B54D1-F0FE-46F1-B5D1-FD7B4B06C217}" type="presOf" srcId="{EEE82484-4E10-4D69-8B40-93F29C6E14FA}" destId="{F337CA8B-9F21-4E0A-B8A8-25912D706DD0}" srcOrd="0" destOrd="0" presId="urn:microsoft.com/office/officeart/2005/8/layout/vList2"/>
    <dgm:cxn modelId="{60F80E5D-7390-4A2C-ADD8-DA795075CC75}" type="presOf" srcId="{96B66A05-AEDD-45D4-BE95-30E4B7AEE680}" destId="{1C94B251-41AF-4C63-AF3C-62559A9B1786}" srcOrd="0" destOrd="0" presId="urn:microsoft.com/office/officeart/2005/8/layout/vList2"/>
    <dgm:cxn modelId="{936F901B-175B-4B77-A00A-9C5795CDE5C4}" type="presOf" srcId="{E4A3B37B-583A-40EC-83E9-84F91E1C1205}" destId="{8142C33F-3C1A-40CE-A711-594EF0FB5654}" srcOrd="0" destOrd="0" presId="urn:microsoft.com/office/officeart/2005/8/layout/vList2"/>
    <dgm:cxn modelId="{34CDBCD3-21F3-49B8-B080-B70E6D44CC87}" srcId="{E4A3B37B-583A-40EC-83E9-84F91E1C1205}" destId="{EEE82484-4E10-4D69-8B40-93F29C6E14FA}" srcOrd="1" destOrd="0" parTransId="{682C7B48-F67F-4414-9F34-16F24C2DCA52}" sibTransId="{1EBC77F5-5519-4073-84D2-18B9757FB637}"/>
    <dgm:cxn modelId="{B485DD79-5FAE-4F62-BBC9-A5FC428783F4}" type="presParOf" srcId="{8142C33F-3C1A-40CE-A711-594EF0FB5654}" destId="{1C94B251-41AF-4C63-AF3C-62559A9B1786}" srcOrd="0" destOrd="0" presId="urn:microsoft.com/office/officeart/2005/8/layout/vList2"/>
    <dgm:cxn modelId="{B689A0E9-24F8-4023-B9C0-19466FE64055}" type="presParOf" srcId="{8142C33F-3C1A-40CE-A711-594EF0FB5654}" destId="{61B8EF91-CABD-4814-A5CA-F2636E735821}" srcOrd="1" destOrd="0" presId="urn:microsoft.com/office/officeart/2005/8/layout/vList2"/>
    <dgm:cxn modelId="{46F5A9C6-5B9B-4A1F-9AE0-85E810467F22}" type="presParOf" srcId="{8142C33F-3C1A-40CE-A711-594EF0FB5654}" destId="{F337CA8B-9F21-4E0A-B8A8-25912D706DD0}" srcOrd="2" destOrd="0" presId="urn:microsoft.com/office/officeart/2005/8/layout/vList2"/>
    <dgm:cxn modelId="{B5B410C3-97FF-4D82-B9D3-5B926CE7E6D7}" type="presParOf" srcId="{8142C33F-3C1A-40CE-A711-594EF0FB5654}" destId="{E8E451F8-17E9-4073-AF71-226F5A335C41}" srcOrd="3" destOrd="0" presId="urn:microsoft.com/office/officeart/2005/8/layout/vList2"/>
    <dgm:cxn modelId="{5DEE1498-07F1-412C-BDAB-1E28BD6E7534}" type="presParOf" srcId="{8142C33F-3C1A-40CE-A711-594EF0FB5654}" destId="{F0B72182-997D-4F8B-913D-1B61673CD6A8}" srcOrd="4" destOrd="0" presId="urn:microsoft.com/office/officeart/2005/8/layout/vList2"/>
    <dgm:cxn modelId="{791F6DED-3143-4153-8F7F-E7C1AA24C634}" type="presParOf" srcId="{8142C33F-3C1A-40CE-A711-594EF0FB5654}" destId="{67327722-4833-431B-B14F-252E1D8FCA80}" srcOrd="5" destOrd="0" presId="urn:microsoft.com/office/officeart/2005/8/layout/vList2"/>
    <dgm:cxn modelId="{D98795D3-C513-4BF8-8B24-2B53F7A3E23A}" type="presParOf" srcId="{8142C33F-3C1A-40CE-A711-594EF0FB5654}" destId="{60A98FE0-2175-4458-AB01-75FDD9BA8ECE}" srcOrd="6" destOrd="0" presId="urn:microsoft.com/office/officeart/2005/8/layout/vList2"/>
    <dgm:cxn modelId="{D545FE35-236F-4C05-AD9F-E9AC46E1DF9B}" type="presParOf" srcId="{8142C33F-3C1A-40CE-A711-594EF0FB5654}" destId="{F07C063B-0D5E-4D87-AC35-B5AADE4A5DE4}" srcOrd="7" destOrd="0" presId="urn:microsoft.com/office/officeart/2005/8/layout/vList2"/>
    <dgm:cxn modelId="{AD73FD78-926F-489C-A523-F482A8A68BF6}" type="presParOf" srcId="{8142C33F-3C1A-40CE-A711-594EF0FB5654}" destId="{C3BE7B55-4149-4C62-A181-AF99653FC8B9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Circulation collatérale bien développée </a:t>
          </a:r>
        </a:p>
      </dgm:t>
    </dgm:pt>
    <dgm:pt modelId="{685BBE08-05D6-44C6-A3D1-B48A9EF6048E}" type="parTrans" cxnId="{F65E6169-C93E-41FC-913F-32EC5A765CEB}">
      <dgm:prSet/>
      <dgm:spPr/>
    </dgm:pt>
    <dgm:pt modelId="{4AFDD863-9241-436D-83B7-00C60D695A10}" type="sibTrans" cxnId="{F65E6169-C93E-41FC-913F-32EC5A765CEB}">
      <dgm:prSet/>
      <dgm:spPr/>
    </dgm:pt>
    <dgm:pt modelId="{4DA8B8A6-BAD0-4772-AE2B-D03762F6C27D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Arrêt cupuliforme </a:t>
          </a:r>
        </a:p>
      </dgm:t>
    </dgm:pt>
    <dgm:pt modelId="{C5E7E6FF-EC90-4E8B-A3C0-D29629C2E72E}" type="parTrans" cxnId="{7E40390C-5CF9-40E8-9362-EF81F8E396C0}">
      <dgm:prSet/>
      <dgm:spPr/>
    </dgm:pt>
    <dgm:pt modelId="{FC863E8C-0B0A-4A59-AE29-6FD1B0D3DA52}" type="sibTrans" cxnId="{7E40390C-5CF9-40E8-9362-EF81F8E396C0}">
      <dgm:prSet/>
      <dgm:spPr/>
    </dgm:pt>
    <dgm:pt modelId="{F2C0576B-533D-48F1-966B-BD0A8908C4A5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</a:t>
          </a:r>
          <a:r>
            <a:rPr lang="fr-FR" dirty="0" err="1">
              <a:solidFill>
                <a:schemeClr val="tx1"/>
              </a:solidFill>
            </a:rPr>
            <a:t>Médiacalcose</a:t>
          </a:r>
          <a:r>
            <a:rPr lang="fr-FR" dirty="0">
              <a:solidFill>
                <a:schemeClr val="tx1"/>
              </a:solidFill>
            </a:rPr>
            <a:t> </a:t>
          </a:r>
        </a:p>
      </dgm:t>
    </dgm:pt>
    <dgm:pt modelId="{9D383F82-0B17-4065-8063-B8C28BA93BDB}" type="parTrans" cxnId="{041EC086-83B4-43EE-AC94-5F46CF193250}">
      <dgm:prSet/>
      <dgm:spPr/>
    </dgm:pt>
    <dgm:pt modelId="{430A25FD-866B-4073-B0F3-DDCF0DCC57D5}" type="sibTrans" cxnId="{041EC086-83B4-43EE-AC94-5F46CF193250}">
      <dgm:prSet/>
      <dgm:spPr/>
    </dgm:pt>
    <dgm:pt modelId="{20D6C8D1-637D-4A4B-AD0E-EB7D8152C226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D. Présence d'un anévrysme de l'aorte abdominale sous-rénale </a:t>
          </a:r>
        </a:p>
      </dgm:t>
    </dgm:pt>
    <dgm:pt modelId="{067FAEA6-20B2-45AF-8FC9-DB4C94347060}" type="parTrans" cxnId="{C741F8E0-BAE5-481C-AE5F-C13278322CB9}">
      <dgm:prSet/>
      <dgm:spPr/>
    </dgm:pt>
    <dgm:pt modelId="{60CDC627-5544-41DD-9BF3-5B86B0F5EF41}" type="sibTrans" cxnId="{C741F8E0-BAE5-481C-AE5F-C13278322CB9}">
      <dgm:prSet/>
      <dgm:spPr/>
    </dgm:pt>
    <dgm:pt modelId="{C2BA448D-50D6-4129-A51A-7404840AE8A9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E. Obstruction du carrefour </a:t>
          </a:r>
          <a:r>
            <a:rPr lang="fr-FR" dirty="0" err="1">
              <a:solidFill>
                <a:schemeClr val="tx1"/>
              </a:solidFill>
            </a:rPr>
            <a:t>aorto</a:t>
          </a:r>
          <a:r>
            <a:rPr lang="fr-FR" dirty="0">
              <a:solidFill>
                <a:schemeClr val="tx1"/>
              </a:solidFill>
            </a:rPr>
            <a:t>-iliaque </a:t>
          </a:r>
        </a:p>
      </dgm:t>
    </dgm:pt>
    <dgm:pt modelId="{1A232D57-69BC-417E-8DF6-225CAE109CF4}" type="parTrans" cxnId="{E62CBAF8-714D-4B20-A02D-5C1F219CB6D0}">
      <dgm:prSet/>
      <dgm:spPr/>
    </dgm:pt>
    <dgm:pt modelId="{0BFB1B30-3800-4462-845D-6C1F94AB7ACF}" type="sibTrans" cxnId="{E62CBAF8-714D-4B20-A02D-5C1F219CB6D0}">
      <dgm:prSet/>
      <dgm:spPr/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57B36A-6F26-432D-B3BA-6123631F2F55}" type="pres">
      <dgm:prSet presAssocID="{4AFDD863-9241-436D-83B7-00C60D695A10}" presName="spacer" presStyleCnt="0"/>
      <dgm:spPr/>
    </dgm:pt>
    <dgm:pt modelId="{B3F30DD9-9946-48F9-B72F-5C42B86965BA}" type="pres">
      <dgm:prSet presAssocID="{4DA8B8A6-BAD0-4772-AE2B-D03762F6C27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208337F-A15A-441C-B859-58A319EC4B70}" type="pres">
      <dgm:prSet presAssocID="{FC863E8C-0B0A-4A59-AE29-6FD1B0D3DA52}" presName="spacer" presStyleCnt="0"/>
      <dgm:spPr/>
    </dgm:pt>
    <dgm:pt modelId="{FD51D2F5-7089-4B0D-B436-3A25719671ED}" type="pres">
      <dgm:prSet presAssocID="{F2C0576B-533D-48F1-966B-BD0A8908C4A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C6342A-0D79-4623-BD4F-83F3A3D6A3A5}" type="pres">
      <dgm:prSet presAssocID="{430A25FD-866B-4073-B0F3-DDCF0DCC57D5}" presName="spacer" presStyleCnt="0"/>
      <dgm:spPr/>
    </dgm:pt>
    <dgm:pt modelId="{71F15083-E955-44F3-9377-C2B7BD45758F}" type="pres">
      <dgm:prSet presAssocID="{20D6C8D1-637D-4A4B-AD0E-EB7D8152C226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EE604F-25F5-446E-BE08-6E7DEBF6F835}" type="pres">
      <dgm:prSet presAssocID="{60CDC627-5544-41DD-9BF3-5B86B0F5EF41}" presName="spacer" presStyleCnt="0"/>
      <dgm:spPr/>
    </dgm:pt>
    <dgm:pt modelId="{3A6A2BBB-EECE-4676-8EB0-F8F1E108A45A}" type="pres">
      <dgm:prSet presAssocID="{C2BA448D-50D6-4129-A51A-7404840AE8A9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7F331D8F-9118-4AFE-9D1B-9B88044D1169}" type="presOf" srcId="{4DA8B8A6-BAD0-4772-AE2B-D03762F6C27D}" destId="{B3F30DD9-9946-48F9-B72F-5C42B86965BA}" srcOrd="0" destOrd="0" presId="urn:microsoft.com/office/officeart/2005/8/layout/vList2"/>
    <dgm:cxn modelId="{875FA447-F6D3-4939-8B53-9B5DDD3C1AA1}" type="presOf" srcId="{20D6C8D1-637D-4A4B-AD0E-EB7D8152C226}" destId="{71F15083-E955-44F3-9377-C2B7BD45758F}" srcOrd="0" destOrd="0" presId="urn:microsoft.com/office/officeart/2005/8/layout/vList2"/>
    <dgm:cxn modelId="{C741F8E0-BAE5-481C-AE5F-C13278322CB9}" srcId="{F758A695-F9F3-4BC9-9690-484C0F73DB2D}" destId="{20D6C8D1-637D-4A4B-AD0E-EB7D8152C226}" srcOrd="3" destOrd="0" parTransId="{067FAEA6-20B2-45AF-8FC9-DB4C94347060}" sibTransId="{60CDC627-5544-41DD-9BF3-5B86B0F5EF41}"/>
    <dgm:cxn modelId="{DB70C50C-9085-428B-A032-E5F1DCDE35DD}" type="presOf" srcId="{CF409C4B-41AE-49FC-BDBE-57C026BE3259}" destId="{32283D71-3931-4459-B3D9-255A7F4E4E6F}" srcOrd="0" destOrd="0" presId="urn:microsoft.com/office/officeart/2005/8/layout/vList2"/>
    <dgm:cxn modelId="{E62CBAF8-714D-4B20-A02D-5C1F219CB6D0}" srcId="{F758A695-F9F3-4BC9-9690-484C0F73DB2D}" destId="{C2BA448D-50D6-4129-A51A-7404840AE8A9}" srcOrd="4" destOrd="0" parTransId="{1A232D57-69BC-417E-8DF6-225CAE109CF4}" sibTransId="{0BFB1B30-3800-4462-845D-6C1F94AB7ACF}"/>
    <dgm:cxn modelId="{60CFBEF8-B599-4FF0-93E4-C3829130AA0C}" type="presOf" srcId="{C2BA448D-50D6-4129-A51A-7404840AE8A9}" destId="{3A6A2BBB-EECE-4676-8EB0-F8F1E108A45A}" srcOrd="0" destOrd="0" presId="urn:microsoft.com/office/officeart/2005/8/layout/vList2"/>
    <dgm:cxn modelId="{041EC086-83B4-43EE-AC94-5F46CF193250}" srcId="{F758A695-F9F3-4BC9-9690-484C0F73DB2D}" destId="{F2C0576B-533D-48F1-966B-BD0A8908C4A5}" srcOrd="2" destOrd="0" parTransId="{9D383F82-0B17-4065-8063-B8C28BA93BDB}" sibTransId="{430A25FD-866B-4073-B0F3-DDCF0DCC57D5}"/>
    <dgm:cxn modelId="{B16CD9FC-5C1D-452A-8A7E-8EAD28148B15}" type="presOf" srcId="{F2C0576B-533D-48F1-966B-BD0A8908C4A5}" destId="{FD51D2F5-7089-4B0D-B436-3A25719671ED}" srcOrd="0" destOrd="0" presId="urn:microsoft.com/office/officeart/2005/8/layout/vList2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7E40390C-5CF9-40E8-9362-EF81F8E396C0}" srcId="{F758A695-F9F3-4BC9-9690-484C0F73DB2D}" destId="{4DA8B8A6-BAD0-4772-AE2B-D03762F6C27D}" srcOrd="1" destOrd="0" parTransId="{C5E7E6FF-EC90-4E8B-A3C0-D29629C2E72E}" sibTransId="{FC863E8C-0B0A-4A59-AE29-6FD1B0D3DA52}"/>
    <dgm:cxn modelId="{2E11DCE8-DE4A-4151-8F94-630011DB5956}" type="presParOf" srcId="{F1C8B3EF-72B1-4492-9A48-93FC1A72C87D}" destId="{32283D71-3931-4459-B3D9-255A7F4E4E6F}" srcOrd="0" destOrd="0" presId="urn:microsoft.com/office/officeart/2005/8/layout/vList2"/>
    <dgm:cxn modelId="{994993B6-065C-428E-999B-EEF05971B5F4}" type="presParOf" srcId="{F1C8B3EF-72B1-4492-9A48-93FC1A72C87D}" destId="{B457B36A-6F26-432D-B3BA-6123631F2F55}" srcOrd="1" destOrd="0" presId="urn:microsoft.com/office/officeart/2005/8/layout/vList2"/>
    <dgm:cxn modelId="{2D7CC9D4-1344-4145-BCDA-73A7DF852649}" type="presParOf" srcId="{F1C8B3EF-72B1-4492-9A48-93FC1A72C87D}" destId="{B3F30DD9-9946-48F9-B72F-5C42B86965BA}" srcOrd="2" destOrd="0" presId="urn:microsoft.com/office/officeart/2005/8/layout/vList2"/>
    <dgm:cxn modelId="{A2917D65-121A-4276-8BB7-E54016E67D89}" type="presParOf" srcId="{F1C8B3EF-72B1-4492-9A48-93FC1A72C87D}" destId="{9208337F-A15A-441C-B859-58A319EC4B70}" srcOrd="3" destOrd="0" presId="urn:microsoft.com/office/officeart/2005/8/layout/vList2"/>
    <dgm:cxn modelId="{32FBDD66-AD40-425C-99FC-5FF524E1D1F3}" type="presParOf" srcId="{F1C8B3EF-72B1-4492-9A48-93FC1A72C87D}" destId="{FD51D2F5-7089-4B0D-B436-3A25719671ED}" srcOrd="4" destOrd="0" presId="urn:microsoft.com/office/officeart/2005/8/layout/vList2"/>
    <dgm:cxn modelId="{0163D4A5-3A77-4E21-95E1-4E08C6C48409}" type="presParOf" srcId="{F1C8B3EF-72B1-4492-9A48-93FC1A72C87D}" destId="{35C6342A-0D79-4623-BD4F-83F3A3D6A3A5}" srcOrd="5" destOrd="0" presId="urn:microsoft.com/office/officeart/2005/8/layout/vList2"/>
    <dgm:cxn modelId="{FCCA8515-9311-46D4-B5F9-964C3A62864D}" type="presParOf" srcId="{F1C8B3EF-72B1-4492-9A48-93FC1A72C87D}" destId="{71F15083-E955-44F3-9377-C2B7BD45758F}" srcOrd="6" destOrd="0" presId="urn:microsoft.com/office/officeart/2005/8/layout/vList2"/>
    <dgm:cxn modelId="{2C1C5F2B-FFDE-4EC7-ADA6-851C3CF9DF4C}" type="presParOf" srcId="{F1C8B3EF-72B1-4492-9A48-93FC1A72C87D}" destId="{27EE604F-25F5-446E-BE08-6E7DEBF6F835}" srcOrd="7" destOrd="0" presId="urn:microsoft.com/office/officeart/2005/8/layout/vList2"/>
    <dgm:cxn modelId="{31E2A17B-E9C4-42FC-BE34-BC575A9AA75E}" type="presParOf" srcId="{F1C8B3EF-72B1-4492-9A48-93FC1A72C87D}" destId="{3A6A2BBB-EECE-4676-8EB0-F8F1E108A45A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Circulation collatérale bien développée </a:t>
          </a:r>
        </a:p>
      </dgm:t>
    </dgm:pt>
    <dgm:pt modelId="{685BBE08-05D6-44C6-A3D1-B48A9EF6048E}" type="parTrans" cxnId="{F65E6169-C93E-41FC-913F-32EC5A765CEB}">
      <dgm:prSet/>
      <dgm:spPr/>
    </dgm:pt>
    <dgm:pt modelId="{4AFDD863-9241-436D-83B7-00C60D695A10}" type="sibTrans" cxnId="{F65E6169-C93E-41FC-913F-32EC5A765CEB}">
      <dgm:prSet/>
      <dgm:spPr/>
    </dgm:pt>
    <dgm:pt modelId="{4DA8B8A6-BAD0-4772-AE2B-D03762F6C27D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Arrêt cupuliforme </a:t>
          </a:r>
        </a:p>
      </dgm:t>
    </dgm:pt>
    <dgm:pt modelId="{C5E7E6FF-EC90-4E8B-A3C0-D29629C2E72E}" type="parTrans" cxnId="{7E40390C-5CF9-40E8-9362-EF81F8E396C0}">
      <dgm:prSet/>
      <dgm:spPr/>
    </dgm:pt>
    <dgm:pt modelId="{FC863E8C-0B0A-4A59-AE29-6FD1B0D3DA52}" type="sibTrans" cxnId="{7E40390C-5CF9-40E8-9362-EF81F8E396C0}">
      <dgm:prSet/>
      <dgm:spPr/>
    </dgm:pt>
    <dgm:pt modelId="{F2C0576B-533D-48F1-966B-BD0A8908C4A5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</a:t>
          </a:r>
          <a:r>
            <a:rPr lang="fr-FR" dirty="0" err="1">
              <a:solidFill>
                <a:schemeClr val="tx1"/>
              </a:solidFill>
            </a:rPr>
            <a:t>Médiacalcose</a:t>
          </a:r>
          <a:r>
            <a:rPr lang="fr-FR" dirty="0">
              <a:solidFill>
                <a:schemeClr val="tx1"/>
              </a:solidFill>
            </a:rPr>
            <a:t> </a:t>
          </a:r>
        </a:p>
      </dgm:t>
    </dgm:pt>
    <dgm:pt modelId="{9D383F82-0B17-4065-8063-B8C28BA93BDB}" type="parTrans" cxnId="{041EC086-83B4-43EE-AC94-5F46CF193250}">
      <dgm:prSet/>
      <dgm:spPr/>
    </dgm:pt>
    <dgm:pt modelId="{430A25FD-866B-4073-B0F3-DDCF0DCC57D5}" type="sibTrans" cxnId="{041EC086-83B4-43EE-AC94-5F46CF193250}">
      <dgm:prSet/>
      <dgm:spPr/>
    </dgm:pt>
    <dgm:pt modelId="{20D6C8D1-637D-4A4B-AD0E-EB7D8152C226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D. Présence d'un anévrysme de l'aorte abdominale sous-rénale </a:t>
          </a:r>
        </a:p>
      </dgm:t>
    </dgm:pt>
    <dgm:pt modelId="{067FAEA6-20B2-45AF-8FC9-DB4C94347060}" type="parTrans" cxnId="{C741F8E0-BAE5-481C-AE5F-C13278322CB9}">
      <dgm:prSet/>
      <dgm:spPr/>
    </dgm:pt>
    <dgm:pt modelId="{60CDC627-5544-41DD-9BF3-5B86B0F5EF41}" type="sibTrans" cxnId="{C741F8E0-BAE5-481C-AE5F-C13278322CB9}">
      <dgm:prSet/>
      <dgm:spPr/>
    </dgm:pt>
    <dgm:pt modelId="{C2BA448D-50D6-4129-A51A-7404840AE8A9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E. Obstruction du carrefour </a:t>
          </a:r>
          <a:r>
            <a:rPr lang="fr-FR" dirty="0" err="1">
              <a:solidFill>
                <a:schemeClr val="tx1"/>
              </a:solidFill>
            </a:rPr>
            <a:t>aorto</a:t>
          </a:r>
          <a:r>
            <a:rPr lang="fr-FR" dirty="0">
              <a:solidFill>
                <a:schemeClr val="tx1"/>
              </a:solidFill>
            </a:rPr>
            <a:t>-iliaque </a:t>
          </a:r>
        </a:p>
      </dgm:t>
    </dgm:pt>
    <dgm:pt modelId="{1A232D57-69BC-417E-8DF6-225CAE109CF4}" type="parTrans" cxnId="{E62CBAF8-714D-4B20-A02D-5C1F219CB6D0}">
      <dgm:prSet/>
      <dgm:spPr/>
    </dgm:pt>
    <dgm:pt modelId="{0BFB1B30-3800-4462-845D-6C1F94AB7ACF}" type="sibTrans" cxnId="{E62CBAF8-714D-4B20-A02D-5C1F219CB6D0}">
      <dgm:prSet/>
      <dgm:spPr/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457B36A-6F26-432D-B3BA-6123631F2F55}" type="pres">
      <dgm:prSet presAssocID="{4AFDD863-9241-436D-83B7-00C60D695A10}" presName="spacer" presStyleCnt="0"/>
      <dgm:spPr/>
    </dgm:pt>
    <dgm:pt modelId="{B3F30DD9-9946-48F9-B72F-5C42B86965BA}" type="pres">
      <dgm:prSet presAssocID="{4DA8B8A6-BAD0-4772-AE2B-D03762F6C27D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208337F-A15A-441C-B859-58A319EC4B70}" type="pres">
      <dgm:prSet presAssocID="{FC863E8C-0B0A-4A59-AE29-6FD1B0D3DA52}" presName="spacer" presStyleCnt="0"/>
      <dgm:spPr/>
    </dgm:pt>
    <dgm:pt modelId="{FD51D2F5-7089-4B0D-B436-3A25719671ED}" type="pres">
      <dgm:prSet presAssocID="{F2C0576B-533D-48F1-966B-BD0A8908C4A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C6342A-0D79-4623-BD4F-83F3A3D6A3A5}" type="pres">
      <dgm:prSet presAssocID="{430A25FD-866B-4073-B0F3-DDCF0DCC57D5}" presName="spacer" presStyleCnt="0"/>
      <dgm:spPr/>
    </dgm:pt>
    <dgm:pt modelId="{71F15083-E955-44F3-9377-C2B7BD45758F}" type="pres">
      <dgm:prSet presAssocID="{20D6C8D1-637D-4A4B-AD0E-EB7D8152C226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EE604F-25F5-446E-BE08-6E7DEBF6F835}" type="pres">
      <dgm:prSet presAssocID="{60CDC627-5544-41DD-9BF3-5B86B0F5EF41}" presName="spacer" presStyleCnt="0"/>
      <dgm:spPr/>
    </dgm:pt>
    <dgm:pt modelId="{3A6A2BBB-EECE-4676-8EB0-F8F1E108A45A}" type="pres">
      <dgm:prSet presAssocID="{C2BA448D-50D6-4129-A51A-7404840AE8A9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741F8E0-BAE5-481C-AE5F-C13278322CB9}" srcId="{F758A695-F9F3-4BC9-9690-484C0F73DB2D}" destId="{20D6C8D1-637D-4A4B-AD0E-EB7D8152C226}" srcOrd="3" destOrd="0" parTransId="{067FAEA6-20B2-45AF-8FC9-DB4C94347060}" sibTransId="{60CDC627-5544-41DD-9BF3-5B86B0F5EF41}"/>
    <dgm:cxn modelId="{E62CBAF8-714D-4B20-A02D-5C1F219CB6D0}" srcId="{F758A695-F9F3-4BC9-9690-484C0F73DB2D}" destId="{C2BA448D-50D6-4129-A51A-7404840AE8A9}" srcOrd="4" destOrd="0" parTransId="{1A232D57-69BC-417E-8DF6-225CAE109CF4}" sibTransId="{0BFB1B30-3800-4462-845D-6C1F94AB7ACF}"/>
    <dgm:cxn modelId="{041EC086-83B4-43EE-AC94-5F46CF193250}" srcId="{F758A695-F9F3-4BC9-9690-484C0F73DB2D}" destId="{F2C0576B-533D-48F1-966B-BD0A8908C4A5}" srcOrd="2" destOrd="0" parTransId="{9D383F82-0B17-4065-8063-B8C28BA93BDB}" sibTransId="{430A25FD-866B-4073-B0F3-DDCF0DCC57D5}"/>
    <dgm:cxn modelId="{A9168AED-4964-4D17-A9FB-F8F3FC435408}" type="presOf" srcId="{F2C0576B-533D-48F1-966B-BD0A8908C4A5}" destId="{FD51D2F5-7089-4B0D-B436-3A25719671ED}" srcOrd="0" destOrd="0" presId="urn:microsoft.com/office/officeart/2005/8/layout/vList2"/>
    <dgm:cxn modelId="{A3378CD7-604B-4EF8-BBDB-6FD5D9AA89D7}" type="presOf" srcId="{4DA8B8A6-BAD0-4772-AE2B-D03762F6C27D}" destId="{B3F30DD9-9946-48F9-B72F-5C42B86965BA}" srcOrd="0" destOrd="0" presId="urn:microsoft.com/office/officeart/2005/8/layout/vList2"/>
    <dgm:cxn modelId="{28197EED-4C7D-4148-AD8C-D4E64B647A0C}" type="presOf" srcId="{20D6C8D1-637D-4A4B-AD0E-EB7D8152C226}" destId="{71F15083-E955-44F3-9377-C2B7BD45758F}" srcOrd="0" destOrd="0" presId="urn:microsoft.com/office/officeart/2005/8/layout/vList2"/>
    <dgm:cxn modelId="{F5AE9A40-C035-44DB-A53E-2B7480F1C323}" type="presOf" srcId="{F758A695-F9F3-4BC9-9690-484C0F73DB2D}" destId="{F1C8B3EF-72B1-4492-9A48-93FC1A72C87D}" srcOrd="0" destOrd="0" presId="urn:microsoft.com/office/officeart/2005/8/layout/vList2"/>
    <dgm:cxn modelId="{9B51898C-5F31-455C-8C40-AE6FD017B71D}" type="presOf" srcId="{C2BA448D-50D6-4129-A51A-7404840AE8A9}" destId="{3A6A2BBB-EECE-4676-8EB0-F8F1E108A45A}" srcOrd="0" destOrd="0" presId="urn:microsoft.com/office/officeart/2005/8/layout/vList2"/>
    <dgm:cxn modelId="{8E97687B-8E1F-450A-93E8-DEF70683F559}" type="presOf" srcId="{CF409C4B-41AE-49FC-BDBE-57C026BE3259}" destId="{32283D71-3931-4459-B3D9-255A7F4E4E6F}" srcOrd="0" destOrd="0" presId="urn:microsoft.com/office/officeart/2005/8/layout/vList2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7E40390C-5CF9-40E8-9362-EF81F8E396C0}" srcId="{F758A695-F9F3-4BC9-9690-484C0F73DB2D}" destId="{4DA8B8A6-BAD0-4772-AE2B-D03762F6C27D}" srcOrd="1" destOrd="0" parTransId="{C5E7E6FF-EC90-4E8B-A3C0-D29629C2E72E}" sibTransId="{FC863E8C-0B0A-4A59-AE29-6FD1B0D3DA52}"/>
    <dgm:cxn modelId="{32DD5679-490B-4DBE-AEE6-BA9914B20360}" type="presParOf" srcId="{F1C8B3EF-72B1-4492-9A48-93FC1A72C87D}" destId="{32283D71-3931-4459-B3D9-255A7F4E4E6F}" srcOrd="0" destOrd="0" presId="urn:microsoft.com/office/officeart/2005/8/layout/vList2"/>
    <dgm:cxn modelId="{0CFB3506-F4D3-496B-B465-0A5399858993}" type="presParOf" srcId="{F1C8B3EF-72B1-4492-9A48-93FC1A72C87D}" destId="{B457B36A-6F26-432D-B3BA-6123631F2F55}" srcOrd="1" destOrd="0" presId="urn:microsoft.com/office/officeart/2005/8/layout/vList2"/>
    <dgm:cxn modelId="{D6E28B28-E7D1-42A5-B970-0D86652F80B2}" type="presParOf" srcId="{F1C8B3EF-72B1-4492-9A48-93FC1A72C87D}" destId="{B3F30DD9-9946-48F9-B72F-5C42B86965BA}" srcOrd="2" destOrd="0" presId="urn:microsoft.com/office/officeart/2005/8/layout/vList2"/>
    <dgm:cxn modelId="{D4F9F287-822F-42A3-B105-5DC7F47D6E4E}" type="presParOf" srcId="{F1C8B3EF-72B1-4492-9A48-93FC1A72C87D}" destId="{9208337F-A15A-441C-B859-58A319EC4B70}" srcOrd="3" destOrd="0" presId="urn:microsoft.com/office/officeart/2005/8/layout/vList2"/>
    <dgm:cxn modelId="{CA3D1F7D-2135-4500-87B8-17328394888B}" type="presParOf" srcId="{F1C8B3EF-72B1-4492-9A48-93FC1A72C87D}" destId="{FD51D2F5-7089-4B0D-B436-3A25719671ED}" srcOrd="4" destOrd="0" presId="urn:microsoft.com/office/officeart/2005/8/layout/vList2"/>
    <dgm:cxn modelId="{3CD5CE61-A530-42F9-8102-8C514B8273EF}" type="presParOf" srcId="{F1C8B3EF-72B1-4492-9A48-93FC1A72C87D}" destId="{35C6342A-0D79-4623-BD4F-83F3A3D6A3A5}" srcOrd="5" destOrd="0" presId="urn:microsoft.com/office/officeart/2005/8/layout/vList2"/>
    <dgm:cxn modelId="{785C4A17-567C-406F-80CF-2B0501DA3EED}" type="presParOf" srcId="{F1C8B3EF-72B1-4492-9A48-93FC1A72C87D}" destId="{71F15083-E955-44F3-9377-C2B7BD45758F}" srcOrd="6" destOrd="0" presId="urn:microsoft.com/office/officeart/2005/8/layout/vList2"/>
    <dgm:cxn modelId="{E42007B5-3DE1-4B17-A02A-EE837B65E522}" type="presParOf" srcId="{F1C8B3EF-72B1-4492-9A48-93FC1A72C87D}" destId="{27EE604F-25F5-446E-BE08-6E7DEBF6F835}" srcOrd="7" destOrd="0" presId="urn:microsoft.com/office/officeart/2005/8/layout/vList2"/>
    <dgm:cxn modelId="{1249393B-EAA8-467B-943C-9CD0FE511A10}" type="presParOf" srcId="{F1C8B3EF-72B1-4492-9A48-93FC1A72C87D}" destId="{3A6A2BBB-EECE-4676-8EB0-F8F1E108A45A}" srcOrd="8" destOrd="0" presId="urn:microsoft.com/office/officeart/2005/8/layout/vList2"/>
  </dgm:cxnLst>
  <dgm:bg/>
  <dgm:whole/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Une thrombolyse artérielle in situ </a:t>
          </a:r>
        </a:p>
      </dgm:t>
    </dgm:pt>
    <dgm:pt modelId="{685BBE08-05D6-44C6-A3D1-B48A9EF6048E}" type="parTrans" cxnId="{F65E6169-C93E-41FC-913F-32EC5A765CEB}">
      <dgm:prSet/>
      <dgm:spPr/>
      <dgm:t>
        <a:bodyPr/>
        <a:lstStyle/>
        <a:p>
          <a:endParaRPr lang="fr-FR"/>
        </a:p>
      </dgm:t>
    </dgm:pt>
    <dgm:pt modelId="{4AFDD863-9241-436D-83B7-00C60D695A10}" type="sibTrans" cxnId="{F65E6169-C93E-41FC-913F-32EC5A765CEB}">
      <dgm:prSet/>
      <dgm:spPr/>
      <dgm:t>
        <a:bodyPr/>
        <a:lstStyle/>
        <a:p>
          <a:endParaRPr lang="fr-FR"/>
        </a:p>
      </dgm:t>
    </dgm:pt>
    <dgm:pt modelId="{DE1173F9-EEA6-4BC0-A6AF-280862580958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Une </a:t>
          </a:r>
          <a:r>
            <a:rPr lang="fr-FR" dirty="0" err="1">
              <a:solidFill>
                <a:schemeClr val="tx1"/>
              </a:solidFill>
            </a:rPr>
            <a:t>héparinothérapie</a:t>
          </a:r>
          <a:r>
            <a:rPr lang="fr-FR" dirty="0">
              <a:solidFill>
                <a:schemeClr val="tx1"/>
              </a:solidFill>
            </a:rPr>
            <a:t> par voie générale </a:t>
          </a:r>
        </a:p>
      </dgm:t>
    </dgm:pt>
    <dgm:pt modelId="{F44DF410-96CD-4A81-9E1E-DDBC8BC8F5D2}" type="parTrans" cxnId="{D85D3A7E-F48D-436B-9281-2D28EF11AFAD}">
      <dgm:prSet/>
      <dgm:spPr/>
      <dgm:t>
        <a:bodyPr/>
        <a:lstStyle/>
        <a:p>
          <a:endParaRPr lang="fr-FR"/>
        </a:p>
      </dgm:t>
    </dgm:pt>
    <dgm:pt modelId="{A5CE76AE-58DD-49FC-9146-BF6429D30768}" type="sibTrans" cxnId="{D85D3A7E-F48D-436B-9281-2D28EF11AFAD}">
      <dgm:prSet/>
      <dgm:spPr/>
      <dgm:t>
        <a:bodyPr/>
        <a:lstStyle/>
        <a:p>
          <a:endParaRPr lang="fr-FR"/>
        </a:p>
      </dgm:t>
    </dgm:pt>
    <dgm:pt modelId="{E89958D5-2E77-40A8-BF65-BA5210E2499E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Une fibrinolyse par voie générale </a:t>
          </a:r>
        </a:p>
      </dgm:t>
    </dgm:pt>
    <dgm:pt modelId="{40656093-5D5B-4E47-B11D-A8B4A97B5CB2}" type="parTrans" cxnId="{4E4D5700-1F37-44A0-BA86-7F3453C8C85F}">
      <dgm:prSet/>
      <dgm:spPr/>
      <dgm:t>
        <a:bodyPr/>
        <a:lstStyle/>
        <a:p>
          <a:endParaRPr lang="fr-FR"/>
        </a:p>
      </dgm:t>
    </dgm:pt>
    <dgm:pt modelId="{1B562734-6429-4F8A-8F6F-C88D10050CD2}" type="sibTrans" cxnId="{4E4D5700-1F37-44A0-BA86-7F3453C8C85F}">
      <dgm:prSet/>
      <dgm:spPr/>
      <dgm:t>
        <a:bodyPr/>
        <a:lstStyle/>
        <a:p>
          <a:endParaRPr lang="fr-FR"/>
        </a:p>
      </dgm:t>
    </dgm:pt>
    <dgm:pt modelId="{DE0B0736-09D8-42F3-99DE-144E127F33FE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D. Une </a:t>
          </a:r>
          <a:r>
            <a:rPr lang="fr-FR" dirty="0" err="1">
              <a:solidFill>
                <a:schemeClr val="tx1"/>
              </a:solidFill>
            </a:rPr>
            <a:t>hémodiafiltration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CDF092D4-F9D0-4FA8-B5CC-24392F4975A3}" type="parTrans" cxnId="{A2623912-B33D-4F7C-8F59-0BAE80CAADB1}">
      <dgm:prSet/>
      <dgm:spPr/>
      <dgm:t>
        <a:bodyPr/>
        <a:lstStyle/>
        <a:p>
          <a:endParaRPr lang="fr-FR"/>
        </a:p>
      </dgm:t>
    </dgm:pt>
    <dgm:pt modelId="{B68C7159-10F2-49C7-BCB7-769831514472}" type="sibTrans" cxnId="{A2623912-B33D-4F7C-8F59-0BAE80CAADB1}">
      <dgm:prSet/>
      <dgm:spPr/>
      <dgm:t>
        <a:bodyPr/>
        <a:lstStyle/>
        <a:p>
          <a:endParaRPr lang="fr-FR"/>
        </a:p>
      </dgm:t>
    </dgm:pt>
    <dgm:pt modelId="{63E41E7E-6293-40DF-B0A9-5CC873B0D210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E. Une diurèse forcée </a:t>
          </a:r>
        </a:p>
      </dgm:t>
    </dgm:pt>
    <dgm:pt modelId="{28EF8996-EF05-46AC-A406-A9EBCCCE7708}" type="parTrans" cxnId="{F6AD3878-A0C7-4F76-90CB-B1F828B5FA7A}">
      <dgm:prSet/>
      <dgm:spPr/>
      <dgm:t>
        <a:bodyPr/>
        <a:lstStyle/>
        <a:p>
          <a:endParaRPr lang="fr-FR"/>
        </a:p>
      </dgm:t>
    </dgm:pt>
    <dgm:pt modelId="{BAEB9846-2F75-4041-9D34-1E7B8C5695EE}" type="sibTrans" cxnId="{F6AD3878-A0C7-4F76-90CB-B1F828B5FA7A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E68035-B725-4DB0-B6F7-5F788690840C}" type="pres">
      <dgm:prSet presAssocID="{4AFDD863-9241-436D-83B7-00C60D695A10}" presName="spacer" presStyleCnt="0"/>
      <dgm:spPr/>
    </dgm:pt>
    <dgm:pt modelId="{5F2844DD-B00B-4A25-9737-AECFB336C5CC}" type="pres">
      <dgm:prSet presAssocID="{DE1173F9-EEA6-4BC0-A6AF-280862580958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FE21EF3-761C-490E-BC55-28B6CC43AF09}" type="pres">
      <dgm:prSet presAssocID="{A5CE76AE-58DD-49FC-9146-BF6429D30768}" presName="spacer" presStyleCnt="0"/>
      <dgm:spPr/>
    </dgm:pt>
    <dgm:pt modelId="{74BDD122-9CBD-4CAD-9360-2BEF2861144F}" type="pres">
      <dgm:prSet presAssocID="{E89958D5-2E77-40A8-BF65-BA5210E2499E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48BC52C-EAEE-4DDD-924C-726B3315275A}" type="pres">
      <dgm:prSet presAssocID="{1B562734-6429-4F8A-8F6F-C88D10050CD2}" presName="spacer" presStyleCnt="0"/>
      <dgm:spPr/>
    </dgm:pt>
    <dgm:pt modelId="{B523395A-38FC-4F6D-8940-07274BF30536}" type="pres">
      <dgm:prSet presAssocID="{DE0B0736-09D8-42F3-99DE-144E127F33FE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2B10687-2263-4E0A-8F6D-FAB503327C87}" type="pres">
      <dgm:prSet presAssocID="{B68C7159-10F2-49C7-BCB7-769831514472}" presName="spacer" presStyleCnt="0"/>
      <dgm:spPr/>
    </dgm:pt>
    <dgm:pt modelId="{F35D1AE6-9670-4657-9A8A-AA24BF91B05C}" type="pres">
      <dgm:prSet presAssocID="{63E41E7E-6293-40DF-B0A9-5CC873B0D21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5D3A7E-F48D-436B-9281-2D28EF11AFAD}" srcId="{F758A695-F9F3-4BC9-9690-484C0F73DB2D}" destId="{DE1173F9-EEA6-4BC0-A6AF-280862580958}" srcOrd="1" destOrd="0" parTransId="{F44DF410-96CD-4A81-9E1E-DDBC8BC8F5D2}" sibTransId="{A5CE76AE-58DD-49FC-9146-BF6429D30768}"/>
    <dgm:cxn modelId="{F6AD3878-A0C7-4F76-90CB-B1F828B5FA7A}" srcId="{F758A695-F9F3-4BC9-9690-484C0F73DB2D}" destId="{63E41E7E-6293-40DF-B0A9-5CC873B0D210}" srcOrd="4" destOrd="0" parTransId="{28EF8996-EF05-46AC-A406-A9EBCCCE7708}" sibTransId="{BAEB9846-2F75-4041-9D34-1E7B8C5695EE}"/>
    <dgm:cxn modelId="{FDD499BA-1E89-497D-BC64-142BCB874715}" type="presOf" srcId="{63E41E7E-6293-40DF-B0A9-5CC873B0D210}" destId="{F35D1AE6-9670-4657-9A8A-AA24BF91B05C}" srcOrd="0" destOrd="0" presId="urn:microsoft.com/office/officeart/2005/8/layout/vList2"/>
    <dgm:cxn modelId="{630786DD-668E-4D6D-B37F-4B393CCCB981}" type="presOf" srcId="{E89958D5-2E77-40A8-BF65-BA5210E2499E}" destId="{74BDD122-9CBD-4CAD-9360-2BEF2861144F}" srcOrd="0" destOrd="0" presId="urn:microsoft.com/office/officeart/2005/8/layout/vList2"/>
    <dgm:cxn modelId="{4E4D5700-1F37-44A0-BA86-7F3453C8C85F}" srcId="{F758A695-F9F3-4BC9-9690-484C0F73DB2D}" destId="{E89958D5-2E77-40A8-BF65-BA5210E2499E}" srcOrd="2" destOrd="0" parTransId="{40656093-5D5B-4E47-B11D-A8B4A97B5CB2}" sibTransId="{1B562734-6429-4F8A-8F6F-C88D10050CD2}"/>
    <dgm:cxn modelId="{36B44859-AFE0-4B5C-9A2F-BF2223AE16E4}" type="presOf" srcId="{DE0B0736-09D8-42F3-99DE-144E127F33FE}" destId="{B523395A-38FC-4F6D-8940-07274BF30536}" srcOrd="0" destOrd="0" presId="urn:microsoft.com/office/officeart/2005/8/layout/vList2"/>
    <dgm:cxn modelId="{A6845B29-5C28-496A-8366-28DC167B940D}" type="presOf" srcId="{DE1173F9-EEA6-4BC0-A6AF-280862580958}" destId="{5F2844DD-B00B-4A25-9737-AECFB336C5CC}" srcOrd="0" destOrd="0" presId="urn:microsoft.com/office/officeart/2005/8/layout/vList2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39AB3613-F6EC-4E7F-80B2-19FF51A347D6}" type="presOf" srcId="{CF409C4B-41AE-49FC-BDBE-57C026BE3259}" destId="{32283D71-3931-4459-B3D9-255A7F4E4E6F}" srcOrd="0" destOrd="0" presId="urn:microsoft.com/office/officeart/2005/8/layout/vList2"/>
    <dgm:cxn modelId="{A2623912-B33D-4F7C-8F59-0BAE80CAADB1}" srcId="{F758A695-F9F3-4BC9-9690-484C0F73DB2D}" destId="{DE0B0736-09D8-42F3-99DE-144E127F33FE}" srcOrd="3" destOrd="0" parTransId="{CDF092D4-F9D0-4FA8-B5CC-24392F4975A3}" sibTransId="{B68C7159-10F2-49C7-BCB7-769831514472}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CDD41F5B-F819-4A5B-868B-73C714A9289A}" type="presParOf" srcId="{F1C8B3EF-72B1-4492-9A48-93FC1A72C87D}" destId="{32283D71-3931-4459-B3D9-255A7F4E4E6F}" srcOrd="0" destOrd="0" presId="urn:microsoft.com/office/officeart/2005/8/layout/vList2"/>
    <dgm:cxn modelId="{1C8086C4-A1A8-45F4-A007-91AFEABB98EA}" type="presParOf" srcId="{F1C8B3EF-72B1-4492-9A48-93FC1A72C87D}" destId="{37E68035-B725-4DB0-B6F7-5F788690840C}" srcOrd="1" destOrd="0" presId="urn:microsoft.com/office/officeart/2005/8/layout/vList2"/>
    <dgm:cxn modelId="{6F83ED72-3184-4A9F-BD72-24214BF73D67}" type="presParOf" srcId="{F1C8B3EF-72B1-4492-9A48-93FC1A72C87D}" destId="{5F2844DD-B00B-4A25-9737-AECFB336C5CC}" srcOrd="2" destOrd="0" presId="urn:microsoft.com/office/officeart/2005/8/layout/vList2"/>
    <dgm:cxn modelId="{3EB54464-29B8-4DEB-BCF6-EA2CE0893527}" type="presParOf" srcId="{F1C8B3EF-72B1-4492-9A48-93FC1A72C87D}" destId="{AFE21EF3-761C-490E-BC55-28B6CC43AF09}" srcOrd="3" destOrd="0" presId="urn:microsoft.com/office/officeart/2005/8/layout/vList2"/>
    <dgm:cxn modelId="{A30BAC31-9349-40F7-829E-023BCED943AA}" type="presParOf" srcId="{F1C8B3EF-72B1-4492-9A48-93FC1A72C87D}" destId="{74BDD122-9CBD-4CAD-9360-2BEF2861144F}" srcOrd="4" destOrd="0" presId="urn:microsoft.com/office/officeart/2005/8/layout/vList2"/>
    <dgm:cxn modelId="{0E497EC8-EF96-44B7-B26D-625904460A4E}" type="presParOf" srcId="{F1C8B3EF-72B1-4492-9A48-93FC1A72C87D}" destId="{D48BC52C-EAEE-4DDD-924C-726B3315275A}" srcOrd="5" destOrd="0" presId="urn:microsoft.com/office/officeart/2005/8/layout/vList2"/>
    <dgm:cxn modelId="{A896383D-B6BA-445E-9043-611AB3C083F4}" type="presParOf" srcId="{F1C8B3EF-72B1-4492-9A48-93FC1A72C87D}" destId="{B523395A-38FC-4F6D-8940-07274BF30536}" srcOrd="6" destOrd="0" presId="urn:microsoft.com/office/officeart/2005/8/layout/vList2"/>
    <dgm:cxn modelId="{F0E573BF-5B81-4F8E-8610-52F71289B3BA}" type="presParOf" srcId="{F1C8B3EF-72B1-4492-9A48-93FC1A72C87D}" destId="{C2B10687-2263-4E0A-8F6D-FAB503327C87}" srcOrd="7" destOrd="0" presId="urn:microsoft.com/office/officeart/2005/8/layout/vList2"/>
    <dgm:cxn modelId="{9971E8E9-E6B9-4E56-BF96-46D10A795477}" type="presParOf" srcId="{F1C8B3EF-72B1-4492-9A48-93FC1A72C87D}" destId="{F35D1AE6-9670-4657-9A8A-AA24BF91B05C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CF409C4B-41AE-49FC-BDBE-57C026BE3259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Une thrombolyse artérielle in situ </a:t>
          </a:r>
        </a:p>
      </dgm:t>
    </dgm:pt>
    <dgm:pt modelId="{685BBE08-05D6-44C6-A3D1-B48A9EF6048E}" type="parTrans" cxnId="{F65E6169-C93E-41FC-913F-32EC5A765CEB}">
      <dgm:prSet/>
      <dgm:spPr/>
      <dgm:t>
        <a:bodyPr/>
        <a:lstStyle/>
        <a:p>
          <a:endParaRPr lang="fr-FR"/>
        </a:p>
      </dgm:t>
    </dgm:pt>
    <dgm:pt modelId="{4AFDD863-9241-436D-83B7-00C60D695A10}" type="sibTrans" cxnId="{F65E6169-C93E-41FC-913F-32EC5A765CEB}">
      <dgm:prSet/>
      <dgm:spPr/>
      <dgm:t>
        <a:bodyPr/>
        <a:lstStyle/>
        <a:p>
          <a:endParaRPr lang="fr-FR"/>
        </a:p>
      </dgm:t>
    </dgm:pt>
    <dgm:pt modelId="{DE1173F9-EEA6-4BC0-A6AF-280862580958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B. Une </a:t>
          </a:r>
          <a:r>
            <a:rPr lang="fr-FR" dirty="0" err="1">
              <a:solidFill>
                <a:schemeClr val="tx1"/>
              </a:solidFill>
            </a:rPr>
            <a:t>héparinothérapie</a:t>
          </a:r>
          <a:r>
            <a:rPr lang="fr-FR" dirty="0">
              <a:solidFill>
                <a:schemeClr val="tx1"/>
              </a:solidFill>
            </a:rPr>
            <a:t> par voie générale </a:t>
          </a:r>
        </a:p>
      </dgm:t>
    </dgm:pt>
    <dgm:pt modelId="{F44DF410-96CD-4A81-9E1E-DDBC8BC8F5D2}" type="parTrans" cxnId="{D85D3A7E-F48D-436B-9281-2D28EF11AFAD}">
      <dgm:prSet/>
      <dgm:spPr/>
      <dgm:t>
        <a:bodyPr/>
        <a:lstStyle/>
        <a:p>
          <a:endParaRPr lang="fr-FR"/>
        </a:p>
      </dgm:t>
    </dgm:pt>
    <dgm:pt modelId="{A5CE76AE-58DD-49FC-9146-BF6429D30768}" type="sibTrans" cxnId="{D85D3A7E-F48D-436B-9281-2D28EF11AFAD}">
      <dgm:prSet/>
      <dgm:spPr/>
      <dgm:t>
        <a:bodyPr/>
        <a:lstStyle/>
        <a:p>
          <a:endParaRPr lang="fr-FR"/>
        </a:p>
      </dgm:t>
    </dgm:pt>
    <dgm:pt modelId="{E89958D5-2E77-40A8-BF65-BA5210E2499E}">
      <dgm:prSet phldr="0"/>
      <dgm:spPr>
        <a:noFill/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C. Une fibrinolyse par voie générale </a:t>
          </a:r>
        </a:p>
      </dgm:t>
    </dgm:pt>
    <dgm:pt modelId="{40656093-5D5B-4E47-B11D-A8B4A97B5CB2}" type="parTrans" cxnId="{4E4D5700-1F37-44A0-BA86-7F3453C8C85F}">
      <dgm:prSet/>
      <dgm:spPr/>
      <dgm:t>
        <a:bodyPr/>
        <a:lstStyle/>
        <a:p>
          <a:endParaRPr lang="fr-FR"/>
        </a:p>
      </dgm:t>
    </dgm:pt>
    <dgm:pt modelId="{1B562734-6429-4F8A-8F6F-C88D10050CD2}" type="sibTrans" cxnId="{4E4D5700-1F37-44A0-BA86-7F3453C8C85F}">
      <dgm:prSet/>
      <dgm:spPr/>
      <dgm:t>
        <a:bodyPr/>
        <a:lstStyle/>
        <a:p>
          <a:endParaRPr lang="fr-FR"/>
        </a:p>
      </dgm:t>
    </dgm:pt>
    <dgm:pt modelId="{DE0B0736-09D8-42F3-99DE-144E127F33FE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D. Une </a:t>
          </a:r>
          <a:r>
            <a:rPr lang="fr-FR" dirty="0" err="1">
              <a:solidFill>
                <a:schemeClr val="tx1"/>
              </a:solidFill>
            </a:rPr>
            <a:t>hémodiafiltration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CDF092D4-F9D0-4FA8-B5CC-24392F4975A3}" type="parTrans" cxnId="{A2623912-B33D-4F7C-8F59-0BAE80CAADB1}">
      <dgm:prSet/>
      <dgm:spPr/>
      <dgm:t>
        <a:bodyPr/>
        <a:lstStyle/>
        <a:p>
          <a:endParaRPr lang="fr-FR"/>
        </a:p>
      </dgm:t>
    </dgm:pt>
    <dgm:pt modelId="{B68C7159-10F2-49C7-BCB7-769831514472}" type="sibTrans" cxnId="{A2623912-B33D-4F7C-8F59-0BAE80CAADB1}">
      <dgm:prSet/>
      <dgm:spPr/>
      <dgm:t>
        <a:bodyPr/>
        <a:lstStyle/>
        <a:p>
          <a:endParaRPr lang="fr-FR"/>
        </a:p>
      </dgm:t>
    </dgm:pt>
    <dgm:pt modelId="{63E41E7E-6293-40DF-B0A9-5CC873B0D210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fr-FR" dirty="0">
              <a:solidFill>
                <a:schemeClr val="tx1"/>
              </a:solidFill>
            </a:rPr>
            <a:t>E. Une diurèse forcée </a:t>
          </a:r>
        </a:p>
      </dgm:t>
    </dgm:pt>
    <dgm:pt modelId="{28EF8996-EF05-46AC-A406-A9EBCCCE7708}" type="parTrans" cxnId="{F6AD3878-A0C7-4F76-90CB-B1F828B5FA7A}">
      <dgm:prSet/>
      <dgm:spPr/>
      <dgm:t>
        <a:bodyPr/>
        <a:lstStyle/>
        <a:p>
          <a:endParaRPr lang="fr-FR"/>
        </a:p>
      </dgm:t>
    </dgm:pt>
    <dgm:pt modelId="{BAEB9846-2F75-4041-9D34-1E7B8C5695EE}" type="sibTrans" cxnId="{F6AD3878-A0C7-4F76-90CB-B1F828B5FA7A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2283D71-3931-4459-B3D9-255A7F4E4E6F}" type="pres">
      <dgm:prSet presAssocID="{CF409C4B-41AE-49FC-BDBE-57C026BE3259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E68035-B725-4DB0-B6F7-5F788690840C}" type="pres">
      <dgm:prSet presAssocID="{4AFDD863-9241-436D-83B7-00C60D695A10}" presName="spacer" presStyleCnt="0"/>
      <dgm:spPr/>
    </dgm:pt>
    <dgm:pt modelId="{5F2844DD-B00B-4A25-9737-AECFB336C5CC}" type="pres">
      <dgm:prSet presAssocID="{DE1173F9-EEA6-4BC0-A6AF-280862580958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FE21EF3-761C-490E-BC55-28B6CC43AF09}" type="pres">
      <dgm:prSet presAssocID="{A5CE76AE-58DD-49FC-9146-BF6429D30768}" presName="spacer" presStyleCnt="0"/>
      <dgm:spPr/>
    </dgm:pt>
    <dgm:pt modelId="{74BDD122-9CBD-4CAD-9360-2BEF2861144F}" type="pres">
      <dgm:prSet presAssocID="{E89958D5-2E77-40A8-BF65-BA5210E2499E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48BC52C-EAEE-4DDD-924C-726B3315275A}" type="pres">
      <dgm:prSet presAssocID="{1B562734-6429-4F8A-8F6F-C88D10050CD2}" presName="spacer" presStyleCnt="0"/>
      <dgm:spPr/>
    </dgm:pt>
    <dgm:pt modelId="{B523395A-38FC-4F6D-8940-07274BF30536}" type="pres">
      <dgm:prSet presAssocID="{DE0B0736-09D8-42F3-99DE-144E127F33FE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2B10687-2263-4E0A-8F6D-FAB503327C87}" type="pres">
      <dgm:prSet presAssocID="{B68C7159-10F2-49C7-BCB7-769831514472}" presName="spacer" presStyleCnt="0"/>
      <dgm:spPr/>
    </dgm:pt>
    <dgm:pt modelId="{F35D1AE6-9670-4657-9A8A-AA24BF91B05C}" type="pres">
      <dgm:prSet presAssocID="{63E41E7E-6293-40DF-B0A9-5CC873B0D21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85D3A7E-F48D-436B-9281-2D28EF11AFAD}" srcId="{F758A695-F9F3-4BC9-9690-484C0F73DB2D}" destId="{DE1173F9-EEA6-4BC0-A6AF-280862580958}" srcOrd="1" destOrd="0" parTransId="{F44DF410-96CD-4A81-9E1E-DDBC8BC8F5D2}" sibTransId="{A5CE76AE-58DD-49FC-9146-BF6429D30768}"/>
    <dgm:cxn modelId="{F6AD3878-A0C7-4F76-90CB-B1F828B5FA7A}" srcId="{F758A695-F9F3-4BC9-9690-484C0F73DB2D}" destId="{63E41E7E-6293-40DF-B0A9-5CC873B0D210}" srcOrd="4" destOrd="0" parTransId="{28EF8996-EF05-46AC-A406-A9EBCCCE7708}" sibTransId="{BAEB9846-2F75-4041-9D34-1E7B8C5695EE}"/>
    <dgm:cxn modelId="{4E4D5700-1F37-44A0-BA86-7F3453C8C85F}" srcId="{F758A695-F9F3-4BC9-9690-484C0F73DB2D}" destId="{E89958D5-2E77-40A8-BF65-BA5210E2499E}" srcOrd="2" destOrd="0" parTransId="{40656093-5D5B-4E47-B11D-A8B4A97B5CB2}" sibTransId="{1B562734-6429-4F8A-8F6F-C88D10050CD2}"/>
    <dgm:cxn modelId="{FFCC2B0D-6F9B-42D7-984A-9AE3AD1300EE}" type="presOf" srcId="{CF409C4B-41AE-49FC-BDBE-57C026BE3259}" destId="{32283D71-3931-4459-B3D9-255A7F4E4E6F}" srcOrd="0" destOrd="0" presId="urn:microsoft.com/office/officeart/2005/8/layout/vList2"/>
    <dgm:cxn modelId="{46F4B5BA-955C-4372-BC52-CC6F59A0A835}" type="presOf" srcId="{F758A695-F9F3-4BC9-9690-484C0F73DB2D}" destId="{F1C8B3EF-72B1-4492-9A48-93FC1A72C87D}" srcOrd="0" destOrd="0" presId="urn:microsoft.com/office/officeart/2005/8/layout/vList2"/>
    <dgm:cxn modelId="{93F013F4-4021-4E5B-9C10-4EB44A449EFB}" type="presOf" srcId="{63E41E7E-6293-40DF-B0A9-5CC873B0D210}" destId="{F35D1AE6-9670-4657-9A8A-AA24BF91B05C}" srcOrd="0" destOrd="0" presId="urn:microsoft.com/office/officeart/2005/8/layout/vList2"/>
    <dgm:cxn modelId="{8186ABF1-5877-493C-B060-B7D5A95FDDC3}" type="presOf" srcId="{DE0B0736-09D8-42F3-99DE-144E127F33FE}" destId="{B523395A-38FC-4F6D-8940-07274BF30536}" srcOrd="0" destOrd="0" presId="urn:microsoft.com/office/officeart/2005/8/layout/vList2"/>
    <dgm:cxn modelId="{A2623912-B33D-4F7C-8F59-0BAE80CAADB1}" srcId="{F758A695-F9F3-4BC9-9690-484C0F73DB2D}" destId="{DE0B0736-09D8-42F3-99DE-144E127F33FE}" srcOrd="3" destOrd="0" parTransId="{CDF092D4-F9D0-4FA8-B5CC-24392F4975A3}" sibTransId="{B68C7159-10F2-49C7-BCB7-769831514472}"/>
    <dgm:cxn modelId="{F65E6169-C93E-41FC-913F-32EC5A765CEB}" srcId="{F758A695-F9F3-4BC9-9690-484C0F73DB2D}" destId="{CF409C4B-41AE-49FC-BDBE-57C026BE3259}" srcOrd="0" destOrd="0" parTransId="{685BBE08-05D6-44C6-A3D1-B48A9EF6048E}" sibTransId="{4AFDD863-9241-436D-83B7-00C60D695A10}"/>
    <dgm:cxn modelId="{6EDD6BA8-9D69-4B2A-B2BE-2E5E8A8EDA53}" type="presOf" srcId="{DE1173F9-EEA6-4BC0-A6AF-280862580958}" destId="{5F2844DD-B00B-4A25-9737-AECFB336C5CC}" srcOrd="0" destOrd="0" presId="urn:microsoft.com/office/officeart/2005/8/layout/vList2"/>
    <dgm:cxn modelId="{796B4180-9A24-439D-B868-A1BFDFF6EB07}" type="presOf" srcId="{E89958D5-2E77-40A8-BF65-BA5210E2499E}" destId="{74BDD122-9CBD-4CAD-9360-2BEF2861144F}" srcOrd="0" destOrd="0" presId="urn:microsoft.com/office/officeart/2005/8/layout/vList2"/>
    <dgm:cxn modelId="{C8BE64B9-9AD2-4DB6-B2BE-928E723C49EA}" type="presParOf" srcId="{F1C8B3EF-72B1-4492-9A48-93FC1A72C87D}" destId="{32283D71-3931-4459-B3D9-255A7F4E4E6F}" srcOrd="0" destOrd="0" presId="urn:microsoft.com/office/officeart/2005/8/layout/vList2"/>
    <dgm:cxn modelId="{B46D0618-4F03-40CD-A8B6-6CD8E2391558}" type="presParOf" srcId="{F1C8B3EF-72B1-4492-9A48-93FC1A72C87D}" destId="{37E68035-B725-4DB0-B6F7-5F788690840C}" srcOrd="1" destOrd="0" presId="urn:microsoft.com/office/officeart/2005/8/layout/vList2"/>
    <dgm:cxn modelId="{359D7143-3CD4-4BBE-BC4C-2C41FC40A93E}" type="presParOf" srcId="{F1C8B3EF-72B1-4492-9A48-93FC1A72C87D}" destId="{5F2844DD-B00B-4A25-9737-AECFB336C5CC}" srcOrd="2" destOrd="0" presId="urn:microsoft.com/office/officeart/2005/8/layout/vList2"/>
    <dgm:cxn modelId="{5F7A9B2F-621C-40AD-AE75-84549F518981}" type="presParOf" srcId="{F1C8B3EF-72B1-4492-9A48-93FC1A72C87D}" destId="{AFE21EF3-761C-490E-BC55-28B6CC43AF09}" srcOrd="3" destOrd="0" presId="urn:microsoft.com/office/officeart/2005/8/layout/vList2"/>
    <dgm:cxn modelId="{4B63B2E5-B63D-48AD-A998-2226DF8B8B9A}" type="presParOf" srcId="{F1C8B3EF-72B1-4492-9A48-93FC1A72C87D}" destId="{74BDD122-9CBD-4CAD-9360-2BEF2861144F}" srcOrd="4" destOrd="0" presId="urn:microsoft.com/office/officeart/2005/8/layout/vList2"/>
    <dgm:cxn modelId="{88DADEC3-D7DD-4668-8AAC-A087F5BA6A80}" type="presParOf" srcId="{F1C8B3EF-72B1-4492-9A48-93FC1A72C87D}" destId="{D48BC52C-EAEE-4DDD-924C-726B3315275A}" srcOrd="5" destOrd="0" presId="urn:microsoft.com/office/officeart/2005/8/layout/vList2"/>
    <dgm:cxn modelId="{04015431-94AA-41DA-84D4-214BB874684D}" type="presParOf" srcId="{F1C8B3EF-72B1-4492-9A48-93FC1A72C87D}" destId="{B523395A-38FC-4F6D-8940-07274BF30536}" srcOrd="6" destOrd="0" presId="urn:microsoft.com/office/officeart/2005/8/layout/vList2"/>
    <dgm:cxn modelId="{91BABF34-2366-4353-AE12-979A39E01F8D}" type="presParOf" srcId="{F1C8B3EF-72B1-4492-9A48-93FC1A72C87D}" destId="{C2B10687-2263-4E0A-8F6D-FAB503327C87}" srcOrd="7" destOrd="0" presId="urn:microsoft.com/office/officeart/2005/8/layout/vList2"/>
    <dgm:cxn modelId="{4A23BF72-8359-4AC6-9E3C-9A399396FEB2}" type="presParOf" srcId="{F1C8B3EF-72B1-4492-9A48-93FC1A72C87D}" destId="{F35D1AE6-9670-4657-9A8A-AA24BF91B05C}" srcOrd="8" destOrd="0" presId="urn:microsoft.com/office/officeart/2005/8/layout/vList2"/>
  </dgm:cxnLst>
  <dgm:bg/>
  <dgm:whole/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232A295-4D52-4079-95D0-923AA4A5E7CE}">
      <dgm:prSet phldr="0"/>
      <dgm:spPr>
        <a:noFill/>
      </dgm:spPr>
      <dgm:t>
        <a:bodyPr/>
        <a:lstStyle/>
        <a:p>
          <a:pPr algn="l" rtl="0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A.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permet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prévenir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les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conséquences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métaboliques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 syndrome de reperfusion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64967C0D-EB9D-47AA-B920-96287F4178ED}" type="parTrans" cxnId="{50E7D85C-6D26-491A-ADD8-10964A507752}">
      <dgm:prSet/>
      <dgm:spPr/>
      <dgm:t>
        <a:bodyPr/>
        <a:lstStyle/>
        <a:p>
          <a:endParaRPr lang="fr-FR"/>
        </a:p>
      </dgm:t>
    </dgm:pt>
    <dgm:pt modelId="{1206E201-9AA5-413D-BF97-717D21A3E8FF}" type="sibTrans" cxnId="{50E7D85C-6D26-491A-ADD8-10964A507752}">
      <dgm:prSet/>
      <dgm:spPr/>
      <dgm:t>
        <a:bodyPr/>
        <a:lstStyle/>
        <a:p>
          <a:endParaRPr lang="fr-FR"/>
        </a:p>
      </dgm:t>
    </dgm:pt>
    <dgm:pt modelId="{B6588919-F4C5-4FCA-9FD0-B1FEE1DA513A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B. Se fait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avant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la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désobstruction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artérielle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6E672E38-8726-4425-BEC5-A1064DD60F3F}" type="parTrans" cxnId="{0115B6FC-2289-4352-87B2-440FBB181627}">
      <dgm:prSet/>
      <dgm:spPr/>
      <dgm:t>
        <a:bodyPr/>
        <a:lstStyle/>
        <a:p>
          <a:endParaRPr lang="fr-FR"/>
        </a:p>
      </dgm:t>
    </dgm:pt>
    <dgm:pt modelId="{F1DAAEBB-B2C1-4401-ABE7-54C9A0773D5E}" type="sibTrans" cxnId="{0115B6FC-2289-4352-87B2-440FBB181627}">
      <dgm:prSet/>
      <dgm:spPr/>
      <dgm:t>
        <a:bodyPr/>
        <a:lstStyle/>
        <a:p>
          <a:endParaRPr lang="fr-FR"/>
        </a:p>
      </dgm:t>
    </dgm:pt>
    <dgm:pt modelId="{14EFC01E-59BE-4CA8-9D1D-A25E14269613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C. 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 fait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uniquement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en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cas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d'ischémie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aigue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par 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thrombose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 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pontage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8FB02563-744B-4B03-9B0D-EABA83119F63}" type="parTrans" cxnId="{B9394B44-B913-4D1F-8A85-BF284929878B}">
      <dgm:prSet/>
      <dgm:spPr/>
      <dgm:t>
        <a:bodyPr/>
        <a:lstStyle/>
        <a:p>
          <a:endParaRPr lang="fr-FR"/>
        </a:p>
      </dgm:t>
    </dgm:pt>
    <dgm:pt modelId="{232D0868-BC5D-4255-B9FC-88E1B9B987B6}" type="sibTrans" cxnId="{B9394B44-B913-4D1F-8A85-BF284929878B}">
      <dgm:prSet/>
      <dgm:spPr/>
      <dgm:t>
        <a:bodyPr/>
        <a:lstStyle/>
        <a:p>
          <a:endParaRPr lang="fr-FR"/>
        </a:p>
      </dgm:t>
    </dgm:pt>
    <dgm:pt modelId="{2AECE6DA-6FF5-4632-B40A-DC4D6607108F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D.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Permet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souvent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désobstruer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l'artère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BEB03B4C-6532-4356-9A70-3A33DC0F4BB5}" type="parTrans" cxnId="{5459528B-EAE9-4DA5-BC24-6F1BF1FABC7A}">
      <dgm:prSet/>
      <dgm:spPr/>
      <dgm:t>
        <a:bodyPr/>
        <a:lstStyle/>
        <a:p>
          <a:endParaRPr lang="fr-FR"/>
        </a:p>
      </dgm:t>
    </dgm:pt>
    <dgm:pt modelId="{00D3DEB3-DE85-4BE2-88B4-56EA19182464}" type="sibTrans" cxnId="{5459528B-EAE9-4DA5-BC24-6F1BF1FABC7A}">
      <dgm:prSet/>
      <dgm:spPr/>
      <dgm:t>
        <a:bodyPr/>
        <a:lstStyle/>
        <a:p>
          <a:endParaRPr lang="fr-FR"/>
        </a:p>
      </dgm:t>
    </dgm:pt>
    <dgm:pt modelId="{10515CEB-2AC9-481B-908A-9C1BDDC77715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E.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Permet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prévenir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la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récidive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54C4F998-0CAF-41A1-8418-056B630744D8}" type="parTrans" cxnId="{9978513B-48E7-4C1B-AF7C-BB842ACFB20D}">
      <dgm:prSet/>
      <dgm:spPr/>
      <dgm:t>
        <a:bodyPr/>
        <a:lstStyle/>
        <a:p>
          <a:endParaRPr lang="fr-FR"/>
        </a:p>
      </dgm:t>
    </dgm:pt>
    <dgm:pt modelId="{FAB93554-EA03-4218-9882-1EF50CE7AC6D}" type="sibTrans" cxnId="{9978513B-48E7-4C1B-AF7C-BB842ACFB20D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ABA3FF2-00D0-4DE2-A08D-9E0DA2E78DEB}" type="pres">
      <dgm:prSet presAssocID="{6232A295-4D52-4079-95D0-923AA4A5E7CE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35429D-AC94-4A80-901F-BBCEC7A18BDA}" type="pres">
      <dgm:prSet presAssocID="{1206E201-9AA5-413D-BF97-717D21A3E8FF}" presName="spacer" presStyleCnt="0"/>
      <dgm:spPr/>
    </dgm:pt>
    <dgm:pt modelId="{2863D560-38A8-438B-B0AA-4B1E487A8DCF}" type="pres">
      <dgm:prSet presAssocID="{B6588919-F4C5-4FCA-9FD0-B1FEE1DA513A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5574666-7505-4FD8-922C-CE66538097AA}" type="pres">
      <dgm:prSet presAssocID="{F1DAAEBB-B2C1-4401-ABE7-54C9A0773D5E}" presName="spacer" presStyleCnt="0"/>
      <dgm:spPr/>
    </dgm:pt>
    <dgm:pt modelId="{ACC9B280-7FD3-4A03-B0B7-7A8AC6CE148A}" type="pres">
      <dgm:prSet presAssocID="{14EFC01E-59BE-4CA8-9D1D-A25E1426961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DF44C8C-B7B7-4B02-B4D4-CDE2731B7D72}" type="pres">
      <dgm:prSet presAssocID="{232D0868-BC5D-4255-B9FC-88E1B9B987B6}" presName="spacer" presStyleCnt="0"/>
      <dgm:spPr/>
    </dgm:pt>
    <dgm:pt modelId="{0086ABE6-04B3-4189-A4C2-0E7F6F78D636}" type="pres">
      <dgm:prSet presAssocID="{2AECE6DA-6FF5-4632-B40A-DC4D6607108F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C6371F6-1ADD-4379-9B9D-E43B09040FAE}" type="pres">
      <dgm:prSet presAssocID="{00D3DEB3-DE85-4BE2-88B4-56EA19182464}" presName="spacer" presStyleCnt="0"/>
      <dgm:spPr/>
    </dgm:pt>
    <dgm:pt modelId="{8ABB0D9F-E8D4-4F97-B179-A1FC0B5E5E0E}" type="pres">
      <dgm:prSet presAssocID="{10515CEB-2AC9-481B-908A-9C1BDDC7771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BFE11C0-A8EE-4F50-B790-0108E8966646}" type="presOf" srcId="{10515CEB-2AC9-481B-908A-9C1BDDC77715}" destId="{8ABB0D9F-E8D4-4F97-B179-A1FC0B5E5E0E}" srcOrd="0" destOrd="0" presId="urn:microsoft.com/office/officeart/2005/8/layout/vList2"/>
    <dgm:cxn modelId="{7CCFC07C-F3AC-40DD-B6DB-E7581878FEF2}" type="presOf" srcId="{B6588919-F4C5-4FCA-9FD0-B1FEE1DA513A}" destId="{2863D560-38A8-438B-B0AA-4B1E487A8DCF}" srcOrd="0" destOrd="0" presId="urn:microsoft.com/office/officeart/2005/8/layout/vList2"/>
    <dgm:cxn modelId="{0115B6FC-2289-4352-87B2-440FBB181627}" srcId="{F758A695-F9F3-4BC9-9690-484C0F73DB2D}" destId="{B6588919-F4C5-4FCA-9FD0-B1FEE1DA513A}" srcOrd="1" destOrd="0" parTransId="{6E672E38-8726-4425-BEC5-A1064DD60F3F}" sibTransId="{F1DAAEBB-B2C1-4401-ABE7-54C9A0773D5E}"/>
    <dgm:cxn modelId="{B9394B44-B913-4D1F-8A85-BF284929878B}" srcId="{F758A695-F9F3-4BC9-9690-484C0F73DB2D}" destId="{14EFC01E-59BE-4CA8-9D1D-A25E14269613}" srcOrd="2" destOrd="0" parTransId="{8FB02563-744B-4B03-9B0D-EABA83119F63}" sibTransId="{232D0868-BC5D-4255-B9FC-88E1B9B987B6}"/>
    <dgm:cxn modelId="{54DB0248-967B-4B1D-8B64-BE874220B48D}" type="presOf" srcId="{F758A695-F9F3-4BC9-9690-484C0F73DB2D}" destId="{F1C8B3EF-72B1-4492-9A48-93FC1A72C87D}" srcOrd="0" destOrd="0" presId="urn:microsoft.com/office/officeart/2005/8/layout/vList2"/>
    <dgm:cxn modelId="{B8B2C83E-F81C-4F49-A626-4B31E19D59E2}" type="presOf" srcId="{6232A295-4D52-4079-95D0-923AA4A5E7CE}" destId="{7ABA3FF2-00D0-4DE2-A08D-9E0DA2E78DEB}" srcOrd="0" destOrd="0" presId="urn:microsoft.com/office/officeart/2005/8/layout/vList2"/>
    <dgm:cxn modelId="{5459528B-EAE9-4DA5-BC24-6F1BF1FABC7A}" srcId="{F758A695-F9F3-4BC9-9690-484C0F73DB2D}" destId="{2AECE6DA-6FF5-4632-B40A-DC4D6607108F}" srcOrd="3" destOrd="0" parTransId="{BEB03B4C-6532-4356-9A70-3A33DC0F4BB5}" sibTransId="{00D3DEB3-DE85-4BE2-88B4-56EA19182464}"/>
    <dgm:cxn modelId="{7EBB4AAC-8789-4203-8E3B-0F9C5BEF05E4}" type="presOf" srcId="{14EFC01E-59BE-4CA8-9D1D-A25E14269613}" destId="{ACC9B280-7FD3-4A03-B0B7-7A8AC6CE148A}" srcOrd="0" destOrd="0" presId="urn:microsoft.com/office/officeart/2005/8/layout/vList2"/>
    <dgm:cxn modelId="{50E7D85C-6D26-491A-ADD8-10964A507752}" srcId="{F758A695-F9F3-4BC9-9690-484C0F73DB2D}" destId="{6232A295-4D52-4079-95D0-923AA4A5E7CE}" srcOrd="0" destOrd="0" parTransId="{64967C0D-EB9D-47AA-B920-96287F4178ED}" sibTransId="{1206E201-9AA5-413D-BF97-717D21A3E8FF}"/>
    <dgm:cxn modelId="{9978513B-48E7-4C1B-AF7C-BB842ACFB20D}" srcId="{F758A695-F9F3-4BC9-9690-484C0F73DB2D}" destId="{10515CEB-2AC9-481B-908A-9C1BDDC77715}" srcOrd="4" destOrd="0" parTransId="{54C4F998-0CAF-41A1-8418-056B630744D8}" sibTransId="{FAB93554-EA03-4218-9882-1EF50CE7AC6D}"/>
    <dgm:cxn modelId="{B4A029AF-3540-485C-83A8-6A080A06F6FF}" type="presOf" srcId="{2AECE6DA-6FF5-4632-B40A-DC4D6607108F}" destId="{0086ABE6-04B3-4189-A4C2-0E7F6F78D636}" srcOrd="0" destOrd="0" presId="urn:microsoft.com/office/officeart/2005/8/layout/vList2"/>
    <dgm:cxn modelId="{83FF91E5-729D-4B47-B84A-20B6EEDA2B04}" type="presParOf" srcId="{F1C8B3EF-72B1-4492-9A48-93FC1A72C87D}" destId="{7ABA3FF2-00D0-4DE2-A08D-9E0DA2E78DEB}" srcOrd="0" destOrd="0" presId="urn:microsoft.com/office/officeart/2005/8/layout/vList2"/>
    <dgm:cxn modelId="{269D8EB5-C3BB-47BB-92D3-4F456F46ECBC}" type="presParOf" srcId="{F1C8B3EF-72B1-4492-9A48-93FC1A72C87D}" destId="{2B35429D-AC94-4A80-901F-BBCEC7A18BDA}" srcOrd="1" destOrd="0" presId="urn:microsoft.com/office/officeart/2005/8/layout/vList2"/>
    <dgm:cxn modelId="{9D99F386-78D3-4DE4-97A0-B167F7E681EA}" type="presParOf" srcId="{F1C8B3EF-72B1-4492-9A48-93FC1A72C87D}" destId="{2863D560-38A8-438B-B0AA-4B1E487A8DCF}" srcOrd="2" destOrd="0" presId="urn:microsoft.com/office/officeart/2005/8/layout/vList2"/>
    <dgm:cxn modelId="{AC09823C-CA1E-4A49-B81B-A7D4F96559CE}" type="presParOf" srcId="{F1C8B3EF-72B1-4492-9A48-93FC1A72C87D}" destId="{B5574666-7505-4FD8-922C-CE66538097AA}" srcOrd="3" destOrd="0" presId="urn:microsoft.com/office/officeart/2005/8/layout/vList2"/>
    <dgm:cxn modelId="{490F10FE-E675-4794-AE68-D03D15502221}" type="presParOf" srcId="{F1C8B3EF-72B1-4492-9A48-93FC1A72C87D}" destId="{ACC9B280-7FD3-4A03-B0B7-7A8AC6CE148A}" srcOrd="4" destOrd="0" presId="urn:microsoft.com/office/officeart/2005/8/layout/vList2"/>
    <dgm:cxn modelId="{FD8143AD-1F4C-4FA5-AAF7-FA2AF85B1470}" type="presParOf" srcId="{F1C8B3EF-72B1-4492-9A48-93FC1A72C87D}" destId="{CDF44C8C-B7B7-4B02-B4D4-CDE2731B7D72}" srcOrd="5" destOrd="0" presId="urn:microsoft.com/office/officeart/2005/8/layout/vList2"/>
    <dgm:cxn modelId="{BE9478D8-AD34-4252-963A-C8DF546300A1}" type="presParOf" srcId="{F1C8B3EF-72B1-4492-9A48-93FC1A72C87D}" destId="{0086ABE6-04B3-4189-A4C2-0E7F6F78D636}" srcOrd="6" destOrd="0" presId="urn:microsoft.com/office/officeart/2005/8/layout/vList2"/>
    <dgm:cxn modelId="{C2A33124-7C53-47B4-91FD-821D812172B4}" type="presParOf" srcId="{F1C8B3EF-72B1-4492-9A48-93FC1A72C87D}" destId="{AC6371F6-1ADD-4379-9B9D-E43B09040FAE}" srcOrd="7" destOrd="0" presId="urn:microsoft.com/office/officeart/2005/8/layout/vList2"/>
    <dgm:cxn modelId="{48650C4A-D416-4709-BF4A-6F62375D5043}" type="presParOf" srcId="{F1C8B3EF-72B1-4492-9A48-93FC1A72C87D}" destId="{8ABB0D9F-E8D4-4F97-B179-A1FC0B5E5E0E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F758A695-F9F3-4BC9-9690-484C0F73DB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232A295-4D52-4079-95D0-923AA4A5E7CE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A.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permet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prévenir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les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conséquences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métaboliques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du syndrome de reperfusion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64967C0D-EB9D-47AA-B920-96287F4178ED}" type="parTrans" cxnId="{50E7D85C-6D26-491A-ADD8-10964A507752}">
      <dgm:prSet/>
      <dgm:spPr/>
      <dgm:t>
        <a:bodyPr/>
        <a:lstStyle/>
        <a:p>
          <a:endParaRPr lang="fr-FR"/>
        </a:p>
      </dgm:t>
    </dgm:pt>
    <dgm:pt modelId="{1206E201-9AA5-413D-BF97-717D21A3E8FF}" type="sibTrans" cxnId="{50E7D85C-6D26-491A-ADD8-10964A507752}">
      <dgm:prSet/>
      <dgm:spPr/>
      <dgm:t>
        <a:bodyPr/>
        <a:lstStyle/>
        <a:p>
          <a:endParaRPr lang="fr-FR"/>
        </a:p>
      </dgm:t>
    </dgm:pt>
    <dgm:pt modelId="{B6588919-F4C5-4FCA-9FD0-B1FEE1DA513A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B. Se fait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avant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la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désobstruction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artérielle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6E672E38-8726-4425-BEC5-A1064DD60F3F}" type="parTrans" cxnId="{0115B6FC-2289-4352-87B2-440FBB181627}">
      <dgm:prSet/>
      <dgm:spPr/>
      <dgm:t>
        <a:bodyPr/>
        <a:lstStyle/>
        <a:p>
          <a:endParaRPr lang="fr-FR"/>
        </a:p>
      </dgm:t>
    </dgm:pt>
    <dgm:pt modelId="{F1DAAEBB-B2C1-4401-ABE7-54C9A0773D5E}" type="sibTrans" cxnId="{0115B6FC-2289-4352-87B2-440FBB181627}">
      <dgm:prSet/>
      <dgm:spPr/>
      <dgm:t>
        <a:bodyPr/>
        <a:lstStyle/>
        <a:p>
          <a:endParaRPr lang="fr-FR"/>
        </a:p>
      </dgm:t>
    </dgm:pt>
    <dgm:pt modelId="{14EFC01E-59BE-4CA8-9D1D-A25E14269613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C. 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Est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 fait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uniquement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en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cas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d'ischémie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aigue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par 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thrombose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 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pontage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8FB02563-744B-4B03-9B0D-EABA83119F63}" type="parTrans" cxnId="{B9394B44-B913-4D1F-8A85-BF284929878B}">
      <dgm:prSet/>
      <dgm:spPr/>
      <dgm:t>
        <a:bodyPr/>
        <a:lstStyle/>
        <a:p>
          <a:endParaRPr lang="fr-FR"/>
        </a:p>
      </dgm:t>
    </dgm:pt>
    <dgm:pt modelId="{232D0868-BC5D-4255-B9FC-88E1B9B987B6}" type="sibTrans" cxnId="{B9394B44-B913-4D1F-8A85-BF284929878B}">
      <dgm:prSet/>
      <dgm:spPr/>
      <dgm:t>
        <a:bodyPr/>
        <a:lstStyle/>
        <a:p>
          <a:endParaRPr lang="fr-FR"/>
        </a:p>
      </dgm:t>
    </dgm:pt>
    <dgm:pt modelId="{2AECE6DA-6FF5-4632-B40A-DC4D6607108F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D.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Permet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souvent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désobstruer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l'artère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BEB03B4C-6532-4356-9A70-3A33DC0F4BB5}" type="parTrans" cxnId="{5459528B-EAE9-4DA5-BC24-6F1BF1FABC7A}">
      <dgm:prSet/>
      <dgm:spPr/>
      <dgm:t>
        <a:bodyPr/>
        <a:lstStyle/>
        <a:p>
          <a:endParaRPr lang="fr-FR"/>
        </a:p>
      </dgm:t>
    </dgm:pt>
    <dgm:pt modelId="{00D3DEB3-DE85-4BE2-88B4-56EA19182464}" type="sibTrans" cxnId="{5459528B-EAE9-4DA5-BC24-6F1BF1FABC7A}">
      <dgm:prSet/>
      <dgm:spPr/>
      <dgm:t>
        <a:bodyPr/>
        <a:lstStyle/>
        <a:p>
          <a:endParaRPr lang="fr-FR"/>
        </a:p>
      </dgm:t>
    </dgm:pt>
    <dgm:pt modelId="{10515CEB-2AC9-481B-908A-9C1BDDC77715}">
      <dgm:prSet phldr="0"/>
      <dgm:spPr>
        <a:noFill/>
      </dgm:spPr>
      <dgm:t>
        <a:bodyPr/>
        <a:lstStyle/>
        <a:p>
          <a:pPr algn="l"/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E.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Permet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prévenir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la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récidive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de </a:t>
          </a:r>
          <a:r>
            <a:rPr lang="en-US" dirty="0" err="1">
              <a:solidFill>
                <a:schemeClr val="tx1"/>
              </a:solidFill>
              <a:latin typeface="+mn-lt"/>
              <a:cs typeface="Times New Roman"/>
            </a:rPr>
            <a:t>l'ischémie</a:t>
          </a:r>
          <a:r>
            <a:rPr lang="en-US" dirty="0">
              <a:solidFill>
                <a:schemeClr val="tx1"/>
              </a:solidFill>
              <a:latin typeface="+mn-lt"/>
              <a:cs typeface="Times New Roman"/>
            </a:rPr>
            <a:t>  </a:t>
          </a:r>
          <a:endParaRPr lang="en-US" dirty="0">
            <a:solidFill>
              <a:schemeClr val="tx1"/>
            </a:solidFill>
            <a:latin typeface="+mn-lt"/>
          </a:endParaRPr>
        </a:p>
      </dgm:t>
    </dgm:pt>
    <dgm:pt modelId="{54C4F998-0CAF-41A1-8418-056B630744D8}" type="parTrans" cxnId="{9978513B-48E7-4C1B-AF7C-BB842ACFB20D}">
      <dgm:prSet/>
      <dgm:spPr/>
      <dgm:t>
        <a:bodyPr/>
        <a:lstStyle/>
        <a:p>
          <a:endParaRPr lang="fr-FR"/>
        </a:p>
      </dgm:t>
    </dgm:pt>
    <dgm:pt modelId="{FAB93554-EA03-4218-9882-1EF50CE7AC6D}" type="sibTrans" cxnId="{9978513B-48E7-4C1B-AF7C-BB842ACFB20D}">
      <dgm:prSet/>
      <dgm:spPr/>
      <dgm:t>
        <a:bodyPr/>
        <a:lstStyle/>
        <a:p>
          <a:endParaRPr lang="fr-FR"/>
        </a:p>
      </dgm:t>
    </dgm:pt>
    <dgm:pt modelId="{F1C8B3EF-72B1-4492-9A48-93FC1A72C87D}" type="pres">
      <dgm:prSet presAssocID="{F758A695-F9F3-4BC9-9690-484C0F73DB2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ABA3FF2-00D0-4DE2-A08D-9E0DA2E78DEB}" type="pres">
      <dgm:prSet presAssocID="{6232A295-4D52-4079-95D0-923AA4A5E7CE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35429D-AC94-4A80-901F-BBCEC7A18BDA}" type="pres">
      <dgm:prSet presAssocID="{1206E201-9AA5-413D-BF97-717D21A3E8FF}" presName="spacer" presStyleCnt="0"/>
      <dgm:spPr/>
    </dgm:pt>
    <dgm:pt modelId="{2863D560-38A8-438B-B0AA-4B1E487A8DCF}" type="pres">
      <dgm:prSet presAssocID="{B6588919-F4C5-4FCA-9FD0-B1FEE1DA513A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5574666-7505-4FD8-922C-CE66538097AA}" type="pres">
      <dgm:prSet presAssocID="{F1DAAEBB-B2C1-4401-ABE7-54C9A0773D5E}" presName="spacer" presStyleCnt="0"/>
      <dgm:spPr/>
    </dgm:pt>
    <dgm:pt modelId="{ACC9B280-7FD3-4A03-B0B7-7A8AC6CE148A}" type="pres">
      <dgm:prSet presAssocID="{14EFC01E-59BE-4CA8-9D1D-A25E14269613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DF44C8C-B7B7-4B02-B4D4-CDE2731B7D72}" type="pres">
      <dgm:prSet presAssocID="{232D0868-BC5D-4255-B9FC-88E1B9B987B6}" presName="spacer" presStyleCnt="0"/>
      <dgm:spPr/>
    </dgm:pt>
    <dgm:pt modelId="{0086ABE6-04B3-4189-A4C2-0E7F6F78D636}" type="pres">
      <dgm:prSet presAssocID="{2AECE6DA-6FF5-4632-B40A-DC4D6607108F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C6371F6-1ADD-4379-9B9D-E43B09040FAE}" type="pres">
      <dgm:prSet presAssocID="{00D3DEB3-DE85-4BE2-88B4-56EA19182464}" presName="spacer" presStyleCnt="0"/>
      <dgm:spPr/>
    </dgm:pt>
    <dgm:pt modelId="{8ABB0D9F-E8D4-4F97-B179-A1FC0B5E5E0E}" type="pres">
      <dgm:prSet presAssocID="{10515CEB-2AC9-481B-908A-9C1BDDC7771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0115B6FC-2289-4352-87B2-440FBB181627}" srcId="{F758A695-F9F3-4BC9-9690-484C0F73DB2D}" destId="{B6588919-F4C5-4FCA-9FD0-B1FEE1DA513A}" srcOrd="1" destOrd="0" parTransId="{6E672E38-8726-4425-BEC5-A1064DD60F3F}" sibTransId="{F1DAAEBB-B2C1-4401-ABE7-54C9A0773D5E}"/>
    <dgm:cxn modelId="{5560C882-AF93-4818-8B28-4507373D8767}" type="presOf" srcId="{10515CEB-2AC9-481B-908A-9C1BDDC77715}" destId="{8ABB0D9F-E8D4-4F97-B179-A1FC0B5E5E0E}" srcOrd="0" destOrd="0" presId="urn:microsoft.com/office/officeart/2005/8/layout/vList2"/>
    <dgm:cxn modelId="{5459528B-EAE9-4DA5-BC24-6F1BF1FABC7A}" srcId="{F758A695-F9F3-4BC9-9690-484C0F73DB2D}" destId="{2AECE6DA-6FF5-4632-B40A-DC4D6607108F}" srcOrd="3" destOrd="0" parTransId="{BEB03B4C-6532-4356-9A70-3A33DC0F4BB5}" sibTransId="{00D3DEB3-DE85-4BE2-88B4-56EA19182464}"/>
    <dgm:cxn modelId="{B9394B44-B913-4D1F-8A85-BF284929878B}" srcId="{F758A695-F9F3-4BC9-9690-484C0F73DB2D}" destId="{14EFC01E-59BE-4CA8-9D1D-A25E14269613}" srcOrd="2" destOrd="0" parTransId="{8FB02563-744B-4B03-9B0D-EABA83119F63}" sibTransId="{232D0868-BC5D-4255-B9FC-88E1B9B987B6}"/>
    <dgm:cxn modelId="{B8AA373E-74BA-4A4D-B2C5-FB92334B49E9}" type="presOf" srcId="{B6588919-F4C5-4FCA-9FD0-B1FEE1DA513A}" destId="{2863D560-38A8-438B-B0AA-4B1E487A8DCF}" srcOrd="0" destOrd="0" presId="urn:microsoft.com/office/officeart/2005/8/layout/vList2"/>
    <dgm:cxn modelId="{50E7D85C-6D26-491A-ADD8-10964A507752}" srcId="{F758A695-F9F3-4BC9-9690-484C0F73DB2D}" destId="{6232A295-4D52-4079-95D0-923AA4A5E7CE}" srcOrd="0" destOrd="0" parTransId="{64967C0D-EB9D-47AA-B920-96287F4178ED}" sibTransId="{1206E201-9AA5-413D-BF97-717D21A3E8FF}"/>
    <dgm:cxn modelId="{9978513B-48E7-4C1B-AF7C-BB842ACFB20D}" srcId="{F758A695-F9F3-4BC9-9690-484C0F73DB2D}" destId="{10515CEB-2AC9-481B-908A-9C1BDDC77715}" srcOrd="4" destOrd="0" parTransId="{54C4F998-0CAF-41A1-8418-056B630744D8}" sibTransId="{FAB93554-EA03-4218-9882-1EF50CE7AC6D}"/>
    <dgm:cxn modelId="{B6B6F166-9479-4FA5-8B22-05A9C4856A2C}" type="presOf" srcId="{6232A295-4D52-4079-95D0-923AA4A5E7CE}" destId="{7ABA3FF2-00D0-4DE2-A08D-9E0DA2E78DEB}" srcOrd="0" destOrd="0" presId="urn:microsoft.com/office/officeart/2005/8/layout/vList2"/>
    <dgm:cxn modelId="{6E697DD5-1572-4939-BD01-80695F551128}" type="presOf" srcId="{14EFC01E-59BE-4CA8-9D1D-A25E14269613}" destId="{ACC9B280-7FD3-4A03-B0B7-7A8AC6CE148A}" srcOrd="0" destOrd="0" presId="urn:microsoft.com/office/officeart/2005/8/layout/vList2"/>
    <dgm:cxn modelId="{B70DA3DF-77C1-4118-A84F-6A4BBECD1922}" type="presOf" srcId="{F758A695-F9F3-4BC9-9690-484C0F73DB2D}" destId="{F1C8B3EF-72B1-4492-9A48-93FC1A72C87D}" srcOrd="0" destOrd="0" presId="urn:microsoft.com/office/officeart/2005/8/layout/vList2"/>
    <dgm:cxn modelId="{F75349CE-48A5-4CC4-88EC-6C0BBD9B38B7}" type="presOf" srcId="{2AECE6DA-6FF5-4632-B40A-DC4D6607108F}" destId="{0086ABE6-04B3-4189-A4C2-0E7F6F78D636}" srcOrd="0" destOrd="0" presId="urn:microsoft.com/office/officeart/2005/8/layout/vList2"/>
    <dgm:cxn modelId="{E4FDC470-2633-4269-BB7E-854A1F6FB459}" type="presParOf" srcId="{F1C8B3EF-72B1-4492-9A48-93FC1A72C87D}" destId="{7ABA3FF2-00D0-4DE2-A08D-9E0DA2E78DEB}" srcOrd="0" destOrd="0" presId="urn:microsoft.com/office/officeart/2005/8/layout/vList2"/>
    <dgm:cxn modelId="{7D8DA759-FB0F-42F3-BE07-1C23B91B6F82}" type="presParOf" srcId="{F1C8B3EF-72B1-4492-9A48-93FC1A72C87D}" destId="{2B35429D-AC94-4A80-901F-BBCEC7A18BDA}" srcOrd="1" destOrd="0" presId="urn:microsoft.com/office/officeart/2005/8/layout/vList2"/>
    <dgm:cxn modelId="{F233F4D4-4F7D-47BD-8F17-070FBEE1413A}" type="presParOf" srcId="{F1C8B3EF-72B1-4492-9A48-93FC1A72C87D}" destId="{2863D560-38A8-438B-B0AA-4B1E487A8DCF}" srcOrd="2" destOrd="0" presId="urn:microsoft.com/office/officeart/2005/8/layout/vList2"/>
    <dgm:cxn modelId="{BE4B64CE-70D7-46B0-A640-E9A5110A2E6C}" type="presParOf" srcId="{F1C8B3EF-72B1-4492-9A48-93FC1A72C87D}" destId="{B5574666-7505-4FD8-922C-CE66538097AA}" srcOrd="3" destOrd="0" presId="urn:microsoft.com/office/officeart/2005/8/layout/vList2"/>
    <dgm:cxn modelId="{1312D92E-5A83-49FE-A551-2B8A933A6038}" type="presParOf" srcId="{F1C8B3EF-72B1-4492-9A48-93FC1A72C87D}" destId="{ACC9B280-7FD3-4A03-B0B7-7A8AC6CE148A}" srcOrd="4" destOrd="0" presId="urn:microsoft.com/office/officeart/2005/8/layout/vList2"/>
    <dgm:cxn modelId="{05BE1127-0957-48A0-B26E-7DF0E3CF8B26}" type="presParOf" srcId="{F1C8B3EF-72B1-4492-9A48-93FC1A72C87D}" destId="{CDF44C8C-B7B7-4B02-B4D4-CDE2731B7D72}" srcOrd="5" destOrd="0" presId="urn:microsoft.com/office/officeart/2005/8/layout/vList2"/>
    <dgm:cxn modelId="{E6EDB1CC-34E1-422E-93C4-641467F6D0F2}" type="presParOf" srcId="{F1C8B3EF-72B1-4492-9A48-93FC1A72C87D}" destId="{0086ABE6-04B3-4189-A4C2-0E7F6F78D636}" srcOrd="6" destOrd="0" presId="urn:microsoft.com/office/officeart/2005/8/layout/vList2"/>
    <dgm:cxn modelId="{3A5990E1-9D41-49C0-BD04-5CE4A19EC759}" type="presParOf" srcId="{F1C8B3EF-72B1-4492-9A48-93FC1A72C87D}" destId="{AC6371F6-1ADD-4379-9B9D-E43B09040FAE}" srcOrd="7" destOrd="0" presId="urn:microsoft.com/office/officeart/2005/8/layout/vList2"/>
    <dgm:cxn modelId="{16CB07F0-D5AC-44BA-8CED-266F4FE09344}" type="presParOf" srcId="{F1C8B3EF-72B1-4492-9A48-93FC1A72C87D}" destId="{8ABB0D9F-E8D4-4F97-B179-A1FC0B5E5E0E}" srcOrd="8" destOrd="0" presId="urn:microsoft.com/office/officeart/2005/8/layout/vList2"/>
  </dgm:cxnLst>
  <dgm:bg/>
  <dgm:whole/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61D81595-E601-4355-B2E5-D831C644DBD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EE8424F7-96E0-41A6-8E80-67188921D5E8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E. Injection d’un </a:t>
          </a:r>
          <a:r>
            <a:rPr lang="fr-FR" dirty="0" err="1">
              <a:solidFill>
                <a:schemeClr val="tx1"/>
              </a:solidFill>
            </a:rPr>
            <a:t>bolus</a:t>
          </a:r>
          <a:r>
            <a:rPr lang="fr-FR" dirty="0">
              <a:solidFill>
                <a:schemeClr val="tx1"/>
              </a:solidFill>
            </a:rPr>
            <a:t> d’</a:t>
          </a:r>
          <a:r>
            <a:rPr lang="fr-FR" dirty="0" err="1">
              <a:solidFill>
                <a:schemeClr val="tx1"/>
              </a:solidFill>
            </a:rPr>
            <a:t>héparine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0119A845-BE59-446D-8571-B45C567EFC83}" type="parTrans" cxnId="{C1B1A42B-8FE6-455B-BB88-8AC99DF5BB14}">
      <dgm:prSet/>
      <dgm:spPr/>
      <dgm:t>
        <a:bodyPr/>
        <a:lstStyle/>
        <a:p>
          <a:endParaRPr lang="fr-FR"/>
        </a:p>
      </dgm:t>
    </dgm:pt>
    <dgm:pt modelId="{5BD8EBE4-D3E4-41DC-B0EE-011D760E4000}" type="sibTrans" cxnId="{C1B1A42B-8FE6-455B-BB88-8AC99DF5BB14}">
      <dgm:prSet/>
      <dgm:spPr/>
      <dgm:t>
        <a:bodyPr/>
        <a:lstStyle/>
        <a:p>
          <a:endParaRPr lang="fr-FR"/>
        </a:p>
      </dgm:t>
    </dgm:pt>
    <dgm:pt modelId="{1D8C7AED-0C55-4079-8EFD-923026854E9D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Traitement antalgique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</a:p>
      </dgm:t>
    </dgm:pt>
    <dgm:pt modelId="{3F402926-0AD1-41F2-9E8D-54381353E7B1}" type="parTrans" cxnId="{B7CB25D7-37F9-43BB-9EFA-E50BCE7611E3}">
      <dgm:prSet/>
      <dgm:spPr/>
      <dgm:t>
        <a:bodyPr/>
        <a:lstStyle/>
        <a:p>
          <a:endParaRPr lang="fr-FR"/>
        </a:p>
      </dgm:t>
    </dgm:pt>
    <dgm:pt modelId="{A087528B-FA9C-40AE-BBC0-587572DFF9F0}" type="sibTrans" cxnId="{B7CB25D7-37F9-43BB-9EFA-E50BCE7611E3}">
      <dgm:prSet/>
      <dgm:spPr/>
      <dgm:t>
        <a:bodyPr/>
        <a:lstStyle/>
        <a:p>
          <a:endParaRPr lang="fr-FR"/>
        </a:p>
      </dgm:t>
    </dgm:pt>
    <dgm:pt modelId="{7B41E373-CA0E-46F5-8E19-2301071EDA8F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B. Injection de vasodilatateur </a:t>
          </a:r>
          <a:r>
            <a:rPr lang="fr-FR" dirty="0" err="1" smtClean="0">
              <a:solidFill>
                <a:schemeClr val="tx1"/>
              </a:solidFill>
            </a:rPr>
            <a:t>arteriel</a:t>
          </a:r>
          <a:endParaRPr lang="fr-FR" dirty="0">
            <a:solidFill>
              <a:schemeClr val="tx1"/>
            </a:solidFill>
          </a:endParaRPr>
        </a:p>
      </dgm:t>
    </dgm:pt>
    <dgm:pt modelId="{8BC7C3D1-AC27-44A4-A00D-FC4CB01F396C}" type="parTrans" cxnId="{D41917F3-BB75-4E84-9C73-FBA3CE543C9B}">
      <dgm:prSet/>
      <dgm:spPr/>
      <dgm:t>
        <a:bodyPr/>
        <a:lstStyle/>
        <a:p>
          <a:endParaRPr lang="fr-FR"/>
        </a:p>
      </dgm:t>
    </dgm:pt>
    <dgm:pt modelId="{D22821A1-180D-4CB4-9AF9-9423A7B8BF4A}" type="sibTrans" cxnId="{D41917F3-BB75-4E84-9C73-FBA3CE543C9B}">
      <dgm:prSet/>
      <dgm:spPr/>
      <dgm:t>
        <a:bodyPr/>
        <a:lstStyle/>
        <a:p>
          <a:endParaRPr lang="fr-FR"/>
        </a:p>
      </dgm:t>
    </dgm:pt>
    <dgm:pt modelId="{B5529FB2-F780-4E5B-8669-134B557B6022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C. Fibrinolyse en urgence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70FEF75-3EE8-4334-8BBC-22C7F8316ED3}" type="parTrans" cxnId="{B82DAA19-8B70-4FC6-969A-E5F532662F5E}">
      <dgm:prSet/>
      <dgm:spPr/>
      <dgm:t>
        <a:bodyPr/>
        <a:lstStyle/>
        <a:p>
          <a:endParaRPr lang="fr-FR"/>
        </a:p>
      </dgm:t>
    </dgm:pt>
    <dgm:pt modelId="{36803A1D-63EB-4005-BA4E-D363B6F98F44}" type="sibTrans" cxnId="{B82DAA19-8B70-4FC6-969A-E5F532662F5E}">
      <dgm:prSet/>
      <dgm:spPr/>
      <dgm:t>
        <a:bodyPr/>
        <a:lstStyle/>
        <a:p>
          <a:endParaRPr lang="fr-FR"/>
        </a:p>
      </dgm:t>
    </dgm:pt>
    <dgm:pt modelId="{F05AE38D-7143-4EC1-8D4D-0CA077B1C26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D. Désobstruction à la sonde de </a:t>
          </a:r>
          <a:r>
            <a:rPr lang="fr-FR" dirty="0" err="1">
              <a:solidFill>
                <a:schemeClr val="tx1"/>
              </a:solidFill>
            </a:rPr>
            <a:t>Fogarty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F781C46B-403A-4085-9E64-719396664E70}" type="parTrans" cxnId="{DE1F2512-FDA4-4F2F-8779-B3F565F43455}">
      <dgm:prSet/>
      <dgm:spPr/>
      <dgm:t>
        <a:bodyPr/>
        <a:lstStyle/>
        <a:p>
          <a:endParaRPr lang="fr-FR"/>
        </a:p>
      </dgm:t>
    </dgm:pt>
    <dgm:pt modelId="{1C0EEFF5-48D2-4850-BAEC-B3CE04D3C01A}" type="sibTrans" cxnId="{DE1F2512-FDA4-4F2F-8779-B3F565F43455}">
      <dgm:prSet/>
      <dgm:spPr/>
      <dgm:t>
        <a:bodyPr/>
        <a:lstStyle/>
        <a:p>
          <a:endParaRPr lang="fr-FR"/>
        </a:p>
      </dgm:t>
    </dgm:pt>
    <dgm:pt modelId="{05FCF6C9-CA7D-4B85-BE75-A95F7D399BD6}" type="pres">
      <dgm:prSet presAssocID="{61D81595-E601-4355-B2E5-D831C644DBD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A5E688E-1F95-45F3-8FFA-2B2CC4E44306}" type="pres">
      <dgm:prSet presAssocID="{1D8C7AED-0C55-4079-8EFD-923026854E9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742F502-1259-44A8-A044-B4BDCB935970}" type="pres">
      <dgm:prSet presAssocID="{A087528B-FA9C-40AE-BBC0-587572DFF9F0}" presName="spacer" presStyleCnt="0"/>
      <dgm:spPr/>
    </dgm:pt>
    <dgm:pt modelId="{CAEAD12F-DC24-4012-A9C7-6B0A0582F836}" type="pres">
      <dgm:prSet presAssocID="{7B41E373-CA0E-46F5-8E19-2301071EDA8F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EB08386-D3F9-46B3-BDAC-6E5537BAE9C2}" type="pres">
      <dgm:prSet presAssocID="{D22821A1-180D-4CB4-9AF9-9423A7B8BF4A}" presName="spacer" presStyleCnt="0"/>
      <dgm:spPr/>
    </dgm:pt>
    <dgm:pt modelId="{58F13D87-473F-4422-9FA9-311BCDF56196}" type="pres">
      <dgm:prSet presAssocID="{B5529FB2-F780-4E5B-8669-134B557B6022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5D7E64A-B15B-4C40-BC22-59C04F9FD557}" type="pres">
      <dgm:prSet presAssocID="{36803A1D-63EB-4005-BA4E-D363B6F98F44}" presName="spacer" presStyleCnt="0"/>
      <dgm:spPr/>
    </dgm:pt>
    <dgm:pt modelId="{6FB16993-FB88-4ACE-B9FA-1E8214DECC1B}" type="pres">
      <dgm:prSet presAssocID="{F05AE38D-7143-4EC1-8D4D-0CA077B1C26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355136-1AE8-4E13-A4E9-14E9C2ED553D}" type="pres">
      <dgm:prSet presAssocID="{1C0EEFF5-48D2-4850-BAEC-B3CE04D3C01A}" presName="spacer" presStyleCnt="0"/>
      <dgm:spPr/>
    </dgm:pt>
    <dgm:pt modelId="{A6D30595-1363-47F4-9DAD-9D73E5F5C52A}" type="pres">
      <dgm:prSet presAssocID="{EE8424F7-96E0-41A6-8E80-67188921D5E8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054DB800-6D77-4837-BE4F-E1214D725C93}" type="presOf" srcId="{1D8C7AED-0C55-4079-8EFD-923026854E9D}" destId="{4A5E688E-1F95-45F3-8FFA-2B2CC4E44306}" srcOrd="0" destOrd="0" presId="urn:microsoft.com/office/officeart/2005/8/layout/vList2"/>
    <dgm:cxn modelId="{EC349674-CA09-498F-A3B7-8D12F6504979}" type="presOf" srcId="{F05AE38D-7143-4EC1-8D4D-0CA077B1C269}" destId="{6FB16993-FB88-4ACE-B9FA-1E8214DECC1B}" srcOrd="0" destOrd="0" presId="urn:microsoft.com/office/officeart/2005/8/layout/vList2"/>
    <dgm:cxn modelId="{C1B1A42B-8FE6-455B-BB88-8AC99DF5BB14}" srcId="{61D81595-E601-4355-B2E5-D831C644DBD8}" destId="{EE8424F7-96E0-41A6-8E80-67188921D5E8}" srcOrd="4" destOrd="0" parTransId="{0119A845-BE59-446D-8571-B45C567EFC83}" sibTransId="{5BD8EBE4-D3E4-41DC-B0EE-011D760E4000}"/>
    <dgm:cxn modelId="{D41917F3-BB75-4E84-9C73-FBA3CE543C9B}" srcId="{61D81595-E601-4355-B2E5-D831C644DBD8}" destId="{7B41E373-CA0E-46F5-8E19-2301071EDA8F}" srcOrd="1" destOrd="0" parTransId="{8BC7C3D1-AC27-44A4-A00D-FC4CB01F396C}" sibTransId="{D22821A1-180D-4CB4-9AF9-9423A7B8BF4A}"/>
    <dgm:cxn modelId="{D878FA32-6A21-4826-A130-FC257723E8C4}" type="presOf" srcId="{B5529FB2-F780-4E5B-8669-134B557B6022}" destId="{58F13D87-473F-4422-9FA9-311BCDF56196}" srcOrd="0" destOrd="0" presId="urn:microsoft.com/office/officeart/2005/8/layout/vList2"/>
    <dgm:cxn modelId="{D7F70B9E-8A07-49F7-A1B9-C5410E5A7FCD}" type="presOf" srcId="{EE8424F7-96E0-41A6-8E80-67188921D5E8}" destId="{A6D30595-1363-47F4-9DAD-9D73E5F5C52A}" srcOrd="0" destOrd="0" presId="urn:microsoft.com/office/officeart/2005/8/layout/vList2"/>
    <dgm:cxn modelId="{438BEC96-87C2-4E07-81CE-39345DA85A12}" type="presOf" srcId="{7B41E373-CA0E-46F5-8E19-2301071EDA8F}" destId="{CAEAD12F-DC24-4012-A9C7-6B0A0582F836}" srcOrd="0" destOrd="0" presId="urn:microsoft.com/office/officeart/2005/8/layout/vList2"/>
    <dgm:cxn modelId="{DE1F2512-FDA4-4F2F-8779-B3F565F43455}" srcId="{61D81595-E601-4355-B2E5-D831C644DBD8}" destId="{F05AE38D-7143-4EC1-8D4D-0CA077B1C269}" srcOrd="3" destOrd="0" parTransId="{F781C46B-403A-4085-9E64-719396664E70}" sibTransId="{1C0EEFF5-48D2-4850-BAEC-B3CE04D3C01A}"/>
    <dgm:cxn modelId="{B7CB25D7-37F9-43BB-9EFA-E50BCE7611E3}" srcId="{61D81595-E601-4355-B2E5-D831C644DBD8}" destId="{1D8C7AED-0C55-4079-8EFD-923026854E9D}" srcOrd="0" destOrd="0" parTransId="{3F402926-0AD1-41F2-9E8D-54381353E7B1}" sibTransId="{A087528B-FA9C-40AE-BBC0-587572DFF9F0}"/>
    <dgm:cxn modelId="{03D94D76-BF84-4AE0-BD56-14E937693641}" type="presOf" srcId="{61D81595-E601-4355-B2E5-D831C644DBD8}" destId="{05FCF6C9-CA7D-4B85-BE75-A95F7D399BD6}" srcOrd="0" destOrd="0" presId="urn:microsoft.com/office/officeart/2005/8/layout/vList2"/>
    <dgm:cxn modelId="{B82DAA19-8B70-4FC6-969A-E5F532662F5E}" srcId="{61D81595-E601-4355-B2E5-D831C644DBD8}" destId="{B5529FB2-F780-4E5B-8669-134B557B6022}" srcOrd="2" destOrd="0" parTransId="{170FEF75-3EE8-4334-8BBC-22C7F8316ED3}" sibTransId="{36803A1D-63EB-4005-BA4E-D363B6F98F44}"/>
    <dgm:cxn modelId="{973E4C2E-D166-4FC2-988E-2E7CCF823BF4}" type="presParOf" srcId="{05FCF6C9-CA7D-4B85-BE75-A95F7D399BD6}" destId="{4A5E688E-1F95-45F3-8FFA-2B2CC4E44306}" srcOrd="0" destOrd="0" presId="urn:microsoft.com/office/officeart/2005/8/layout/vList2"/>
    <dgm:cxn modelId="{7B55F9CD-784A-42A9-962E-42B16B8ED7F8}" type="presParOf" srcId="{05FCF6C9-CA7D-4B85-BE75-A95F7D399BD6}" destId="{A742F502-1259-44A8-A044-B4BDCB935970}" srcOrd="1" destOrd="0" presId="urn:microsoft.com/office/officeart/2005/8/layout/vList2"/>
    <dgm:cxn modelId="{60CA2E2B-63D3-4E3A-AAAD-8AA4B4774EA6}" type="presParOf" srcId="{05FCF6C9-CA7D-4B85-BE75-A95F7D399BD6}" destId="{CAEAD12F-DC24-4012-A9C7-6B0A0582F836}" srcOrd="2" destOrd="0" presId="urn:microsoft.com/office/officeart/2005/8/layout/vList2"/>
    <dgm:cxn modelId="{4986270E-B435-4F1A-A5A8-11BFB90BF1F5}" type="presParOf" srcId="{05FCF6C9-CA7D-4B85-BE75-A95F7D399BD6}" destId="{1EB08386-D3F9-46B3-BDAC-6E5537BAE9C2}" srcOrd="3" destOrd="0" presId="urn:microsoft.com/office/officeart/2005/8/layout/vList2"/>
    <dgm:cxn modelId="{54F13D41-8D81-4268-A0C3-DF5DE299E9C3}" type="presParOf" srcId="{05FCF6C9-CA7D-4B85-BE75-A95F7D399BD6}" destId="{58F13D87-473F-4422-9FA9-311BCDF56196}" srcOrd="4" destOrd="0" presId="urn:microsoft.com/office/officeart/2005/8/layout/vList2"/>
    <dgm:cxn modelId="{F97DB448-407F-401E-8DC4-AB1E91749ABF}" type="presParOf" srcId="{05FCF6C9-CA7D-4B85-BE75-A95F7D399BD6}" destId="{D5D7E64A-B15B-4C40-BC22-59C04F9FD557}" srcOrd="5" destOrd="0" presId="urn:microsoft.com/office/officeart/2005/8/layout/vList2"/>
    <dgm:cxn modelId="{55F4B8CE-5EF6-4DDF-BE0D-5D381A0C22E6}" type="presParOf" srcId="{05FCF6C9-CA7D-4B85-BE75-A95F7D399BD6}" destId="{6FB16993-FB88-4ACE-B9FA-1E8214DECC1B}" srcOrd="6" destOrd="0" presId="urn:microsoft.com/office/officeart/2005/8/layout/vList2"/>
    <dgm:cxn modelId="{D3B284DE-ED12-4286-997D-DAA0B2BFFA5F}" type="presParOf" srcId="{05FCF6C9-CA7D-4B85-BE75-A95F7D399BD6}" destId="{23355136-1AE8-4E13-A4E9-14E9C2ED553D}" srcOrd="7" destOrd="0" presId="urn:microsoft.com/office/officeart/2005/8/layout/vList2"/>
    <dgm:cxn modelId="{9B46034C-9763-4E19-B6CB-2E742A59B7CF}" type="presParOf" srcId="{05FCF6C9-CA7D-4B85-BE75-A95F7D399BD6}" destId="{A6D30595-1363-47F4-9DAD-9D73E5F5C52A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61D81595-E601-4355-B2E5-D831C644DBD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EE8424F7-96E0-41A6-8E80-67188921D5E8}">
      <dgm:prSet phldrT="[Texte]"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</a:rPr>
            <a:t>E. Injection d’un </a:t>
          </a:r>
          <a:r>
            <a:rPr lang="fr-FR" dirty="0" err="1">
              <a:solidFill>
                <a:schemeClr val="tx1"/>
              </a:solidFill>
            </a:rPr>
            <a:t>bolus</a:t>
          </a:r>
          <a:r>
            <a:rPr lang="fr-FR" dirty="0">
              <a:solidFill>
                <a:schemeClr val="tx1"/>
              </a:solidFill>
            </a:rPr>
            <a:t> d’</a:t>
          </a:r>
          <a:r>
            <a:rPr lang="fr-FR" dirty="0" err="1">
              <a:solidFill>
                <a:schemeClr val="tx1"/>
              </a:solidFill>
            </a:rPr>
            <a:t>héparine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0119A845-BE59-446D-8571-B45C567EFC83}" type="parTrans" cxnId="{C1B1A42B-8FE6-455B-BB88-8AC99DF5BB14}">
      <dgm:prSet/>
      <dgm:spPr/>
      <dgm:t>
        <a:bodyPr/>
        <a:lstStyle/>
        <a:p>
          <a:endParaRPr lang="fr-FR"/>
        </a:p>
      </dgm:t>
    </dgm:pt>
    <dgm:pt modelId="{5BD8EBE4-D3E4-41DC-B0EE-011D760E4000}" type="sibTrans" cxnId="{C1B1A42B-8FE6-455B-BB88-8AC99DF5BB14}">
      <dgm:prSet/>
      <dgm:spPr/>
      <dgm:t>
        <a:bodyPr/>
        <a:lstStyle/>
        <a:p>
          <a:endParaRPr lang="fr-FR"/>
        </a:p>
      </dgm:t>
    </dgm:pt>
    <dgm:pt modelId="{1D8C7AED-0C55-4079-8EFD-923026854E9D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Traitement antalgique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</a:p>
      </dgm:t>
    </dgm:pt>
    <dgm:pt modelId="{3F402926-0AD1-41F2-9E8D-54381353E7B1}" type="parTrans" cxnId="{B7CB25D7-37F9-43BB-9EFA-E50BCE7611E3}">
      <dgm:prSet/>
      <dgm:spPr/>
      <dgm:t>
        <a:bodyPr/>
        <a:lstStyle/>
        <a:p>
          <a:endParaRPr lang="fr-FR"/>
        </a:p>
      </dgm:t>
    </dgm:pt>
    <dgm:pt modelId="{A087528B-FA9C-40AE-BBC0-587572DFF9F0}" type="sibTrans" cxnId="{B7CB25D7-37F9-43BB-9EFA-E50BCE7611E3}">
      <dgm:prSet/>
      <dgm:spPr/>
      <dgm:t>
        <a:bodyPr/>
        <a:lstStyle/>
        <a:p>
          <a:endParaRPr lang="fr-FR"/>
        </a:p>
      </dgm:t>
    </dgm:pt>
    <dgm:pt modelId="{7B41E373-CA0E-46F5-8E19-2301071EDA8F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B. Injection de vasodilatateur </a:t>
          </a:r>
          <a:r>
            <a:rPr lang="fr-FR" dirty="0" err="1" smtClean="0">
              <a:solidFill>
                <a:schemeClr val="tx1"/>
              </a:solidFill>
            </a:rPr>
            <a:t>arteriel</a:t>
          </a:r>
          <a:endParaRPr lang="fr-FR" dirty="0">
            <a:solidFill>
              <a:schemeClr val="tx1"/>
            </a:solidFill>
          </a:endParaRPr>
        </a:p>
      </dgm:t>
    </dgm:pt>
    <dgm:pt modelId="{8BC7C3D1-AC27-44A4-A00D-FC4CB01F396C}" type="parTrans" cxnId="{D41917F3-BB75-4E84-9C73-FBA3CE543C9B}">
      <dgm:prSet/>
      <dgm:spPr/>
      <dgm:t>
        <a:bodyPr/>
        <a:lstStyle/>
        <a:p>
          <a:endParaRPr lang="fr-FR"/>
        </a:p>
      </dgm:t>
    </dgm:pt>
    <dgm:pt modelId="{D22821A1-180D-4CB4-9AF9-9423A7B8BF4A}" type="sibTrans" cxnId="{D41917F3-BB75-4E84-9C73-FBA3CE543C9B}">
      <dgm:prSet/>
      <dgm:spPr/>
      <dgm:t>
        <a:bodyPr/>
        <a:lstStyle/>
        <a:p>
          <a:endParaRPr lang="fr-FR"/>
        </a:p>
      </dgm:t>
    </dgm:pt>
    <dgm:pt modelId="{B5529FB2-F780-4E5B-8669-134B557B6022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C. Fibrinolyse en urgence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70FEF75-3EE8-4334-8BBC-22C7F8316ED3}" type="parTrans" cxnId="{B82DAA19-8B70-4FC6-969A-E5F532662F5E}">
      <dgm:prSet/>
      <dgm:spPr/>
      <dgm:t>
        <a:bodyPr/>
        <a:lstStyle/>
        <a:p>
          <a:endParaRPr lang="fr-FR"/>
        </a:p>
      </dgm:t>
    </dgm:pt>
    <dgm:pt modelId="{36803A1D-63EB-4005-BA4E-D363B6F98F44}" type="sibTrans" cxnId="{B82DAA19-8B70-4FC6-969A-E5F532662F5E}">
      <dgm:prSet/>
      <dgm:spPr/>
      <dgm:t>
        <a:bodyPr/>
        <a:lstStyle/>
        <a:p>
          <a:endParaRPr lang="fr-FR"/>
        </a:p>
      </dgm:t>
    </dgm:pt>
    <dgm:pt modelId="{F05AE38D-7143-4EC1-8D4D-0CA077B1C26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D. Désobstruction à la sonde de </a:t>
          </a:r>
          <a:r>
            <a:rPr lang="fr-FR" dirty="0" err="1">
              <a:solidFill>
                <a:schemeClr val="tx1"/>
              </a:solidFill>
            </a:rPr>
            <a:t>Fogarty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F781C46B-403A-4085-9E64-719396664E70}" type="parTrans" cxnId="{DE1F2512-FDA4-4F2F-8779-B3F565F43455}">
      <dgm:prSet/>
      <dgm:spPr/>
      <dgm:t>
        <a:bodyPr/>
        <a:lstStyle/>
        <a:p>
          <a:endParaRPr lang="fr-FR"/>
        </a:p>
      </dgm:t>
    </dgm:pt>
    <dgm:pt modelId="{1C0EEFF5-48D2-4850-BAEC-B3CE04D3C01A}" type="sibTrans" cxnId="{DE1F2512-FDA4-4F2F-8779-B3F565F43455}">
      <dgm:prSet/>
      <dgm:spPr/>
      <dgm:t>
        <a:bodyPr/>
        <a:lstStyle/>
        <a:p>
          <a:endParaRPr lang="fr-FR"/>
        </a:p>
      </dgm:t>
    </dgm:pt>
    <dgm:pt modelId="{05FCF6C9-CA7D-4B85-BE75-A95F7D399BD6}" type="pres">
      <dgm:prSet presAssocID="{61D81595-E601-4355-B2E5-D831C644DBD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A5E688E-1F95-45F3-8FFA-2B2CC4E44306}" type="pres">
      <dgm:prSet presAssocID="{1D8C7AED-0C55-4079-8EFD-923026854E9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742F502-1259-44A8-A044-B4BDCB935970}" type="pres">
      <dgm:prSet presAssocID="{A087528B-FA9C-40AE-BBC0-587572DFF9F0}" presName="spacer" presStyleCnt="0"/>
      <dgm:spPr/>
    </dgm:pt>
    <dgm:pt modelId="{CAEAD12F-DC24-4012-A9C7-6B0A0582F836}" type="pres">
      <dgm:prSet presAssocID="{7B41E373-CA0E-46F5-8E19-2301071EDA8F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EB08386-D3F9-46B3-BDAC-6E5537BAE9C2}" type="pres">
      <dgm:prSet presAssocID="{D22821A1-180D-4CB4-9AF9-9423A7B8BF4A}" presName="spacer" presStyleCnt="0"/>
      <dgm:spPr/>
    </dgm:pt>
    <dgm:pt modelId="{58F13D87-473F-4422-9FA9-311BCDF56196}" type="pres">
      <dgm:prSet presAssocID="{B5529FB2-F780-4E5B-8669-134B557B6022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5D7E64A-B15B-4C40-BC22-59C04F9FD557}" type="pres">
      <dgm:prSet presAssocID="{36803A1D-63EB-4005-BA4E-D363B6F98F44}" presName="spacer" presStyleCnt="0"/>
      <dgm:spPr/>
    </dgm:pt>
    <dgm:pt modelId="{6FB16993-FB88-4ACE-B9FA-1E8214DECC1B}" type="pres">
      <dgm:prSet presAssocID="{F05AE38D-7143-4EC1-8D4D-0CA077B1C26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355136-1AE8-4E13-A4E9-14E9C2ED553D}" type="pres">
      <dgm:prSet presAssocID="{1C0EEFF5-48D2-4850-BAEC-B3CE04D3C01A}" presName="spacer" presStyleCnt="0"/>
      <dgm:spPr/>
    </dgm:pt>
    <dgm:pt modelId="{A6D30595-1363-47F4-9DAD-9D73E5F5C52A}" type="pres">
      <dgm:prSet presAssocID="{EE8424F7-96E0-41A6-8E80-67188921D5E8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F38565A-221A-49C9-ADD7-454F29BCDFD5}" type="presOf" srcId="{61D81595-E601-4355-B2E5-D831C644DBD8}" destId="{05FCF6C9-CA7D-4B85-BE75-A95F7D399BD6}" srcOrd="0" destOrd="0" presId="urn:microsoft.com/office/officeart/2005/8/layout/vList2"/>
    <dgm:cxn modelId="{C1B1A42B-8FE6-455B-BB88-8AC99DF5BB14}" srcId="{61D81595-E601-4355-B2E5-D831C644DBD8}" destId="{EE8424F7-96E0-41A6-8E80-67188921D5E8}" srcOrd="4" destOrd="0" parTransId="{0119A845-BE59-446D-8571-B45C567EFC83}" sibTransId="{5BD8EBE4-D3E4-41DC-B0EE-011D760E4000}"/>
    <dgm:cxn modelId="{D41917F3-BB75-4E84-9C73-FBA3CE543C9B}" srcId="{61D81595-E601-4355-B2E5-D831C644DBD8}" destId="{7B41E373-CA0E-46F5-8E19-2301071EDA8F}" srcOrd="1" destOrd="0" parTransId="{8BC7C3D1-AC27-44A4-A00D-FC4CB01F396C}" sibTransId="{D22821A1-180D-4CB4-9AF9-9423A7B8BF4A}"/>
    <dgm:cxn modelId="{AA5FD586-EB0F-498D-884C-A33F5396603A}" type="presOf" srcId="{F05AE38D-7143-4EC1-8D4D-0CA077B1C269}" destId="{6FB16993-FB88-4ACE-B9FA-1E8214DECC1B}" srcOrd="0" destOrd="0" presId="urn:microsoft.com/office/officeart/2005/8/layout/vList2"/>
    <dgm:cxn modelId="{DE1F2512-FDA4-4F2F-8779-B3F565F43455}" srcId="{61D81595-E601-4355-B2E5-D831C644DBD8}" destId="{F05AE38D-7143-4EC1-8D4D-0CA077B1C269}" srcOrd="3" destOrd="0" parTransId="{F781C46B-403A-4085-9E64-719396664E70}" sibTransId="{1C0EEFF5-48D2-4850-BAEC-B3CE04D3C01A}"/>
    <dgm:cxn modelId="{B7CB25D7-37F9-43BB-9EFA-E50BCE7611E3}" srcId="{61D81595-E601-4355-B2E5-D831C644DBD8}" destId="{1D8C7AED-0C55-4079-8EFD-923026854E9D}" srcOrd="0" destOrd="0" parTransId="{3F402926-0AD1-41F2-9E8D-54381353E7B1}" sibTransId="{A087528B-FA9C-40AE-BBC0-587572DFF9F0}"/>
    <dgm:cxn modelId="{FEFA2DB1-DC45-466E-94DD-CFD857085BF3}" type="presOf" srcId="{7B41E373-CA0E-46F5-8E19-2301071EDA8F}" destId="{CAEAD12F-DC24-4012-A9C7-6B0A0582F836}" srcOrd="0" destOrd="0" presId="urn:microsoft.com/office/officeart/2005/8/layout/vList2"/>
    <dgm:cxn modelId="{40A3DBD5-6712-4A63-A0EC-18A38C08F232}" type="presOf" srcId="{EE8424F7-96E0-41A6-8E80-67188921D5E8}" destId="{A6D30595-1363-47F4-9DAD-9D73E5F5C52A}" srcOrd="0" destOrd="0" presId="urn:microsoft.com/office/officeart/2005/8/layout/vList2"/>
    <dgm:cxn modelId="{82D07C99-FB00-42F8-A3EB-24B1483287CE}" type="presOf" srcId="{1D8C7AED-0C55-4079-8EFD-923026854E9D}" destId="{4A5E688E-1F95-45F3-8FFA-2B2CC4E44306}" srcOrd="0" destOrd="0" presId="urn:microsoft.com/office/officeart/2005/8/layout/vList2"/>
    <dgm:cxn modelId="{B82DAA19-8B70-4FC6-969A-E5F532662F5E}" srcId="{61D81595-E601-4355-B2E5-D831C644DBD8}" destId="{B5529FB2-F780-4E5B-8669-134B557B6022}" srcOrd="2" destOrd="0" parTransId="{170FEF75-3EE8-4334-8BBC-22C7F8316ED3}" sibTransId="{36803A1D-63EB-4005-BA4E-D363B6F98F44}"/>
    <dgm:cxn modelId="{38799DC1-AF15-4D92-8646-D1D29986F436}" type="presOf" srcId="{B5529FB2-F780-4E5B-8669-134B557B6022}" destId="{58F13D87-473F-4422-9FA9-311BCDF56196}" srcOrd="0" destOrd="0" presId="urn:microsoft.com/office/officeart/2005/8/layout/vList2"/>
    <dgm:cxn modelId="{183A32C2-5251-4118-941E-771172B1ABB8}" type="presParOf" srcId="{05FCF6C9-CA7D-4B85-BE75-A95F7D399BD6}" destId="{4A5E688E-1F95-45F3-8FFA-2B2CC4E44306}" srcOrd="0" destOrd="0" presId="urn:microsoft.com/office/officeart/2005/8/layout/vList2"/>
    <dgm:cxn modelId="{BBF68880-12E2-4BB4-85E7-2884D81C1DD2}" type="presParOf" srcId="{05FCF6C9-CA7D-4B85-BE75-A95F7D399BD6}" destId="{A742F502-1259-44A8-A044-B4BDCB935970}" srcOrd="1" destOrd="0" presId="urn:microsoft.com/office/officeart/2005/8/layout/vList2"/>
    <dgm:cxn modelId="{4CD11B3D-E2F6-43F6-8122-3F58438613F5}" type="presParOf" srcId="{05FCF6C9-CA7D-4B85-BE75-A95F7D399BD6}" destId="{CAEAD12F-DC24-4012-A9C7-6B0A0582F836}" srcOrd="2" destOrd="0" presId="urn:microsoft.com/office/officeart/2005/8/layout/vList2"/>
    <dgm:cxn modelId="{A110AAB8-F5ED-410A-83B1-661593E2BD43}" type="presParOf" srcId="{05FCF6C9-CA7D-4B85-BE75-A95F7D399BD6}" destId="{1EB08386-D3F9-46B3-BDAC-6E5537BAE9C2}" srcOrd="3" destOrd="0" presId="urn:microsoft.com/office/officeart/2005/8/layout/vList2"/>
    <dgm:cxn modelId="{BCC60155-8CF9-45BE-BC69-058557C5F7EF}" type="presParOf" srcId="{05FCF6C9-CA7D-4B85-BE75-A95F7D399BD6}" destId="{58F13D87-473F-4422-9FA9-311BCDF56196}" srcOrd="4" destOrd="0" presId="urn:microsoft.com/office/officeart/2005/8/layout/vList2"/>
    <dgm:cxn modelId="{8B09D507-C4F4-44DD-A7D0-FF76D04322EC}" type="presParOf" srcId="{05FCF6C9-CA7D-4B85-BE75-A95F7D399BD6}" destId="{D5D7E64A-B15B-4C40-BC22-59C04F9FD557}" srcOrd="5" destOrd="0" presId="urn:microsoft.com/office/officeart/2005/8/layout/vList2"/>
    <dgm:cxn modelId="{DCDA1DD1-63B3-4C50-B39A-27B99243ABE8}" type="presParOf" srcId="{05FCF6C9-CA7D-4B85-BE75-A95F7D399BD6}" destId="{6FB16993-FB88-4ACE-B9FA-1E8214DECC1B}" srcOrd="6" destOrd="0" presId="urn:microsoft.com/office/officeart/2005/8/layout/vList2"/>
    <dgm:cxn modelId="{B0D6B107-1FB1-40D1-A288-75A6E9032805}" type="presParOf" srcId="{05FCF6C9-CA7D-4B85-BE75-A95F7D399BD6}" destId="{23355136-1AE8-4E13-A4E9-14E9C2ED553D}" srcOrd="7" destOrd="0" presId="urn:microsoft.com/office/officeart/2005/8/layout/vList2"/>
    <dgm:cxn modelId="{311D596B-CD5D-4C77-8165-D9E646E67370}" type="presParOf" srcId="{05FCF6C9-CA7D-4B85-BE75-A95F7D399BD6}" destId="{A6D30595-1363-47F4-9DAD-9D73E5F5C52A}" srcOrd="8" destOrd="0" presId="urn:microsoft.com/office/officeart/2005/8/layout/vList2"/>
  </dgm:cxnLst>
  <dgm:bg/>
  <dgm:whole/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61D81595-E601-4355-B2E5-D831C644DBD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EE8424F7-96E0-41A6-8E80-67188921D5E8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  <a:latin typeface="+mn-lt"/>
            </a:rPr>
            <a:t>E.  Douleur à type de broiement</a:t>
          </a:r>
        </a:p>
      </dgm:t>
    </dgm:pt>
    <dgm:pt modelId="{0119A845-BE59-446D-8571-B45C567EFC83}" type="parTrans" cxnId="{C1B1A42B-8FE6-455B-BB88-8AC99DF5BB14}">
      <dgm:prSet/>
      <dgm:spPr/>
      <dgm:t>
        <a:bodyPr/>
        <a:lstStyle/>
        <a:p>
          <a:endParaRPr lang="fr-FR"/>
        </a:p>
      </dgm:t>
    </dgm:pt>
    <dgm:pt modelId="{5BD8EBE4-D3E4-41DC-B0EE-011D760E4000}" type="sibTrans" cxnId="{C1B1A42B-8FE6-455B-BB88-8AC99DF5BB14}">
      <dgm:prSet/>
      <dgm:spPr/>
      <dgm:t>
        <a:bodyPr/>
        <a:lstStyle/>
        <a:p>
          <a:endParaRPr lang="fr-FR"/>
        </a:p>
      </dgm:t>
    </dgm:pt>
    <dgm:pt modelId="{1D8C7AED-0C55-4079-8EFD-923026854E9D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Déficit </a:t>
          </a:r>
          <a:r>
            <a:rPr lang="fr-FR" dirty="0" err="1">
              <a:solidFill>
                <a:schemeClr val="tx1"/>
              </a:solidFill>
            </a:rPr>
            <a:t>sensitivo-moteur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</a:p>
      </dgm:t>
    </dgm:pt>
    <dgm:pt modelId="{3F402926-0AD1-41F2-9E8D-54381353E7B1}" type="parTrans" cxnId="{B7CB25D7-37F9-43BB-9EFA-E50BCE7611E3}">
      <dgm:prSet/>
      <dgm:spPr/>
      <dgm:t>
        <a:bodyPr/>
        <a:lstStyle/>
        <a:p>
          <a:endParaRPr lang="fr-FR"/>
        </a:p>
      </dgm:t>
    </dgm:pt>
    <dgm:pt modelId="{A087528B-FA9C-40AE-BBC0-587572DFF9F0}" type="sibTrans" cxnId="{B7CB25D7-37F9-43BB-9EFA-E50BCE7611E3}">
      <dgm:prSet/>
      <dgm:spPr/>
      <dgm:t>
        <a:bodyPr/>
        <a:lstStyle/>
        <a:p>
          <a:endParaRPr lang="fr-FR"/>
        </a:p>
      </dgm:t>
    </dgm:pt>
    <dgm:pt modelId="{7B41E373-CA0E-46F5-8E19-2301071EDA8F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B. Froideur du membre</a:t>
          </a:r>
        </a:p>
      </dgm:t>
    </dgm:pt>
    <dgm:pt modelId="{8BC7C3D1-AC27-44A4-A00D-FC4CB01F396C}" type="parTrans" cxnId="{D41917F3-BB75-4E84-9C73-FBA3CE543C9B}">
      <dgm:prSet/>
      <dgm:spPr/>
      <dgm:t>
        <a:bodyPr/>
        <a:lstStyle/>
        <a:p>
          <a:endParaRPr lang="fr-FR"/>
        </a:p>
      </dgm:t>
    </dgm:pt>
    <dgm:pt modelId="{D22821A1-180D-4CB4-9AF9-9423A7B8BF4A}" type="sibTrans" cxnId="{D41917F3-BB75-4E84-9C73-FBA3CE543C9B}">
      <dgm:prSet/>
      <dgm:spPr/>
      <dgm:t>
        <a:bodyPr/>
        <a:lstStyle/>
        <a:p>
          <a:endParaRPr lang="fr-FR"/>
        </a:p>
      </dgm:t>
    </dgm:pt>
    <dgm:pt modelId="{B5529FB2-F780-4E5B-8669-134B557B6022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C. Cyanose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70FEF75-3EE8-4334-8BBC-22C7F8316ED3}" type="parTrans" cxnId="{B82DAA19-8B70-4FC6-969A-E5F532662F5E}">
      <dgm:prSet/>
      <dgm:spPr/>
      <dgm:t>
        <a:bodyPr/>
        <a:lstStyle/>
        <a:p>
          <a:endParaRPr lang="fr-FR"/>
        </a:p>
      </dgm:t>
    </dgm:pt>
    <dgm:pt modelId="{36803A1D-63EB-4005-BA4E-D363B6F98F44}" type="sibTrans" cxnId="{B82DAA19-8B70-4FC6-969A-E5F532662F5E}">
      <dgm:prSet/>
      <dgm:spPr/>
      <dgm:t>
        <a:bodyPr/>
        <a:lstStyle/>
        <a:p>
          <a:endParaRPr lang="fr-FR"/>
        </a:p>
      </dgm:t>
    </dgm:pt>
    <dgm:pt modelId="{F05AE38D-7143-4EC1-8D4D-0CA077B1C26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D. Abolition du </a:t>
          </a:r>
          <a:r>
            <a:rPr lang="fr-FR" dirty="0" smtClean="0">
              <a:solidFill>
                <a:schemeClr val="tx1"/>
              </a:solidFill>
            </a:rPr>
            <a:t>pouls </a:t>
          </a:r>
          <a:r>
            <a:rPr lang="fr-FR" dirty="0">
              <a:solidFill>
                <a:schemeClr val="tx1"/>
              </a:solidFill>
            </a:rPr>
            <a:t>fémoral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F781C46B-403A-4085-9E64-719396664E70}" type="parTrans" cxnId="{DE1F2512-FDA4-4F2F-8779-B3F565F43455}">
      <dgm:prSet/>
      <dgm:spPr/>
      <dgm:t>
        <a:bodyPr/>
        <a:lstStyle/>
        <a:p>
          <a:endParaRPr lang="fr-FR"/>
        </a:p>
      </dgm:t>
    </dgm:pt>
    <dgm:pt modelId="{1C0EEFF5-48D2-4850-BAEC-B3CE04D3C01A}" type="sibTrans" cxnId="{DE1F2512-FDA4-4F2F-8779-B3F565F43455}">
      <dgm:prSet/>
      <dgm:spPr/>
      <dgm:t>
        <a:bodyPr/>
        <a:lstStyle/>
        <a:p>
          <a:endParaRPr lang="fr-FR"/>
        </a:p>
      </dgm:t>
    </dgm:pt>
    <dgm:pt modelId="{05FCF6C9-CA7D-4B85-BE75-A95F7D399BD6}" type="pres">
      <dgm:prSet presAssocID="{61D81595-E601-4355-B2E5-D831C644DBD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A5E688E-1F95-45F3-8FFA-2B2CC4E44306}" type="pres">
      <dgm:prSet presAssocID="{1D8C7AED-0C55-4079-8EFD-923026854E9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742F502-1259-44A8-A044-B4BDCB935970}" type="pres">
      <dgm:prSet presAssocID="{A087528B-FA9C-40AE-BBC0-587572DFF9F0}" presName="spacer" presStyleCnt="0"/>
      <dgm:spPr/>
    </dgm:pt>
    <dgm:pt modelId="{CAEAD12F-DC24-4012-A9C7-6B0A0582F836}" type="pres">
      <dgm:prSet presAssocID="{7B41E373-CA0E-46F5-8E19-2301071EDA8F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EB08386-D3F9-46B3-BDAC-6E5537BAE9C2}" type="pres">
      <dgm:prSet presAssocID="{D22821A1-180D-4CB4-9AF9-9423A7B8BF4A}" presName="spacer" presStyleCnt="0"/>
      <dgm:spPr/>
    </dgm:pt>
    <dgm:pt modelId="{58F13D87-473F-4422-9FA9-311BCDF56196}" type="pres">
      <dgm:prSet presAssocID="{B5529FB2-F780-4E5B-8669-134B557B6022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5D7E64A-B15B-4C40-BC22-59C04F9FD557}" type="pres">
      <dgm:prSet presAssocID="{36803A1D-63EB-4005-BA4E-D363B6F98F44}" presName="spacer" presStyleCnt="0"/>
      <dgm:spPr/>
    </dgm:pt>
    <dgm:pt modelId="{6FB16993-FB88-4ACE-B9FA-1E8214DECC1B}" type="pres">
      <dgm:prSet presAssocID="{F05AE38D-7143-4EC1-8D4D-0CA077B1C26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355136-1AE8-4E13-A4E9-14E9C2ED553D}" type="pres">
      <dgm:prSet presAssocID="{1C0EEFF5-48D2-4850-BAEC-B3CE04D3C01A}" presName="spacer" presStyleCnt="0"/>
      <dgm:spPr/>
    </dgm:pt>
    <dgm:pt modelId="{A6D30595-1363-47F4-9DAD-9D73E5F5C52A}" type="pres">
      <dgm:prSet presAssocID="{EE8424F7-96E0-41A6-8E80-67188921D5E8}" presName="parentText" presStyleLbl="node1" presStyleIdx="4" presStyleCnt="5" custLinFactNeighborX="103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1B1A42B-8FE6-455B-BB88-8AC99DF5BB14}" srcId="{61D81595-E601-4355-B2E5-D831C644DBD8}" destId="{EE8424F7-96E0-41A6-8E80-67188921D5E8}" srcOrd="4" destOrd="0" parTransId="{0119A845-BE59-446D-8571-B45C567EFC83}" sibTransId="{5BD8EBE4-D3E4-41DC-B0EE-011D760E4000}"/>
    <dgm:cxn modelId="{D41917F3-BB75-4E84-9C73-FBA3CE543C9B}" srcId="{61D81595-E601-4355-B2E5-D831C644DBD8}" destId="{7B41E373-CA0E-46F5-8E19-2301071EDA8F}" srcOrd="1" destOrd="0" parTransId="{8BC7C3D1-AC27-44A4-A00D-FC4CB01F396C}" sibTransId="{D22821A1-180D-4CB4-9AF9-9423A7B8BF4A}"/>
    <dgm:cxn modelId="{E4CC41ED-D69F-461D-BE1F-95CD35BF0DD4}" type="presOf" srcId="{7B41E373-CA0E-46F5-8E19-2301071EDA8F}" destId="{CAEAD12F-DC24-4012-A9C7-6B0A0582F836}" srcOrd="0" destOrd="0" presId="urn:microsoft.com/office/officeart/2005/8/layout/vList2"/>
    <dgm:cxn modelId="{DE1F2512-FDA4-4F2F-8779-B3F565F43455}" srcId="{61D81595-E601-4355-B2E5-D831C644DBD8}" destId="{F05AE38D-7143-4EC1-8D4D-0CA077B1C269}" srcOrd="3" destOrd="0" parTransId="{F781C46B-403A-4085-9E64-719396664E70}" sibTransId="{1C0EEFF5-48D2-4850-BAEC-B3CE04D3C01A}"/>
    <dgm:cxn modelId="{AFA49E1B-9D85-4B32-BF1F-E782B72C772F}" type="presOf" srcId="{1D8C7AED-0C55-4079-8EFD-923026854E9D}" destId="{4A5E688E-1F95-45F3-8FFA-2B2CC4E44306}" srcOrd="0" destOrd="0" presId="urn:microsoft.com/office/officeart/2005/8/layout/vList2"/>
    <dgm:cxn modelId="{B7CB25D7-37F9-43BB-9EFA-E50BCE7611E3}" srcId="{61D81595-E601-4355-B2E5-D831C644DBD8}" destId="{1D8C7AED-0C55-4079-8EFD-923026854E9D}" srcOrd="0" destOrd="0" parTransId="{3F402926-0AD1-41F2-9E8D-54381353E7B1}" sibTransId="{A087528B-FA9C-40AE-BBC0-587572DFF9F0}"/>
    <dgm:cxn modelId="{3DD1DC92-0FB8-48DD-9AAC-CD603F91B04B}" type="presOf" srcId="{61D81595-E601-4355-B2E5-D831C644DBD8}" destId="{05FCF6C9-CA7D-4B85-BE75-A95F7D399BD6}" srcOrd="0" destOrd="0" presId="urn:microsoft.com/office/officeart/2005/8/layout/vList2"/>
    <dgm:cxn modelId="{C53D094C-3EE2-4207-88C8-8A077EEA1C6E}" type="presOf" srcId="{EE8424F7-96E0-41A6-8E80-67188921D5E8}" destId="{A6D30595-1363-47F4-9DAD-9D73E5F5C52A}" srcOrd="0" destOrd="0" presId="urn:microsoft.com/office/officeart/2005/8/layout/vList2"/>
    <dgm:cxn modelId="{8BDF0949-F326-44B8-B0E2-9C2BDBD4CFC2}" type="presOf" srcId="{F05AE38D-7143-4EC1-8D4D-0CA077B1C269}" destId="{6FB16993-FB88-4ACE-B9FA-1E8214DECC1B}" srcOrd="0" destOrd="0" presId="urn:microsoft.com/office/officeart/2005/8/layout/vList2"/>
    <dgm:cxn modelId="{611CDD48-1E4A-4DE9-BF58-1F33B77EC03B}" type="presOf" srcId="{B5529FB2-F780-4E5B-8669-134B557B6022}" destId="{58F13D87-473F-4422-9FA9-311BCDF56196}" srcOrd="0" destOrd="0" presId="urn:microsoft.com/office/officeart/2005/8/layout/vList2"/>
    <dgm:cxn modelId="{B82DAA19-8B70-4FC6-969A-E5F532662F5E}" srcId="{61D81595-E601-4355-B2E5-D831C644DBD8}" destId="{B5529FB2-F780-4E5B-8669-134B557B6022}" srcOrd="2" destOrd="0" parTransId="{170FEF75-3EE8-4334-8BBC-22C7F8316ED3}" sibTransId="{36803A1D-63EB-4005-BA4E-D363B6F98F44}"/>
    <dgm:cxn modelId="{96FB04FB-4E95-4230-90D6-A23F6FF2CCFD}" type="presParOf" srcId="{05FCF6C9-CA7D-4B85-BE75-A95F7D399BD6}" destId="{4A5E688E-1F95-45F3-8FFA-2B2CC4E44306}" srcOrd="0" destOrd="0" presId="urn:microsoft.com/office/officeart/2005/8/layout/vList2"/>
    <dgm:cxn modelId="{828134A9-B373-40F9-A684-C1586505DEA2}" type="presParOf" srcId="{05FCF6C9-CA7D-4B85-BE75-A95F7D399BD6}" destId="{A742F502-1259-44A8-A044-B4BDCB935970}" srcOrd="1" destOrd="0" presId="urn:microsoft.com/office/officeart/2005/8/layout/vList2"/>
    <dgm:cxn modelId="{90B56B98-BD62-4DB1-AAFE-2C261A8F2128}" type="presParOf" srcId="{05FCF6C9-CA7D-4B85-BE75-A95F7D399BD6}" destId="{CAEAD12F-DC24-4012-A9C7-6B0A0582F836}" srcOrd="2" destOrd="0" presId="urn:microsoft.com/office/officeart/2005/8/layout/vList2"/>
    <dgm:cxn modelId="{E2D9A4D1-FCC3-4C95-94EA-9A95E08419FF}" type="presParOf" srcId="{05FCF6C9-CA7D-4B85-BE75-A95F7D399BD6}" destId="{1EB08386-D3F9-46B3-BDAC-6E5537BAE9C2}" srcOrd="3" destOrd="0" presId="urn:microsoft.com/office/officeart/2005/8/layout/vList2"/>
    <dgm:cxn modelId="{DF5B9941-C57E-450E-BCDF-CB86B534F9E9}" type="presParOf" srcId="{05FCF6C9-CA7D-4B85-BE75-A95F7D399BD6}" destId="{58F13D87-473F-4422-9FA9-311BCDF56196}" srcOrd="4" destOrd="0" presId="urn:microsoft.com/office/officeart/2005/8/layout/vList2"/>
    <dgm:cxn modelId="{22CEAB88-A8EB-47CB-9C9D-43C2896588D6}" type="presParOf" srcId="{05FCF6C9-CA7D-4B85-BE75-A95F7D399BD6}" destId="{D5D7E64A-B15B-4C40-BC22-59C04F9FD557}" srcOrd="5" destOrd="0" presId="urn:microsoft.com/office/officeart/2005/8/layout/vList2"/>
    <dgm:cxn modelId="{C6326D73-0D97-4B08-98FC-B3304CF9EC1A}" type="presParOf" srcId="{05FCF6C9-CA7D-4B85-BE75-A95F7D399BD6}" destId="{6FB16993-FB88-4ACE-B9FA-1E8214DECC1B}" srcOrd="6" destOrd="0" presId="urn:microsoft.com/office/officeart/2005/8/layout/vList2"/>
    <dgm:cxn modelId="{CDF3BCA6-A1F1-4D67-B80B-324019582EB2}" type="presParOf" srcId="{05FCF6C9-CA7D-4B85-BE75-A95F7D399BD6}" destId="{23355136-1AE8-4E13-A4E9-14E9C2ED553D}" srcOrd="7" destOrd="0" presId="urn:microsoft.com/office/officeart/2005/8/layout/vList2"/>
    <dgm:cxn modelId="{95CF5E0F-1D17-4FB8-BC6F-AED07CD9780B}" type="presParOf" srcId="{05FCF6C9-CA7D-4B85-BE75-A95F7D399BD6}" destId="{A6D30595-1363-47F4-9DAD-9D73E5F5C52A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61D81595-E601-4355-B2E5-D831C644DBD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EE8424F7-96E0-41A6-8E80-67188921D5E8}">
      <dgm:prSet phldrT="[Texte]" phldr="0"/>
      <dgm:spPr>
        <a:noFill/>
      </dgm:spPr>
      <dgm:t>
        <a:bodyPr/>
        <a:lstStyle/>
        <a:p>
          <a:pPr rtl="0"/>
          <a:r>
            <a:rPr lang="fr-FR" dirty="0">
              <a:solidFill>
                <a:schemeClr val="tx1"/>
              </a:solidFill>
              <a:latin typeface="+mn-lt"/>
            </a:rPr>
            <a:t>E.  Douleur à type de broiement</a:t>
          </a:r>
        </a:p>
      </dgm:t>
    </dgm:pt>
    <dgm:pt modelId="{0119A845-BE59-446D-8571-B45C567EFC83}" type="parTrans" cxnId="{C1B1A42B-8FE6-455B-BB88-8AC99DF5BB14}">
      <dgm:prSet/>
      <dgm:spPr/>
      <dgm:t>
        <a:bodyPr/>
        <a:lstStyle/>
        <a:p>
          <a:endParaRPr lang="fr-FR"/>
        </a:p>
      </dgm:t>
    </dgm:pt>
    <dgm:pt modelId="{5BD8EBE4-D3E4-41DC-B0EE-011D760E4000}" type="sibTrans" cxnId="{C1B1A42B-8FE6-455B-BB88-8AC99DF5BB14}">
      <dgm:prSet/>
      <dgm:spPr/>
      <dgm:t>
        <a:bodyPr/>
        <a:lstStyle/>
        <a:p>
          <a:endParaRPr lang="fr-FR"/>
        </a:p>
      </dgm:t>
    </dgm:pt>
    <dgm:pt modelId="{1D8C7AED-0C55-4079-8EFD-923026854E9D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A. Déficit </a:t>
          </a:r>
          <a:r>
            <a:rPr lang="fr-FR" dirty="0" err="1">
              <a:solidFill>
                <a:schemeClr val="tx1"/>
              </a:solidFill>
            </a:rPr>
            <a:t>sensitivo-moteur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</a:p>
      </dgm:t>
    </dgm:pt>
    <dgm:pt modelId="{3F402926-0AD1-41F2-9E8D-54381353E7B1}" type="parTrans" cxnId="{B7CB25D7-37F9-43BB-9EFA-E50BCE7611E3}">
      <dgm:prSet/>
      <dgm:spPr/>
      <dgm:t>
        <a:bodyPr/>
        <a:lstStyle/>
        <a:p>
          <a:endParaRPr lang="fr-FR"/>
        </a:p>
      </dgm:t>
    </dgm:pt>
    <dgm:pt modelId="{A087528B-FA9C-40AE-BBC0-587572DFF9F0}" type="sibTrans" cxnId="{B7CB25D7-37F9-43BB-9EFA-E50BCE7611E3}">
      <dgm:prSet/>
      <dgm:spPr/>
      <dgm:t>
        <a:bodyPr/>
        <a:lstStyle/>
        <a:p>
          <a:endParaRPr lang="fr-FR"/>
        </a:p>
      </dgm:t>
    </dgm:pt>
    <dgm:pt modelId="{7B41E373-CA0E-46F5-8E19-2301071EDA8F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B. Froideur du membre</a:t>
          </a:r>
        </a:p>
      </dgm:t>
    </dgm:pt>
    <dgm:pt modelId="{8BC7C3D1-AC27-44A4-A00D-FC4CB01F396C}" type="parTrans" cxnId="{D41917F3-BB75-4E84-9C73-FBA3CE543C9B}">
      <dgm:prSet/>
      <dgm:spPr/>
      <dgm:t>
        <a:bodyPr/>
        <a:lstStyle/>
        <a:p>
          <a:endParaRPr lang="fr-FR"/>
        </a:p>
      </dgm:t>
    </dgm:pt>
    <dgm:pt modelId="{D22821A1-180D-4CB4-9AF9-9423A7B8BF4A}" type="sibTrans" cxnId="{D41917F3-BB75-4E84-9C73-FBA3CE543C9B}">
      <dgm:prSet/>
      <dgm:spPr/>
      <dgm:t>
        <a:bodyPr/>
        <a:lstStyle/>
        <a:p>
          <a:endParaRPr lang="fr-FR"/>
        </a:p>
      </dgm:t>
    </dgm:pt>
    <dgm:pt modelId="{B5529FB2-F780-4E5B-8669-134B557B6022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C. Cyanose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70FEF75-3EE8-4334-8BBC-22C7F8316ED3}" type="parTrans" cxnId="{B82DAA19-8B70-4FC6-969A-E5F532662F5E}">
      <dgm:prSet/>
      <dgm:spPr/>
      <dgm:t>
        <a:bodyPr/>
        <a:lstStyle/>
        <a:p>
          <a:endParaRPr lang="fr-FR"/>
        </a:p>
      </dgm:t>
    </dgm:pt>
    <dgm:pt modelId="{36803A1D-63EB-4005-BA4E-D363B6F98F44}" type="sibTrans" cxnId="{B82DAA19-8B70-4FC6-969A-E5F532662F5E}">
      <dgm:prSet/>
      <dgm:spPr/>
      <dgm:t>
        <a:bodyPr/>
        <a:lstStyle/>
        <a:p>
          <a:endParaRPr lang="fr-FR"/>
        </a:p>
      </dgm:t>
    </dgm:pt>
    <dgm:pt modelId="{F05AE38D-7143-4EC1-8D4D-0CA077B1C26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D. Abolition du </a:t>
          </a:r>
          <a:r>
            <a:rPr lang="fr-FR" dirty="0" smtClean="0">
              <a:solidFill>
                <a:schemeClr val="tx1"/>
              </a:solidFill>
            </a:rPr>
            <a:t>pouls </a:t>
          </a:r>
          <a:r>
            <a:rPr lang="fr-FR" dirty="0">
              <a:solidFill>
                <a:schemeClr val="tx1"/>
              </a:solidFill>
            </a:rPr>
            <a:t>fémoral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F781C46B-403A-4085-9E64-719396664E70}" type="parTrans" cxnId="{DE1F2512-FDA4-4F2F-8779-B3F565F43455}">
      <dgm:prSet/>
      <dgm:spPr/>
      <dgm:t>
        <a:bodyPr/>
        <a:lstStyle/>
        <a:p>
          <a:endParaRPr lang="fr-FR"/>
        </a:p>
      </dgm:t>
    </dgm:pt>
    <dgm:pt modelId="{1C0EEFF5-48D2-4850-BAEC-B3CE04D3C01A}" type="sibTrans" cxnId="{DE1F2512-FDA4-4F2F-8779-B3F565F43455}">
      <dgm:prSet/>
      <dgm:spPr/>
      <dgm:t>
        <a:bodyPr/>
        <a:lstStyle/>
        <a:p>
          <a:endParaRPr lang="fr-FR"/>
        </a:p>
      </dgm:t>
    </dgm:pt>
    <dgm:pt modelId="{05FCF6C9-CA7D-4B85-BE75-A95F7D399BD6}" type="pres">
      <dgm:prSet presAssocID="{61D81595-E601-4355-B2E5-D831C644DBD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A5E688E-1F95-45F3-8FFA-2B2CC4E44306}" type="pres">
      <dgm:prSet presAssocID="{1D8C7AED-0C55-4079-8EFD-923026854E9D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742F502-1259-44A8-A044-B4BDCB935970}" type="pres">
      <dgm:prSet presAssocID="{A087528B-FA9C-40AE-BBC0-587572DFF9F0}" presName="spacer" presStyleCnt="0"/>
      <dgm:spPr/>
    </dgm:pt>
    <dgm:pt modelId="{CAEAD12F-DC24-4012-A9C7-6B0A0582F836}" type="pres">
      <dgm:prSet presAssocID="{7B41E373-CA0E-46F5-8E19-2301071EDA8F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EB08386-D3F9-46B3-BDAC-6E5537BAE9C2}" type="pres">
      <dgm:prSet presAssocID="{D22821A1-180D-4CB4-9AF9-9423A7B8BF4A}" presName="spacer" presStyleCnt="0"/>
      <dgm:spPr/>
    </dgm:pt>
    <dgm:pt modelId="{58F13D87-473F-4422-9FA9-311BCDF56196}" type="pres">
      <dgm:prSet presAssocID="{B5529FB2-F780-4E5B-8669-134B557B6022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5D7E64A-B15B-4C40-BC22-59C04F9FD557}" type="pres">
      <dgm:prSet presAssocID="{36803A1D-63EB-4005-BA4E-D363B6F98F44}" presName="spacer" presStyleCnt="0"/>
      <dgm:spPr/>
    </dgm:pt>
    <dgm:pt modelId="{6FB16993-FB88-4ACE-B9FA-1E8214DECC1B}" type="pres">
      <dgm:prSet presAssocID="{F05AE38D-7143-4EC1-8D4D-0CA077B1C26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3355136-1AE8-4E13-A4E9-14E9C2ED553D}" type="pres">
      <dgm:prSet presAssocID="{1C0EEFF5-48D2-4850-BAEC-B3CE04D3C01A}" presName="spacer" presStyleCnt="0"/>
      <dgm:spPr/>
    </dgm:pt>
    <dgm:pt modelId="{A6D30595-1363-47F4-9DAD-9D73E5F5C52A}" type="pres">
      <dgm:prSet presAssocID="{EE8424F7-96E0-41A6-8E80-67188921D5E8}" presName="parentText" presStyleLbl="node1" presStyleIdx="4" presStyleCnt="5" custLinFactNeighborX="1038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F7BBEEE2-BA23-420C-AFC2-34A7FFA5B661}" type="presOf" srcId="{EE8424F7-96E0-41A6-8E80-67188921D5E8}" destId="{A6D30595-1363-47F4-9DAD-9D73E5F5C52A}" srcOrd="0" destOrd="0" presId="urn:microsoft.com/office/officeart/2005/8/layout/vList2"/>
    <dgm:cxn modelId="{777E82D1-7A9D-4656-A6C7-737BEEF6408A}" type="presOf" srcId="{7B41E373-CA0E-46F5-8E19-2301071EDA8F}" destId="{CAEAD12F-DC24-4012-A9C7-6B0A0582F836}" srcOrd="0" destOrd="0" presId="urn:microsoft.com/office/officeart/2005/8/layout/vList2"/>
    <dgm:cxn modelId="{C1B1A42B-8FE6-455B-BB88-8AC99DF5BB14}" srcId="{61D81595-E601-4355-B2E5-D831C644DBD8}" destId="{EE8424F7-96E0-41A6-8E80-67188921D5E8}" srcOrd="4" destOrd="0" parTransId="{0119A845-BE59-446D-8571-B45C567EFC83}" sibTransId="{5BD8EBE4-D3E4-41DC-B0EE-011D760E4000}"/>
    <dgm:cxn modelId="{D41917F3-BB75-4E84-9C73-FBA3CE543C9B}" srcId="{61D81595-E601-4355-B2E5-D831C644DBD8}" destId="{7B41E373-CA0E-46F5-8E19-2301071EDA8F}" srcOrd="1" destOrd="0" parTransId="{8BC7C3D1-AC27-44A4-A00D-FC4CB01F396C}" sibTransId="{D22821A1-180D-4CB4-9AF9-9423A7B8BF4A}"/>
    <dgm:cxn modelId="{DE1F2512-FDA4-4F2F-8779-B3F565F43455}" srcId="{61D81595-E601-4355-B2E5-D831C644DBD8}" destId="{F05AE38D-7143-4EC1-8D4D-0CA077B1C269}" srcOrd="3" destOrd="0" parTransId="{F781C46B-403A-4085-9E64-719396664E70}" sibTransId="{1C0EEFF5-48D2-4850-BAEC-B3CE04D3C01A}"/>
    <dgm:cxn modelId="{B7CB25D7-37F9-43BB-9EFA-E50BCE7611E3}" srcId="{61D81595-E601-4355-B2E5-D831C644DBD8}" destId="{1D8C7AED-0C55-4079-8EFD-923026854E9D}" srcOrd="0" destOrd="0" parTransId="{3F402926-0AD1-41F2-9E8D-54381353E7B1}" sibTransId="{A087528B-FA9C-40AE-BBC0-587572DFF9F0}"/>
    <dgm:cxn modelId="{19FC539A-A767-4989-974A-B8293642A21E}" type="presOf" srcId="{61D81595-E601-4355-B2E5-D831C644DBD8}" destId="{05FCF6C9-CA7D-4B85-BE75-A95F7D399BD6}" srcOrd="0" destOrd="0" presId="urn:microsoft.com/office/officeart/2005/8/layout/vList2"/>
    <dgm:cxn modelId="{F5E7114D-73F9-4C7F-A06A-06D71108076D}" type="presOf" srcId="{1D8C7AED-0C55-4079-8EFD-923026854E9D}" destId="{4A5E688E-1F95-45F3-8FFA-2B2CC4E44306}" srcOrd="0" destOrd="0" presId="urn:microsoft.com/office/officeart/2005/8/layout/vList2"/>
    <dgm:cxn modelId="{82272688-AC66-471C-9FF3-C233FFCFA842}" type="presOf" srcId="{F05AE38D-7143-4EC1-8D4D-0CA077B1C269}" destId="{6FB16993-FB88-4ACE-B9FA-1E8214DECC1B}" srcOrd="0" destOrd="0" presId="urn:microsoft.com/office/officeart/2005/8/layout/vList2"/>
    <dgm:cxn modelId="{B82DAA19-8B70-4FC6-969A-E5F532662F5E}" srcId="{61D81595-E601-4355-B2E5-D831C644DBD8}" destId="{B5529FB2-F780-4E5B-8669-134B557B6022}" srcOrd="2" destOrd="0" parTransId="{170FEF75-3EE8-4334-8BBC-22C7F8316ED3}" sibTransId="{36803A1D-63EB-4005-BA4E-D363B6F98F44}"/>
    <dgm:cxn modelId="{1519B48B-4041-4A47-81B5-BE4F6F0DEF16}" type="presOf" srcId="{B5529FB2-F780-4E5B-8669-134B557B6022}" destId="{58F13D87-473F-4422-9FA9-311BCDF56196}" srcOrd="0" destOrd="0" presId="urn:microsoft.com/office/officeart/2005/8/layout/vList2"/>
    <dgm:cxn modelId="{BFD8E033-EB93-4589-94DB-7FBAE7494547}" type="presParOf" srcId="{05FCF6C9-CA7D-4B85-BE75-A95F7D399BD6}" destId="{4A5E688E-1F95-45F3-8FFA-2B2CC4E44306}" srcOrd="0" destOrd="0" presId="urn:microsoft.com/office/officeart/2005/8/layout/vList2"/>
    <dgm:cxn modelId="{081AC945-8844-4CF4-883C-7913534BF2C9}" type="presParOf" srcId="{05FCF6C9-CA7D-4B85-BE75-A95F7D399BD6}" destId="{A742F502-1259-44A8-A044-B4BDCB935970}" srcOrd="1" destOrd="0" presId="urn:microsoft.com/office/officeart/2005/8/layout/vList2"/>
    <dgm:cxn modelId="{742F59B8-64F0-4ED4-ABD9-88C167DBB701}" type="presParOf" srcId="{05FCF6C9-CA7D-4B85-BE75-A95F7D399BD6}" destId="{CAEAD12F-DC24-4012-A9C7-6B0A0582F836}" srcOrd="2" destOrd="0" presId="urn:microsoft.com/office/officeart/2005/8/layout/vList2"/>
    <dgm:cxn modelId="{97E6E756-07E5-497A-A8E4-563019F396D8}" type="presParOf" srcId="{05FCF6C9-CA7D-4B85-BE75-A95F7D399BD6}" destId="{1EB08386-D3F9-46B3-BDAC-6E5537BAE9C2}" srcOrd="3" destOrd="0" presId="urn:microsoft.com/office/officeart/2005/8/layout/vList2"/>
    <dgm:cxn modelId="{27422589-65CC-424C-B901-5C33370BDFED}" type="presParOf" srcId="{05FCF6C9-CA7D-4B85-BE75-A95F7D399BD6}" destId="{58F13D87-473F-4422-9FA9-311BCDF56196}" srcOrd="4" destOrd="0" presId="urn:microsoft.com/office/officeart/2005/8/layout/vList2"/>
    <dgm:cxn modelId="{D5D6F6A4-CC20-4AEF-8970-071393EA9E5C}" type="presParOf" srcId="{05FCF6C9-CA7D-4B85-BE75-A95F7D399BD6}" destId="{D5D7E64A-B15B-4C40-BC22-59C04F9FD557}" srcOrd="5" destOrd="0" presId="urn:microsoft.com/office/officeart/2005/8/layout/vList2"/>
    <dgm:cxn modelId="{59214EE8-32D5-470A-9D5B-CCD06EB117C8}" type="presParOf" srcId="{05FCF6C9-CA7D-4B85-BE75-A95F7D399BD6}" destId="{6FB16993-FB88-4ACE-B9FA-1E8214DECC1B}" srcOrd="6" destOrd="0" presId="urn:microsoft.com/office/officeart/2005/8/layout/vList2"/>
    <dgm:cxn modelId="{711FA077-9F48-4194-8115-A895AE9B5A4E}" type="presParOf" srcId="{05FCF6C9-CA7D-4B85-BE75-A95F7D399BD6}" destId="{23355136-1AE8-4E13-A4E9-14E9C2ED553D}" srcOrd="7" destOrd="0" presId="urn:microsoft.com/office/officeart/2005/8/layout/vList2"/>
    <dgm:cxn modelId="{9CC838D8-6AD1-4667-89BC-111EC8E8E4D9}" type="presParOf" srcId="{05FCF6C9-CA7D-4B85-BE75-A95F7D399BD6}" destId="{A6D30595-1363-47F4-9DAD-9D73E5F5C52A}" srcOrd="8" destOrd="0" presId="urn:microsoft.com/office/officeart/2005/8/layout/vList2"/>
  </dgm:cxnLst>
  <dgm:bg/>
  <dgm:whole/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A58C939F-9195-4F4C-A189-93E3BF4816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7173A024-6E52-4AD3-BE37-3ED178012B17}">
      <dgm:prSet phldrT="[Texte]"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E.Une</a:t>
          </a:r>
          <a:r>
            <a:rPr lang="fr-FR" dirty="0">
              <a:solidFill>
                <a:schemeClr val="tx1"/>
              </a:solidFill>
            </a:rPr>
            <a:t> Insuffisance aortique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CE26C12C-A21E-4A37-9623-3B3BA4751D41}" type="parTrans" cxnId="{3561F8CB-B2F6-470E-8560-D7658D6D8AFF}">
      <dgm:prSet/>
      <dgm:spPr/>
      <dgm:t>
        <a:bodyPr/>
        <a:lstStyle/>
        <a:p>
          <a:endParaRPr lang="fr-FR"/>
        </a:p>
      </dgm:t>
    </dgm:pt>
    <dgm:pt modelId="{E9D9A773-F6E5-47A5-A6F1-EF694377C085}" type="sibTrans" cxnId="{3561F8CB-B2F6-470E-8560-D7658D6D8AFF}">
      <dgm:prSet/>
      <dgm:spPr/>
      <dgm:t>
        <a:bodyPr/>
        <a:lstStyle/>
        <a:p>
          <a:endParaRPr lang="fr-FR"/>
        </a:p>
      </dgm:t>
    </dgm:pt>
    <dgm:pt modelId="{6919C977-775C-4012-B20F-138F8E715088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A.</a:t>
          </a:r>
          <a:r>
            <a:rPr lang="fr-FR" dirty="0">
              <a:solidFill>
                <a:schemeClr val="tx1"/>
              </a:solidFill>
            </a:rPr>
            <a:t> Une endocardite infectieuse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</a:p>
      </dgm:t>
    </dgm:pt>
    <dgm:pt modelId="{2F98EB13-1333-48D3-AE96-9A3228F0FF54}" type="parTrans" cxnId="{62481265-8351-4B7A-927E-2172B1246EBC}">
      <dgm:prSet/>
      <dgm:spPr/>
      <dgm:t>
        <a:bodyPr/>
        <a:lstStyle/>
        <a:p>
          <a:endParaRPr lang="fr-FR"/>
        </a:p>
      </dgm:t>
    </dgm:pt>
    <dgm:pt modelId="{C11D0BAB-DCA4-4665-A599-BA732906ADB6}" type="sibTrans" cxnId="{62481265-8351-4B7A-927E-2172B1246EBC}">
      <dgm:prSet/>
      <dgm:spPr/>
      <dgm:t>
        <a:bodyPr/>
        <a:lstStyle/>
        <a:p>
          <a:endParaRPr lang="fr-FR"/>
        </a:p>
      </dgm:t>
    </dgm:pt>
    <dgm:pt modelId="{19AD4B23-3394-415C-998C-F466AB249C30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B. Un </a:t>
          </a:r>
          <a:r>
            <a:rPr lang="fr-FR" dirty="0">
              <a:solidFill>
                <a:schemeClr val="tx1"/>
              </a:solidFill>
            </a:rPr>
            <a:t>rétrécissement mitral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9668696-BCAD-410D-8785-7009787F7E8B}" type="parTrans" cxnId="{115A69DC-FC86-46CD-86D9-EB643693FBB1}">
      <dgm:prSet/>
      <dgm:spPr/>
      <dgm:t>
        <a:bodyPr/>
        <a:lstStyle/>
        <a:p>
          <a:endParaRPr lang="fr-FR"/>
        </a:p>
      </dgm:t>
    </dgm:pt>
    <dgm:pt modelId="{95812DC1-E787-4E24-BBAF-1A7E649CA31E}" type="sibTrans" cxnId="{115A69DC-FC86-46CD-86D9-EB643693FBB1}">
      <dgm:prSet/>
      <dgm:spPr/>
      <dgm:t>
        <a:bodyPr/>
        <a:lstStyle/>
        <a:p>
          <a:endParaRPr lang="fr-FR"/>
        </a:p>
      </dgm:t>
    </dgm:pt>
    <dgm:pt modelId="{422FF72F-5695-44E7-BDA5-BE7E06C727A5}">
      <dgm:prSet phldr="0"/>
      <dgm:spPr>
        <a:noFill/>
      </dgm:spPr>
      <dgm:t>
        <a:bodyPr/>
        <a:lstStyle/>
        <a:p>
          <a:pPr algn="l" rtl="0"/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C.Un</a:t>
          </a:r>
          <a:r>
            <a:rPr lang="fr-FR" dirty="0">
              <a:solidFill>
                <a:schemeClr val="tx1"/>
              </a:solidFill>
            </a:rPr>
            <a:t> </a:t>
          </a:r>
          <a:r>
            <a:rPr lang="fr-FR" dirty="0" err="1">
              <a:solidFill>
                <a:schemeClr val="tx1"/>
              </a:solidFill>
            </a:rPr>
            <a:t>anévrysme</a:t>
          </a:r>
          <a:r>
            <a:rPr lang="fr-FR" dirty="0">
              <a:solidFill>
                <a:schemeClr val="tx1"/>
              </a:solidFill>
            </a:rPr>
            <a:t> de l’aorte abdominale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BFF406F-6094-4639-9F58-74024EA798CA}" type="parTrans" cxnId="{ADDB3E9D-DAF9-4905-80D5-39198886758B}">
      <dgm:prSet/>
      <dgm:spPr/>
      <dgm:t>
        <a:bodyPr/>
        <a:lstStyle/>
        <a:p>
          <a:endParaRPr lang="fr-FR"/>
        </a:p>
      </dgm:t>
    </dgm:pt>
    <dgm:pt modelId="{A37FFE4A-92F0-4C80-97DB-7D34C7ACF6DD}" type="sibTrans" cxnId="{ADDB3E9D-DAF9-4905-80D5-39198886758B}">
      <dgm:prSet/>
      <dgm:spPr/>
      <dgm:t>
        <a:bodyPr/>
        <a:lstStyle/>
        <a:p>
          <a:endParaRPr lang="fr-FR"/>
        </a:p>
      </dgm:t>
    </dgm:pt>
    <dgm:pt modelId="{ACB64224-44D0-46D8-BFF9-A0269660F739}">
      <dgm:prSet phldr="0"/>
      <dgm:spPr>
        <a:noFill/>
      </dgm:spPr>
      <dgm:t>
        <a:bodyPr/>
        <a:lstStyle/>
        <a:p>
          <a:pPr algn="l" rtl="0"/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D.Un</a:t>
          </a:r>
          <a:r>
            <a:rPr lang="fr-FR" dirty="0">
              <a:solidFill>
                <a:schemeClr val="tx1"/>
              </a:solidFill>
            </a:rPr>
            <a:t> myxome de l’OG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932C6806-613A-4D69-AEBC-2305B0778084}" type="parTrans" cxnId="{294DED0D-EEF6-4A19-8198-23DA007AA06D}">
      <dgm:prSet/>
      <dgm:spPr/>
      <dgm:t>
        <a:bodyPr/>
        <a:lstStyle/>
        <a:p>
          <a:endParaRPr lang="fr-FR"/>
        </a:p>
      </dgm:t>
    </dgm:pt>
    <dgm:pt modelId="{FD97F411-A8D9-4C46-8D10-42E57F437126}" type="sibTrans" cxnId="{294DED0D-EEF6-4A19-8198-23DA007AA06D}">
      <dgm:prSet/>
      <dgm:spPr/>
      <dgm:t>
        <a:bodyPr/>
        <a:lstStyle/>
        <a:p>
          <a:endParaRPr lang="fr-FR"/>
        </a:p>
      </dgm:t>
    </dgm:pt>
    <dgm:pt modelId="{57A3D666-7718-4427-9BCE-AB600CE43ED7}" type="pres">
      <dgm:prSet presAssocID="{A58C939F-9195-4F4C-A189-93E3BF48169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2182D03-1967-425F-9ECA-1CC789031D21}" type="pres">
      <dgm:prSet presAssocID="{6919C977-775C-4012-B20F-138F8E71508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2A717B-0F0A-4C85-AC7A-98886B3460CF}" type="pres">
      <dgm:prSet presAssocID="{C11D0BAB-DCA4-4665-A599-BA732906ADB6}" presName="spacer" presStyleCnt="0"/>
      <dgm:spPr/>
    </dgm:pt>
    <dgm:pt modelId="{FBD8229C-1733-44C8-9C3A-F4635BFA92AB}" type="pres">
      <dgm:prSet presAssocID="{19AD4B23-3394-415C-998C-F466AB249C30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E3A1DD-7F8E-4CFD-9B49-DE58F2D72B75}" type="pres">
      <dgm:prSet presAssocID="{95812DC1-E787-4E24-BBAF-1A7E649CA31E}" presName="spacer" presStyleCnt="0"/>
      <dgm:spPr/>
    </dgm:pt>
    <dgm:pt modelId="{CEDE73B1-F611-4C97-B76B-BB418123E7B1}" type="pres">
      <dgm:prSet presAssocID="{422FF72F-5695-44E7-BDA5-BE7E06C727A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78DE58E-13A9-492F-B77F-DD9E495CAB58}" type="pres">
      <dgm:prSet presAssocID="{A37FFE4A-92F0-4C80-97DB-7D34C7ACF6DD}" presName="spacer" presStyleCnt="0"/>
      <dgm:spPr/>
    </dgm:pt>
    <dgm:pt modelId="{AFB0FC52-921A-459E-B638-2536C19ED251}" type="pres">
      <dgm:prSet presAssocID="{ACB64224-44D0-46D8-BFF9-A0269660F73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07AD9-4767-4B59-95AF-D730F4AE1963}" type="pres">
      <dgm:prSet presAssocID="{FD97F411-A8D9-4C46-8D10-42E57F437126}" presName="spacer" presStyleCnt="0"/>
      <dgm:spPr/>
    </dgm:pt>
    <dgm:pt modelId="{1D36274A-2FDE-47CC-AA8F-0EEE80661601}" type="pres">
      <dgm:prSet presAssocID="{7173A024-6E52-4AD3-BE37-3ED178012B1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5187313-0525-4294-B36D-FDE87F8195CC}" type="presOf" srcId="{A58C939F-9195-4F4C-A189-93E3BF48169B}" destId="{57A3D666-7718-4427-9BCE-AB600CE43ED7}" srcOrd="0" destOrd="0" presId="urn:microsoft.com/office/officeart/2005/8/layout/vList2"/>
    <dgm:cxn modelId="{858D9117-3B88-49E9-A5BF-4C1ADE008FC7}" type="presOf" srcId="{ACB64224-44D0-46D8-BFF9-A0269660F739}" destId="{AFB0FC52-921A-459E-B638-2536C19ED251}" srcOrd="0" destOrd="0" presId="urn:microsoft.com/office/officeart/2005/8/layout/vList2"/>
    <dgm:cxn modelId="{3561F8CB-B2F6-470E-8560-D7658D6D8AFF}" srcId="{A58C939F-9195-4F4C-A189-93E3BF48169B}" destId="{7173A024-6E52-4AD3-BE37-3ED178012B17}" srcOrd="4" destOrd="0" parTransId="{CE26C12C-A21E-4A37-9623-3B3BA4751D41}" sibTransId="{E9D9A773-F6E5-47A5-A6F1-EF694377C085}"/>
    <dgm:cxn modelId="{D0FA7616-0BC8-41A5-B995-C813BC004A60}" type="presOf" srcId="{422FF72F-5695-44E7-BDA5-BE7E06C727A5}" destId="{CEDE73B1-F611-4C97-B76B-BB418123E7B1}" srcOrd="0" destOrd="0" presId="urn:microsoft.com/office/officeart/2005/8/layout/vList2"/>
    <dgm:cxn modelId="{115A69DC-FC86-46CD-86D9-EB643693FBB1}" srcId="{A58C939F-9195-4F4C-A189-93E3BF48169B}" destId="{19AD4B23-3394-415C-998C-F466AB249C30}" srcOrd="1" destOrd="0" parTransId="{19668696-BCAD-410D-8785-7009787F7E8B}" sibTransId="{95812DC1-E787-4E24-BBAF-1A7E649CA31E}"/>
    <dgm:cxn modelId="{50F4FBC3-3C40-41B0-A796-646B379109C7}" type="presOf" srcId="{7173A024-6E52-4AD3-BE37-3ED178012B17}" destId="{1D36274A-2FDE-47CC-AA8F-0EEE80661601}" srcOrd="0" destOrd="0" presId="urn:microsoft.com/office/officeart/2005/8/layout/vList2"/>
    <dgm:cxn modelId="{ADDB3E9D-DAF9-4905-80D5-39198886758B}" srcId="{A58C939F-9195-4F4C-A189-93E3BF48169B}" destId="{422FF72F-5695-44E7-BDA5-BE7E06C727A5}" srcOrd="2" destOrd="0" parTransId="{1BFF406F-6094-4639-9F58-74024EA798CA}" sibTransId="{A37FFE4A-92F0-4C80-97DB-7D34C7ACF6DD}"/>
    <dgm:cxn modelId="{294DED0D-EEF6-4A19-8198-23DA007AA06D}" srcId="{A58C939F-9195-4F4C-A189-93E3BF48169B}" destId="{ACB64224-44D0-46D8-BFF9-A0269660F739}" srcOrd="3" destOrd="0" parTransId="{932C6806-613A-4D69-AEBC-2305B0778084}" sibTransId="{FD97F411-A8D9-4C46-8D10-42E57F437126}"/>
    <dgm:cxn modelId="{C608EF5D-50A5-40B4-9899-6DA8E84D8CFA}" type="presOf" srcId="{6919C977-775C-4012-B20F-138F8E715088}" destId="{A2182D03-1967-425F-9ECA-1CC789031D21}" srcOrd="0" destOrd="0" presId="urn:microsoft.com/office/officeart/2005/8/layout/vList2"/>
    <dgm:cxn modelId="{62481265-8351-4B7A-927E-2172B1246EBC}" srcId="{A58C939F-9195-4F4C-A189-93E3BF48169B}" destId="{6919C977-775C-4012-B20F-138F8E715088}" srcOrd="0" destOrd="0" parTransId="{2F98EB13-1333-48D3-AE96-9A3228F0FF54}" sibTransId="{C11D0BAB-DCA4-4665-A599-BA732906ADB6}"/>
    <dgm:cxn modelId="{904AEA94-E665-4C27-8D08-B9702A664A50}" type="presOf" srcId="{19AD4B23-3394-415C-998C-F466AB249C30}" destId="{FBD8229C-1733-44C8-9C3A-F4635BFA92AB}" srcOrd="0" destOrd="0" presId="urn:microsoft.com/office/officeart/2005/8/layout/vList2"/>
    <dgm:cxn modelId="{05297701-71D7-4DFF-BC0A-9B3914369E09}" type="presParOf" srcId="{57A3D666-7718-4427-9BCE-AB600CE43ED7}" destId="{A2182D03-1967-425F-9ECA-1CC789031D21}" srcOrd="0" destOrd="0" presId="urn:microsoft.com/office/officeart/2005/8/layout/vList2"/>
    <dgm:cxn modelId="{E0A5FBBE-ED04-4E2A-B5BF-F5F561EC1868}" type="presParOf" srcId="{57A3D666-7718-4427-9BCE-AB600CE43ED7}" destId="{812A717B-0F0A-4C85-AC7A-98886B3460CF}" srcOrd="1" destOrd="0" presId="urn:microsoft.com/office/officeart/2005/8/layout/vList2"/>
    <dgm:cxn modelId="{D8EA09E1-4185-4D77-8778-C7AC699D38E9}" type="presParOf" srcId="{57A3D666-7718-4427-9BCE-AB600CE43ED7}" destId="{FBD8229C-1733-44C8-9C3A-F4635BFA92AB}" srcOrd="2" destOrd="0" presId="urn:microsoft.com/office/officeart/2005/8/layout/vList2"/>
    <dgm:cxn modelId="{C5FE7E62-AD93-42FA-A9D4-476EFF7E184B}" type="presParOf" srcId="{57A3D666-7718-4427-9BCE-AB600CE43ED7}" destId="{72E3A1DD-7F8E-4CFD-9B49-DE58F2D72B75}" srcOrd="3" destOrd="0" presId="urn:microsoft.com/office/officeart/2005/8/layout/vList2"/>
    <dgm:cxn modelId="{39994FE6-33A1-44AD-A44B-863166B6A8D7}" type="presParOf" srcId="{57A3D666-7718-4427-9BCE-AB600CE43ED7}" destId="{CEDE73B1-F611-4C97-B76B-BB418123E7B1}" srcOrd="4" destOrd="0" presId="urn:microsoft.com/office/officeart/2005/8/layout/vList2"/>
    <dgm:cxn modelId="{7CFB018A-A575-452D-8D6A-34DA6A9505F8}" type="presParOf" srcId="{57A3D666-7718-4427-9BCE-AB600CE43ED7}" destId="{778DE58E-13A9-492F-B77F-DD9E495CAB58}" srcOrd="5" destOrd="0" presId="urn:microsoft.com/office/officeart/2005/8/layout/vList2"/>
    <dgm:cxn modelId="{41B13D35-0992-4C6E-8909-429824F84200}" type="presParOf" srcId="{57A3D666-7718-4427-9BCE-AB600CE43ED7}" destId="{AFB0FC52-921A-459E-B638-2536C19ED251}" srcOrd="6" destOrd="0" presId="urn:microsoft.com/office/officeart/2005/8/layout/vList2"/>
    <dgm:cxn modelId="{81F91217-5CA0-4088-BDB7-415E5038A97A}" type="presParOf" srcId="{57A3D666-7718-4427-9BCE-AB600CE43ED7}" destId="{15707AD9-4767-4B59-95AF-D730F4AE1963}" srcOrd="7" destOrd="0" presId="urn:microsoft.com/office/officeart/2005/8/layout/vList2"/>
    <dgm:cxn modelId="{BBD7B529-A391-40C4-BF4B-A80C9C6AAAC8}" type="presParOf" srcId="{57A3D666-7718-4427-9BCE-AB600CE43ED7}" destId="{1D36274A-2FDE-47CC-AA8F-0EEE80661601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A58C939F-9195-4F4C-A189-93E3BF4816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7173A024-6E52-4AD3-BE37-3ED178012B17}">
      <dgm:prSet phldrT="[Texte]"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E.Une</a:t>
          </a:r>
          <a:r>
            <a:rPr lang="fr-FR" dirty="0">
              <a:solidFill>
                <a:schemeClr val="tx1"/>
              </a:solidFill>
            </a:rPr>
            <a:t> Insuffisance aortique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CE26C12C-A21E-4A37-9623-3B3BA4751D41}" type="parTrans" cxnId="{3561F8CB-B2F6-470E-8560-D7658D6D8AFF}">
      <dgm:prSet/>
      <dgm:spPr/>
      <dgm:t>
        <a:bodyPr/>
        <a:lstStyle/>
        <a:p>
          <a:endParaRPr lang="fr-FR"/>
        </a:p>
      </dgm:t>
    </dgm:pt>
    <dgm:pt modelId="{E9D9A773-F6E5-47A5-A6F1-EF694377C085}" type="sibTrans" cxnId="{3561F8CB-B2F6-470E-8560-D7658D6D8AFF}">
      <dgm:prSet/>
      <dgm:spPr/>
      <dgm:t>
        <a:bodyPr/>
        <a:lstStyle/>
        <a:p>
          <a:endParaRPr lang="fr-FR"/>
        </a:p>
      </dgm:t>
    </dgm:pt>
    <dgm:pt modelId="{6919C977-775C-4012-B20F-138F8E715088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A.</a:t>
          </a:r>
          <a:r>
            <a:rPr lang="fr-FR" dirty="0">
              <a:solidFill>
                <a:schemeClr val="tx1"/>
              </a:solidFill>
            </a:rPr>
            <a:t> Une endocardite infectieuse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</a:p>
      </dgm:t>
    </dgm:pt>
    <dgm:pt modelId="{2F98EB13-1333-48D3-AE96-9A3228F0FF54}" type="parTrans" cxnId="{62481265-8351-4B7A-927E-2172B1246EBC}">
      <dgm:prSet/>
      <dgm:spPr/>
      <dgm:t>
        <a:bodyPr/>
        <a:lstStyle/>
        <a:p>
          <a:endParaRPr lang="fr-FR"/>
        </a:p>
      </dgm:t>
    </dgm:pt>
    <dgm:pt modelId="{C11D0BAB-DCA4-4665-A599-BA732906ADB6}" type="sibTrans" cxnId="{62481265-8351-4B7A-927E-2172B1246EBC}">
      <dgm:prSet/>
      <dgm:spPr/>
      <dgm:t>
        <a:bodyPr/>
        <a:lstStyle/>
        <a:p>
          <a:endParaRPr lang="fr-FR"/>
        </a:p>
      </dgm:t>
    </dgm:pt>
    <dgm:pt modelId="{19AD4B23-3394-415C-998C-F466AB249C30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B. Un </a:t>
          </a:r>
          <a:r>
            <a:rPr lang="fr-FR" dirty="0">
              <a:solidFill>
                <a:schemeClr val="tx1"/>
              </a:solidFill>
            </a:rPr>
            <a:t>rétrécissement mitral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9668696-BCAD-410D-8785-7009787F7E8B}" type="parTrans" cxnId="{115A69DC-FC86-46CD-86D9-EB643693FBB1}">
      <dgm:prSet/>
      <dgm:spPr/>
      <dgm:t>
        <a:bodyPr/>
        <a:lstStyle/>
        <a:p>
          <a:endParaRPr lang="fr-FR"/>
        </a:p>
      </dgm:t>
    </dgm:pt>
    <dgm:pt modelId="{95812DC1-E787-4E24-BBAF-1A7E649CA31E}" type="sibTrans" cxnId="{115A69DC-FC86-46CD-86D9-EB643693FBB1}">
      <dgm:prSet/>
      <dgm:spPr/>
      <dgm:t>
        <a:bodyPr/>
        <a:lstStyle/>
        <a:p>
          <a:endParaRPr lang="fr-FR"/>
        </a:p>
      </dgm:t>
    </dgm:pt>
    <dgm:pt modelId="{422FF72F-5695-44E7-BDA5-BE7E06C727A5}">
      <dgm:prSet phldr="0"/>
      <dgm:spPr>
        <a:noFill/>
      </dgm:spPr>
      <dgm:t>
        <a:bodyPr/>
        <a:lstStyle/>
        <a:p>
          <a:pPr algn="l" rtl="0"/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C.Un</a:t>
          </a:r>
          <a:r>
            <a:rPr lang="fr-FR" dirty="0">
              <a:solidFill>
                <a:schemeClr val="tx1"/>
              </a:solidFill>
            </a:rPr>
            <a:t> </a:t>
          </a:r>
          <a:r>
            <a:rPr lang="fr-FR" dirty="0" err="1">
              <a:solidFill>
                <a:schemeClr val="tx1"/>
              </a:solidFill>
            </a:rPr>
            <a:t>anévrysme</a:t>
          </a:r>
          <a:r>
            <a:rPr lang="fr-FR" dirty="0">
              <a:solidFill>
                <a:schemeClr val="tx1"/>
              </a:solidFill>
            </a:rPr>
            <a:t> de l’aorte abdominale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BFF406F-6094-4639-9F58-74024EA798CA}" type="parTrans" cxnId="{ADDB3E9D-DAF9-4905-80D5-39198886758B}">
      <dgm:prSet/>
      <dgm:spPr/>
      <dgm:t>
        <a:bodyPr/>
        <a:lstStyle/>
        <a:p>
          <a:endParaRPr lang="fr-FR"/>
        </a:p>
      </dgm:t>
    </dgm:pt>
    <dgm:pt modelId="{A37FFE4A-92F0-4C80-97DB-7D34C7ACF6DD}" type="sibTrans" cxnId="{ADDB3E9D-DAF9-4905-80D5-39198886758B}">
      <dgm:prSet/>
      <dgm:spPr/>
      <dgm:t>
        <a:bodyPr/>
        <a:lstStyle/>
        <a:p>
          <a:endParaRPr lang="fr-FR"/>
        </a:p>
      </dgm:t>
    </dgm:pt>
    <dgm:pt modelId="{ACB64224-44D0-46D8-BFF9-A0269660F739}">
      <dgm:prSet phldr="0"/>
      <dgm:spPr>
        <a:noFill/>
      </dgm:spPr>
      <dgm:t>
        <a:bodyPr/>
        <a:lstStyle/>
        <a:p>
          <a:pPr algn="l" rtl="0"/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D.Un</a:t>
          </a:r>
          <a:r>
            <a:rPr lang="fr-FR" dirty="0">
              <a:solidFill>
                <a:schemeClr val="tx1"/>
              </a:solidFill>
            </a:rPr>
            <a:t> myxome de l’OG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932C6806-613A-4D69-AEBC-2305B0778084}" type="parTrans" cxnId="{294DED0D-EEF6-4A19-8198-23DA007AA06D}">
      <dgm:prSet/>
      <dgm:spPr/>
      <dgm:t>
        <a:bodyPr/>
        <a:lstStyle/>
        <a:p>
          <a:endParaRPr lang="fr-FR"/>
        </a:p>
      </dgm:t>
    </dgm:pt>
    <dgm:pt modelId="{FD97F411-A8D9-4C46-8D10-42E57F437126}" type="sibTrans" cxnId="{294DED0D-EEF6-4A19-8198-23DA007AA06D}">
      <dgm:prSet/>
      <dgm:spPr/>
      <dgm:t>
        <a:bodyPr/>
        <a:lstStyle/>
        <a:p>
          <a:endParaRPr lang="fr-FR"/>
        </a:p>
      </dgm:t>
    </dgm:pt>
    <dgm:pt modelId="{57A3D666-7718-4427-9BCE-AB600CE43ED7}" type="pres">
      <dgm:prSet presAssocID="{A58C939F-9195-4F4C-A189-93E3BF48169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2182D03-1967-425F-9ECA-1CC789031D21}" type="pres">
      <dgm:prSet presAssocID="{6919C977-775C-4012-B20F-138F8E71508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2A717B-0F0A-4C85-AC7A-98886B3460CF}" type="pres">
      <dgm:prSet presAssocID="{C11D0BAB-DCA4-4665-A599-BA732906ADB6}" presName="spacer" presStyleCnt="0"/>
      <dgm:spPr/>
    </dgm:pt>
    <dgm:pt modelId="{FBD8229C-1733-44C8-9C3A-F4635BFA92AB}" type="pres">
      <dgm:prSet presAssocID="{19AD4B23-3394-415C-998C-F466AB249C30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E3A1DD-7F8E-4CFD-9B49-DE58F2D72B75}" type="pres">
      <dgm:prSet presAssocID="{95812DC1-E787-4E24-BBAF-1A7E649CA31E}" presName="spacer" presStyleCnt="0"/>
      <dgm:spPr/>
    </dgm:pt>
    <dgm:pt modelId="{CEDE73B1-F611-4C97-B76B-BB418123E7B1}" type="pres">
      <dgm:prSet presAssocID="{422FF72F-5695-44E7-BDA5-BE7E06C727A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78DE58E-13A9-492F-B77F-DD9E495CAB58}" type="pres">
      <dgm:prSet presAssocID="{A37FFE4A-92F0-4C80-97DB-7D34C7ACF6DD}" presName="spacer" presStyleCnt="0"/>
      <dgm:spPr/>
    </dgm:pt>
    <dgm:pt modelId="{AFB0FC52-921A-459E-B638-2536C19ED251}" type="pres">
      <dgm:prSet presAssocID="{ACB64224-44D0-46D8-BFF9-A0269660F73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07AD9-4767-4B59-95AF-D730F4AE1963}" type="pres">
      <dgm:prSet presAssocID="{FD97F411-A8D9-4C46-8D10-42E57F437126}" presName="spacer" presStyleCnt="0"/>
      <dgm:spPr/>
    </dgm:pt>
    <dgm:pt modelId="{1D36274A-2FDE-47CC-AA8F-0EEE80661601}" type="pres">
      <dgm:prSet presAssocID="{7173A024-6E52-4AD3-BE37-3ED178012B1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485FA58-968C-493A-8CEB-ED8456109C8C}" type="presOf" srcId="{ACB64224-44D0-46D8-BFF9-A0269660F739}" destId="{AFB0FC52-921A-459E-B638-2536C19ED251}" srcOrd="0" destOrd="0" presId="urn:microsoft.com/office/officeart/2005/8/layout/vList2"/>
    <dgm:cxn modelId="{E5EAE52B-2F2E-4F26-8AF1-646B95724A7B}" type="presOf" srcId="{422FF72F-5695-44E7-BDA5-BE7E06C727A5}" destId="{CEDE73B1-F611-4C97-B76B-BB418123E7B1}" srcOrd="0" destOrd="0" presId="urn:microsoft.com/office/officeart/2005/8/layout/vList2"/>
    <dgm:cxn modelId="{774C51BD-7B86-46C8-8DE7-03C5B0230099}" type="presOf" srcId="{A58C939F-9195-4F4C-A189-93E3BF48169B}" destId="{57A3D666-7718-4427-9BCE-AB600CE43ED7}" srcOrd="0" destOrd="0" presId="urn:microsoft.com/office/officeart/2005/8/layout/vList2"/>
    <dgm:cxn modelId="{3561F8CB-B2F6-470E-8560-D7658D6D8AFF}" srcId="{A58C939F-9195-4F4C-A189-93E3BF48169B}" destId="{7173A024-6E52-4AD3-BE37-3ED178012B17}" srcOrd="4" destOrd="0" parTransId="{CE26C12C-A21E-4A37-9623-3B3BA4751D41}" sibTransId="{E9D9A773-F6E5-47A5-A6F1-EF694377C085}"/>
    <dgm:cxn modelId="{E04C5DC5-A3B3-4EA3-976E-C4BA41ACB6BB}" type="presOf" srcId="{6919C977-775C-4012-B20F-138F8E715088}" destId="{A2182D03-1967-425F-9ECA-1CC789031D21}" srcOrd="0" destOrd="0" presId="urn:microsoft.com/office/officeart/2005/8/layout/vList2"/>
    <dgm:cxn modelId="{115A69DC-FC86-46CD-86D9-EB643693FBB1}" srcId="{A58C939F-9195-4F4C-A189-93E3BF48169B}" destId="{19AD4B23-3394-415C-998C-F466AB249C30}" srcOrd="1" destOrd="0" parTransId="{19668696-BCAD-410D-8785-7009787F7E8B}" sibTransId="{95812DC1-E787-4E24-BBAF-1A7E649CA31E}"/>
    <dgm:cxn modelId="{79A07A88-E552-4E08-92F4-27AE7376BF71}" type="presOf" srcId="{7173A024-6E52-4AD3-BE37-3ED178012B17}" destId="{1D36274A-2FDE-47CC-AA8F-0EEE80661601}" srcOrd="0" destOrd="0" presId="urn:microsoft.com/office/officeart/2005/8/layout/vList2"/>
    <dgm:cxn modelId="{ADDB3E9D-DAF9-4905-80D5-39198886758B}" srcId="{A58C939F-9195-4F4C-A189-93E3BF48169B}" destId="{422FF72F-5695-44E7-BDA5-BE7E06C727A5}" srcOrd="2" destOrd="0" parTransId="{1BFF406F-6094-4639-9F58-74024EA798CA}" sibTransId="{A37FFE4A-92F0-4C80-97DB-7D34C7ACF6DD}"/>
    <dgm:cxn modelId="{294DED0D-EEF6-4A19-8198-23DA007AA06D}" srcId="{A58C939F-9195-4F4C-A189-93E3BF48169B}" destId="{ACB64224-44D0-46D8-BFF9-A0269660F739}" srcOrd="3" destOrd="0" parTransId="{932C6806-613A-4D69-AEBC-2305B0778084}" sibTransId="{FD97F411-A8D9-4C46-8D10-42E57F437126}"/>
    <dgm:cxn modelId="{ABD86C20-F3E9-4E51-8149-227CEB61E6DF}" type="presOf" srcId="{19AD4B23-3394-415C-998C-F466AB249C30}" destId="{FBD8229C-1733-44C8-9C3A-F4635BFA92AB}" srcOrd="0" destOrd="0" presId="urn:microsoft.com/office/officeart/2005/8/layout/vList2"/>
    <dgm:cxn modelId="{62481265-8351-4B7A-927E-2172B1246EBC}" srcId="{A58C939F-9195-4F4C-A189-93E3BF48169B}" destId="{6919C977-775C-4012-B20F-138F8E715088}" srcOrd="0" destOrd="0" parTransId="{2F98EB13-1333-48D3-AE96-9A3228F0FF54}" sibTransId="{C11D0BAB-DCA4-4665-A599-BA732906ADB6}"/>
    <dgm:cxn modelId="{10BC4B37-C480-4372-B077-810B7335F1A2}" type="presParOf" srcId="{57A3D666-7718-4427-9BCE-AB600CE43ED7}" destId="{A2182D03-1967-425F-9ECA-1CC789031D21}" srcOrd="0" destOrd="0" presId="urn:microsoft.com/office/officeart/2005/8/layout/vList2"/>
    <dgm:cxn modelId="{11303DE3-CA5E-4893-9D3A-511336CDAFCE}" type="presParOf" srcId="{57A3D666-7718-4427-9BCE-AB600CE43ED7}" destId="{812A717B-0F0A-4C85-AC7A-98886B3460CF}" srcOrd="1" destOrd="0" presId="urn:microsoft.com/office/officeart/2005/8/layout/vList2"/>
    <dgm:cxn modelId="{A96CC924-79F5-45DC-8A16-0084A5D61A33}" type="presParOf" srcId="{57A3D666-7718-4427-9BCE-AB600CE43ED7}" destId="{FBD8229C-1733-44C8-9C3A-F4635BFA92AB}" srcOrd="2" destOrd="0" presId="urn:microsoft.com/office/officeart/2005/8/layout/vList2"/>
    <dgm:cxn modelId="{842A7F02-E33B-4979-A230-683077AE490B}" type="presParOf" srcId="{57A3D666-7718-4427-9BCE-AB600CE43ED7}" destId="{72E3A1DD-7F8E-4CFD-9B49-DE58F2D72B75}" srcOrd="3" destOrd="0" presId="urn:microsoft.com/office/officeart/2005/8/layout/vList2"/>
    <dgm:cxn modelId="{754B7BBF-9DE5-4C50-9F64-56F1B82EE53C}" type="presParOf" srcId="{57A3D666-7718-4427-9BCE-AB600CE43ED7}" destId="{CEDE73B1-F611-4C97-B76B-BB418123E7B1}" srcOrd="4" destOrd="0" presId="urn:microsoft.com/office/officeart/2005/8/layout/vList2"/>
    <dgm:cxn modelId="{D9590DB5-C383-443A-AD1C-478CCBDAF7D0}" type="presParOf" srcId="{57A3D666-7718-4427-9BCE-AB600CE43ED7}" destId="{778DE58E-13A9-492F-B77F-DD9E495CAB58}" srcOrd="5" destOrd="0" presId="urn:microsoft.com/office/officeart/2005/8/layout/vList2"/>
    <dgm:cxn modelId="{4D4515EF-244A-4A1D-A934-B2C023C63183}" type="presParOf" srcId="{57A3D666-7718-4427-9BCE-AB600CE43ED7}" destId="{AFB0FC52-921A-459E-B638-2536C19ED251}" srcOrd="6" destOrd="0" presId="urn:microsoft.com/office/officeart/2005/8/layout/vList2"/>
    <dgm:cxn modelId="{C9B90408-6FDA-4DE8-98C5-38B4366A9177}" type="presParOf" srcId="{57A3D666-7718-4427-9BCE-AB600CE43ED7}" destId="{15707AD9-4767-4B59-95AF-D730F4AE1963}" srcOrd="7" destOrd="0" presId="urn:microsoft.com/office/officeart/2005/8/layout/vList2"/>
    <dgm:cxn modelId="{BFE0FA7E-E979-413B-8A83-CED512A81290}" type="presParOf" srcId="{57A3D666-7718-4427-9BCE-AB600CE43ED7}" destId="{1D36274A-2FDE-47CC-AA8F-0EEE80661601}" srcOrd="8" destOrd="0" presId="urn:microsoft.com/office/officeart/2005/8/layout/vList2"/>
  </dgm:cxnLst>
  <dgm:bg/>
  <dgm:whole/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A58C939F-9195-4F4C-A189-93E3BF4816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7173A024-6E52-4AD3-BE37-3ED178012B17}">
      <dgm:prSet phldrT="[Texte]"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E. </a:t>
          </a:r>
          <a:r>
            <a:rPr lang="fr-FR" dirty="0">
              <a:solidFill>
                <a:schemeClr val="tx1"/>
              </a:solidFill>
            </a:rPr>
            <a:t>Echo-doppler artériel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CE26C12C-A21E-4A37-9623-3B3BA4751D41}" type="parTrans" cxnId="{3561F8CB-B2F6-470E-8560-D7658D6D8AFF}">
      <dgm:prSet/>
      <dgm:spPr/>
      <dgm:t>
        <a:bodyPr/>
        <a:lstStyle/>
        <a:p>
          <a:endParaRPr lang="fr-FR"/>
        </a:p>
      </dgm:t>
    </dgm:pt>
    <dgm:pt modelId="{E9D9A773-F6E5-47A5-A6F1-EF694377C085}" type="sibTrans" cxnId="{3561F8CB-B2F6-470E-8560-D7658D6D8AFF}">
      <dgm:prSet/>
      <dgm:spPr/>
      <dgm:t>
        <a:bodyPr/>
        <a:lstStyle/>
        <a:p>
          <a:endParaRPr lang="fr-FR"/>
        </a:p>
      </dgm:t>
    </dgm:pt>
    <dgm:pt modelId="{6919C977-775C-4012-B20F-138F8E715088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A.</a:t>
          </a:r>
          <a:r>
            <a:rPr lang="fr-FR" dirty="0">
              <a:solidFill>
                <a:schemeClr val="tx1"/>
              </a:solidFill>
            </a:rPr>
            <a:t> 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r>
            <a:rPr lang="fr-FR" dirty="0" err="1">
              <a:solidFill>
                <a:schemeClr val="tx1"/>
              </a:solidFill>
            </a:rPr>
            <a:t>Angioscanner</a:t>
          </a:r>
          <a:r>
            <a:rPr lang="fr-FR" dirty="0">
              <a:solidFill>
                <a:schemeClr val="tx1"/>
              </a:solidFill>
            </a:rPr>
            <a:t> thoracique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2F98EB13-1333-48D3-AE96-9A3228F0FF54}" type="parTrans" cxnId="{62481265-8351-4B7A-927E-2172B1246EBC}">
      <dgm:prSet/>
      <dgm:spPr/>
      <dgm:t>
        <a:bodyPr/>
        <a:lstStyle/>
        <a:p>
          <a:endParaRPr lang="fr-FR"/>
        </a:p>
      </dgm:t>
    </dgm:pt>
    <dgm:pt modelId="{C11D0BAB-DCA4-4665-A599-BA732906ADB6}" type="sibTrans" cxnId="{62481265-8351-4B7A-927E-2172B1246EBC}">
      <dgm:prSet/>
      <dgm:spPr/>
      <dgm:t>
        <a:bodyPr/>
        <a:lstStyle/>
        <a:p>
          <a:endParaRPr lang="fr-FR"/>
        </a:p>
      </dgm:t>
    </dgm:pt>
    <dgm:pt modelId="{19AD4B23-3394-415C-998C-F466AB249C30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B.  </a:t>
          </a:r>
          <a:r>
            <a:rPr lang="fr-FR" dirty="0">
              <a:solidFill>
                <a:schemeClr val="tx1"/>
              </a:solidFill>
            </a:rPr>
            <a:t>Artériographie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9668696-BCAD-410D-8785-7009787F7E8B}" type="parTrans" cxnId="{115A69DC-FC86-46CD-86D9-EB643693FBB1}">
      <dgm:prSet/>
      <dgm:spPr/>
      <dgm:t>
        <a:bodyPr/>
        <a:lstStyle/>
        <a:p>
          <a:endParaRPr lang="fr-FR"/>
        </a:p>
      </dgm:t>
    </dgm:pt>
    <dgm:pt modelId="{95812DC1-E787-4E24-BBAF-1A7E649CA31E}" type="sibTrans" cxnId="{115A69DC-FC86-46CD-86D9-EB643693FBB1}">
      <dgm:prSet/>
      <dgm:spPr/>
      <dgm:t>
        <a:bodyPr/>
        <a:lstStyle/>
        <a:p>
          <a:endParaRPr lang="fr-FR"/>
        </a:p>
      </dgm:t>
    </dgm:pt>
    <dgm:pt modelId="{422FF72F-5695-44E7-BDA5-BE7E06C727A5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C.  </a:t>
          </a:r>
          <a:r>
            <a:rPr lang="fr-FR" dirty="0" smtClean="0">
              <a:solidFill>
                <a:schemeClr val="tx1"/>
              </a:solidFill>
            </a:rPr>
            <a:t>Echo cardiaque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BFF406F-6094-4639-9F58-74024EA798CA}" type="parTrans" cxnId="{ADDB3E9D-DAF9-4905-80D5-39198886758B}">
      <dgm:prSet/>
      <dgm:spPr/>
      <dgm:t>
        <a:bodyPr/>
        <a:lstStyle/>
        <a:p>
          <a:endParaRPr lang="fr-FR"/>
        </a:p>
      </dgm:t>
    </dgm:pt>
    <dgm:pt modelId="{A37FFE4A-92F0-4C80-97DB-7D34C7ACF6DD}" type="sibTrans" cxnId="{ADDB3E9D-DAF9-4905-80D5-39198886758B}">
      <dgm:prSet/>
      <dgm:spPr/>
      <dgm:t>
        <a:bodyPr/>
        <a:lstStyle/>
        <a:p>
          <a:endParaRPr lang="fr-FR"/>
        </a:p>
      </dgm:t>
    </dgm:pt>
    <dgm:pt modelId="{ACB64224-44D0-46D8-BFF9-A0269660F739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D. </a:t>
          </a:r>
          <a:r>
            <a:rPr lang="fr-FR" dirty="0">
              <a:solidFill>
                <a:schemeClr val="tx1"/>
              </a:solidFill>
            </a:rPr>
            <a:t>Coronarographie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932C6806-613A-4D69-AEBC-2305B0778084}" type="parTrans" cxnId="{294DED0D-EEF6-4A19-8198-23DA007AA06D}">
      <dgm:prSet/>
      <dgm:spPr/>
      <dgm:t>
        <a:bodyPr/>
        <a:lstStyle/>
        <a:p>
          <a:endParaRPr lang="fr-FR"/>
        </a:p>
      </dgm:t>
    </dgm:pt>
    <dgm:pt modelId="{FD97F411-A8D9-4C46-8D10-42E57F437126}" type="sibTrans" cxnId="{294DED0D-EEF6-4A19-8198-23DA007AA06D}">
      <dgm:prSet/>
      <dgm:spPr/>
      <dgm:t>
        <a:bodyPr/>
        <a:lstStyle/>
        <a:p>
          <a:endParaRPr lang="fr-FR"/>
        </a:p>
      </dgm:t>
    </dgm:pt>
    <dgm:pt modelId="{57A3D666-7718-4427-9BCE-AB600CE43ED7}" type="pres">
      <dgm:prSet presAssocID="{A58C939F-9195-4F4C-A189-93E3BF48169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2182D03-1967-425F-9ECA-1CC789031D21}" type="pres">
      <dgm:prSet presAssocID="{6919C977-775C-4012-B20F-138F8E71508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2A717B-0F0A-4C85-AC7A-98886B3460CF}" type="pres">
      <dgm:prSet presAssocID="{C11D0BAB-DCA4-4665-A599-BA732906ADB6}" presName="spacer" presStyleCnt="0"/>
      <dgm:spPr/>
    </dgm:pt>
    <dgm:pt modelId="{FBD8229C-1733-44C8-9C3A-F4635BFA92AB}" type="pres">
      <dgm:prSet presAssocID="{19AD4B23-3394-415C-998C-F466AB249C30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E3A1DD-7F8E-4CFD-9B49-DE58F2D72B75}" type="pres">
      <dgm:prSet presAssocID="{95812DC1-E787-4E24-BBAF-1A7E649CA31E}" presName="spacer" presStyleCnt="0"/>
      <dgm:spPr/>
    </dgm:pt>
    <dgm:pt modelId="{CEDE73B1-F611-4C97-B76B-BB418123E7B1}" type="pres">
      <dgm:prSet presAssocID="{422FF72F-5695-44E7-BDA5-BE7E06C727A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78DE58E-13A9-492F-B77F-DD9E495CAB58}" type="pres">
      <dgm:prSet presAssocID="{A37FFE4A-92F0-4C80-97DB-7D34C7ACF6DD}" presName="spacer" presStyleCnt="0"/>
      <dgm:spPr/>
    </dgm:pt>
    <dgm:pt modelId="{AFB0FC52-921A-459E-B638-2536C19ED251}" type="pres">
      <dgm:prSet presAssocID="{ACB64224-44D0-46D8-BFF9-A0269660F73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07AD9-4767-4B59-95AF-D730F4AE1963}" type="pres">
      <dgm:prSet presAssocID="{FD97F411-A8D9-4C46-8D10-42E57F437126}" presName="spacer" presStyleCnt="0"/>
      <dgm:spPr/>
    </dgm:pt>
    <dgm:pt modelId="{1D36274A-2FDE-47CC-AA8F-0EEE80661601}" type="pres">
      <dgm:prSet presAssocID="{7173A024-6E52-4AD3-BE37-3ED178012B1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E5EB5ED-BF6B-48B9-84F5-42084EC36E70}" type="presOf" srcId="{7173A024-6E52-4AD3-BE37-3ED178012B17}" destId="{1D36274A-2FDE-47CC-AA8F-0EEE80661601}" srcOrd="0" destOrd="0" presId="urn:microsoft.com/office/officeart/2005/8/layout/vList2"/>
    <dgm:cxn modelId="{3561F8CB-B2F6-470E-8560-D7658D6D8AFF}" srcId="{A58C939F-9195-4F4C-A189-93E3BF48169B}" destId="{7173A024-6E52-4AD3-BE37-3ED178012B17}" srcOrd="4" destOrd="0" parTransId="{CE26C12C-A21E-4A37-9623-3B3BA4751D41}" sibTransId="{E9D9A773-F6E5-47A5-A6F1-EF694377C085}"/>
    <dgm:cxn modelId="{7825F06D-2ECD-42C1-9713-92BDE5C3D455}" type="presOf" srcId="{19AD4B23-3394-415C-998C-F466AB249C30}" destId="{FBD8229C-1733-44C8-9C3A-F4635BFA92AB}" srcOrd="0" destOrd="0" presId="urn:microsoft.com/office/officeart/2005/8/layout/vList2"/>
    <dgm:cxn modelId="{115A69DC-FC86-46CD-86D9-EB643693FBB1}" srcId="{A58C939F-9195-4F4C-A189-93E3BF48169B}" destId="{19AD4B23-3394-415C-998C-F466AB249C30}" srcOrd="1" destOrd="0" parTransId="{19668696-BCAD-410D-8785-7009787F7E8B}" sibTransId="{95812DC1-E787-4E24-BBAF-1A7E649CA31E}"/>
    <dgm:cxn modelId="{ADDB3E9D-DAF9-4905-80D5-39198886758B}" srcId="{A58C939F-9195-4F4C-A189-93E3BF48169B}" destId="{422FF72F-5695-44E7-BDA5-BE7E06C727A5}" srcOrd="2" destOrd="0" parTransId="{1BFF406F-6094-4639-9F58-74024EA798CA}" sibTransId="{A37FFE4A-92F0-4C80-97DB-7D34C7ACF6DD}"/>
    <dgm:cxn modelId="{D1C04E18-3E1B-46C8-B085-284F5CF7AB2F}" type="presOf" srcId="{A58C939F-9195-4F4C-A189-93E3BF48169B}" destId="{57A3D666-7718-4427-9BCE-AB600CE43ED7}" srcOrd="0" destOrd="0" presId="urn:microsoft.com/office/officeart/2005/8/layout/vList2"/>
    <dgm:cxn modelId="{3FF07314-A3C1-4E32-A549-D0A2C0C30C95}" type="presOf" srcId="{422FF72F-5695-44E7-BDA5-BE7E06C727A5}" destId="{CEDE73B1-F611-4C97-B76B-BB418123E7B1}" srcOrd="0" destOrd="0" presId="urn:microsoft.com/office/officeart/2005/8/layout/vList2"/>
    <dgm:cxn modelId="{294DED0D-EEF6-4A19-8198-23DA007AA06D}" srcId="{A58C939F-9195-4F4C-A189-93E3BF48169B}" destId="{ACB64224-44D0-46D8-BFF9-A0269660F739}" srcOrd="3" destOrd="0" parTransId="{932C6806-613A-4D69-AEBC-2305B0778084}" sibTransId="{FD97F411-A8D9-4C46-8D10-42E57F437126}"/>
    <dgm:cxn modelId="{62481265-8351-4B7A-927E-2172B1246EBC}" srcId="{A58C939F-9195-4F4C-A189-93E3BF48169B}" destId="{6919C977-775C-4012-B20F-138F8E715088}" srcOrd="0" destOrd="0" parTransId="{2F98EB13-1333-48D3-AE96-9A3228F0FF54}" sibTransId="{C11D0BAB-DCA4-4665-A599-BA732906ADB6}"/>
    <dgm:cxn modelId="{269ACCAC-0783-4152-8AF5-D459212D7A83}" type="presOf" srcId="{6919C977-775C-4012-B20F-138F8E715088}" destId="{A2182D03-1967-425F-9ECA-1CC789031D21}" srcOrd="0" destOrd="0" presId="urn:microsoft.com/office/officeart/2005/8/layout/vList2"/>
    <dgm:cxn modelId="{DC0C0CF0-1948-4709-877E-1905F1ADA88D}" type="presOf" srcId="{ACB64224-44D0-46D8-BFF9-A0269660F739}" destId="{AFB0FC52-921A-459E-B638-2536C19ED251}" srcOrd="0" destOrd="0" presId="urn:microsoft.com/office/officeart/2005/8/layout/vList2"/>
    <dgm:cxn modelId="{C516998D-5783-4A6E-9800-90FD5C82C9FC}" type="presParOf" srcId="{57A3D666-7718-4427-9BCE-AB600CE43ED7}" destId="{A2182D03-1967-425F-9ECA-1CC789031D21}" srcOrd="0" destOrd="0" presId="urn:microsoft.com/office/officeart/2005/8/layout/vList2"/>
    <dgm:cxn modelId="{C8A67DD4-80C6-45C3-8FF4-EAAB0720FE28}" type="presParOf" srcId="{57A3D666-7718-4427-9BCE-AB600CE43ED7}" destId="{812A717B-0F0A-4C85-AC7A-98886B3460CF}" srcOrd="1" destOrd="0" presId="urn:microsoft.com/office/officeart/2005/8/layout/vList2"/>
    <dgm:cxn modelId="{74383FAB-23D8-4FAE-8DD3-942AAD27EA1C}" type="presParOf" srcId="{57A3D666-7718-4427-9BCE-AB600CE43ED7}" destId="{FBD8229C-1733-44C8-9C3A-F4635BFA92AB}" srcOrd="2" destOrd="0" presId="urn:microsoft.com/office/officeart/2005/8/layout/vList2"/>
    <dgm:cxn modelId="{236DEEFA-EAA4-4BCA-B404-78DEB4AD68BD}" type="presParOf" srcId="{57A3D666-7718-4427-9BCE-AB600CE43ED7}" destId="{72E3A1DD-7F8E-4CFD-9B49-DE58F2D72B75}" srcOrd="3" destOrd="0" presId="urn:microsoft.com/office/officeart/2005/8/layout/vList2"/>
    <dgm:cxn modelId="{257262F4-BAD5-40A6-ABB8-B35D45B2259C}" type="presParOf" srcId="{57A3D666-7718-4427-9BCE-AB600CE43ED7}" destId="{CEDE73B1-F611-4C97-B76B-BB418123E7B1}" srcOrd="4" destOrd="0" presId="urn:microsoft.com/office/officeart/2005/8/layout/vList2"/>
    <dgm:cxn modelId="{D2558DFC-35F4-4EB8-8836-37AFF69D0FEC}" type="presParOf" srcId="{57A3D666-7718-4427-9BCE-AB600CE43ED7}" destId="{778DE58E-13A9-492F-B77F-DD9E495CAB58}" srcOrd="5" destOrd="0" presId="urn:microsoft.com/office/officeart/2005/8/layout/vList2"/>
    <dgm:cxn modelId="{D6CA8F87-8E10-4F98-8CBD-F9052C4BA1F4}" type="presParOf" srcId="{57A3D666-7718-4427-9BCE-AB600CE43ED7}" destId="{AFB0FC52-921A-459E-B638-2536C19ED251}" srcOrd="6" destOrd="0" presId="urn:microsoft.com/office/officeart/2005/8/layout/vList2"/>
    <dgm:cxn modelId="{8FEE019E-00E5-4702-88F2-A48235E2E036}" type="presParOf" srcId="{57A3D666-7718-4427-9BCE-AB600CE43ED7}" destId="{15707AD9-4767-4B59-95AF-D730F4AE1963}" srcOrd="7" destOrd="0" presId="urn:microsoft.com/office/officeart/2005/8/layout/vList2"/>
    <dgm:cxn modelId="{8331BD4D-C6D5-4EB7-824C-165A0423A07D}" type="presParOf" srcId="{57A3D666-7718-4427-9BCE-AB600CE43ED7}" destId="{1D36274A-2FDE-47CC-AA8F-0EEE80661601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A58C939F-9195-4F4C-A189-93E3BF4816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7173A024-6E52-4AD3-BE37-3ED178012B17}">
      <dgm:prSet phldrT="[Texte]"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E. </a:t>
          </a:r>
          <a:r>
            <a:rPr lang="fr-FR" dirty="0">
              <a:solidFill>
                <a:schemeClr val="tx1"/>
              </a:solidFill>
            </a:rPr>
            <a:t>Echo-doppler artériel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CE26C12C-A21E-4A37-9623-3B3BA4751D41}" type="parTrans" cxnId="{3561F8CB-B2F6-470E-8560-D7658D6D8AFF}">
      <dgm:prSet/>
      <dgm:spPr/>
      <dgm:t>
        <a:bodyPr/>
        <a:lstStyle/>
        <a:p>
          <a:endParaRPr lang="fr-FR"/>
        </a:p>
      </dgm:t>
    </dgm:pt>
    <dgm:pt modelId="{E9D9A773-F6E5-47A5-A6F1-EF694377C085}" type="sibTrans" cxnId="{3561F8CB-B2F6-470E-8560-D7658D6D8AFF}">
      <dgm:prSet/>
      <dgm:spPr/>
      <dgm:t>
        <a:bodyPr/>
        <a:lstStyle/>
        <a:p>
          <a:endParaRPr lang="fr-FR"/>
        </a:p>
      </dgm:t>
    </dgm:pt>
    <dgm:pt modelId="{6919C977-775C-4012-B20F-138F8E715088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A.</a:t>
          </a:r>
          <a:r>
            <a:rPr lang="fr-FR" dirty="0">
              <a:solidFill>
                <a:schemeClr val="tx1"/>
              </a:solidFill>
            </a:rPr>
            <a:t> 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r>
            <a:rPr lang="fr-FR" dirty="0" err="1">
              <a:solidFill>
                <a:schemeClr val="tx1"/>
              </a:solidFill>
            </a:rPr>
            <a:t>Angioscanner</a:t>
          </a:r>
          <a:r>
            <a:rPr lang="fr-FR" dirty="0">
              <a:solidFill>
                <a:schemeClr val="tx1"/>
              </a:solidFill>
            </a:rPr>
            <a:t> thoracique</a:t>
          </a:r>
          <a:endParaRPr lang="fr-FR" dirty="0">
            <a:solidFill>
              <a:schemeClr val="tx1"/>
            </a:solidFill>
            <a:latin typeface="Calibri Light" panose="020F0302020204030204"/>
          </a:endParaRPr>
        </a:p>
      </dgm:t>
    </dgm:pt>
    <dgm:pt modelId="{2F98EB13-1333-48D3-AE96-9A3228F0FF54}" type="parTrans" cxnId="{62481265-8351-4B7A-927E-2172B1246EBC}">
      <dgm:prSet/>
      <dgm:spPr/>
      <dgm:t>
        <a:bodyPr/>
        <a:lstStyle/>
        <a:p>
          <a:endParaRPr lang="fr-FR"/>
        </a:p>
      </dgm:t>
    </dgm:pt>
    <dgm:pt modelId="{C11D0BAB-DCA4-4665-A599-BA732906ADB6}" type="sibTrans" cxnId="{62481265-8351-4B7A-927E-2172B1246EBC}">
      <dgm:prSet/>
      <dgm:spPr/>
      <dgm:t>
        <a:bodyPr/>
        <a:lstStyle/>
        <a:p>
          <a:endParaRPr lang="fr-FR"/>
        </a:p>
      </dgm:t>
    </dgm:pt>
    <dgm:pt modelId="{19AD4B23-3394-415C-998C-F466AB249C30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B.  </a:t>
          </a:r>
          <a:r>
            <a:rPr lang="fr-FR" dirty="0">
              <a:solidFill>
                <a:schemeClr val="tx1"/>
              </a:solidFill>
            </a:rPr>
            <a:t>Artériographie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9668696-BCAD-410D-8785-7009787F7E8B}" type="parTrans" cxnId="{115A69DC-FC86-46CD-86D9-EB643693FBB1}">
      <dgm:prSet/>
      <dgm:spPr/>
      <dgm:t>
        <a:bodyPr/>
        <a:lstStyle/>
        <a:p>
          <a:endParaRPr lang="fr-FR"/>
        </a:p>
      </dgm:t>
    </dgm:pt>
    <dgm:pt modelId="{95812DC1-E787-4E24-BBAF-1A7E649CA31E}" type="sibTrans" cxnId="{115A69DC-FC86-46CD-86D9-EB643693FBB1}">
      <dgm:prSet/>
      <dgm:spPr/>
      <dgm:t>
        <a:bodyPr/>
        <a:lstStyle/>
        <a:p>
          <a:endParaRPr lang="fr-FR"/>
        </a:p>
      </dgm:t>
    </dgm:pt>
    <dgm:pt modelId="{422FF72F-5695-44E7-BDA5-BE7E06C727A5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C.  </a:t>
          </a:r>
          <a:r>
            <a:rPr lang="fr-FR" dirty="0" smtClean="0">
              <a:solidFill>
                <a:schemeClr val="tx1"/>
              </a:solidFill>
            </a:rPr>
            <a:t>Echo cardiaque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BFF406F-6094-4639-9F58-74024EA798CA}" type="parTrans" cxnId="{ADDB3E9D-DAF9-4905-80D5-39198886758B}">
      <dgm:prSet/>
      <dgm:spPr/>
      <dgm:t>
        <a:bodyPr/>
        <a:lstStyle/>
        <a:p>
          <a:endParaRPr lang="fr-FR"/>
        </a:p>
      </dgm:t>
    </dgm:pt>
    <dgm:pt modelId="{A37FFE4A-92F0-4C80-97DB-7D34C7ACF6DD}" type="sibTrans" cxnId="{ADDB3E9D-DAF9-4905-80D5-39198886758B}">
      <dgm:prSet/>
      <dgm:spPr/>
      <dgm:t>
        <a:bodyPr/>
        <a:lstStyle/>
        <a:p>
          <a:endParaRPr lang="fr-FR"/>
        </a:p>
      </dgm:t>
    </dgm:pt>
    <dgm:pt modelId="{ACB64224-44D0-46D8-BFF9-A0269660F739}">
      <dgm:prSet phldr="0"/>
      <dgm:spPr>
        <a:solidFill>
          <a:schemeClr val="bg1"/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D. </a:t>
          </a:r>
          <a:r>
            <a:rPr lang="fr-FR" dirty="0">
              <a:solidFill>
                <a:schemeClr val="tx1"/>
              </a:solidFill>
            </a:rPr>
            <a:t>Coronarographie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932C6806-613A-4D69-AEBC-2305B0778084}" type="parTrans" cxnId="{294DED0D-EEF6-4A19-8198-23DA007AA06D}">
      <dgm:prSet/>
      <dgm:spPr/>
      <dgm:t>
        <a:bodyPr/>
        <a:lstStyle/>
        <a:p>
          <a:endParaRPr lang="fr-FR"/>
        </a:p>
      </dgm:t>
    </dgm:pt>
    <dgm:pt modelId="{FD97F411-A8D9-4C46-8D10-42E57F437126}" type="sibTrans" cxnId="{294DED0D-EEF6-4A19-8198-23DA007AA06D}">
      <dgm:prSet/>
      <dgm:spPr/>
      <dgm:t>
        <a:bodyPr/>
        <a:lstStyle/>
        <a:p>
          <a:endParaRPr lang="fr-FR"/>
        </a:p>
      </dgm:t>
    </dgm:pt>
    <dgm:pt modelId="{57A3D666-7718-4427-9BCE-AB600CE43ED7}" type="pres">
      <dgm:prSet presAssocID="{A58C939F-9195-4F4C-A189-93E3BF48169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2182D03-1967-425F-9ECA-1CC789031D21}" type="pres">
      <dgm:prSet presAssocID="{6919C977-775C-4012-B20F-138F8E71508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2A717B-0F0A-4C85-AC7A-98886B3460CF}" type="pres">
      <dgm:prSet presAssocID="{C11D0BAB-DCA4-4665-A599-BA732906ADB6}" presName="spacer" presStyleCnt="0"/>
      <dgm:spPr/>
    </dgm:pt>
    <dgm:pt modelId="{FBD8229C-1733-44C8-9C3A-F4635BFA92AB}" type="pres">
      <dgm:prSet presAssocID="{19AD4B23-3394-415C-998C-F466AB249C30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E3A1DD-7F8E-4CFD-9B49-DE58F2D72B75}" type="pres">
      <dgm:prSet presAssocID="{95812DC1-E787-4E24-BBAF-1A7E649CA31E}" presName="spacer" presStyleCnt="0"/>
      <dgm:spPr/>
    </dgm:pt>
    <dgm:pt modelId="{CEDE73B1-F611-4C97-B76B-BB418123E7B1}" type="pres">
      <dgm:prSet presAssocID="{422FF72F-5695-44E7-BDA5-BE7E06C727A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78DE58E-13A9-492F-B77F-DD9E495CAB58}" type="pres">
      <dgm:prSet presAssocID="{A37FFE4A-92F0-4C80-97DB-7D34C7ACF6DD}" presName="spacer" presStyleCnt="0"/>
      <dgm:spPr/>
    </dgm:pt>
    <dgm:pt modelId="{AFB0FC52-921A-459E-B638-2536C19ED251}" type="pres">
      <dgm:prSet presAssocID="{ACB64224-44D0-46D8-BFF9-A0269660F73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07AD9-4767-4B59-95AF-D730F4AE1963}" type="pres">
      <dgm:prSet presAssocID="{FD97F411-A8D9-4C46-8D10-42E57F437126}" presName="spacer" presStyleCnt="0"/>
      <dgm:spPr/>
    </dgm:pt>
    <dgm:pt modelId="{1D36274A-2FDE-47CC-AA8F-0EEE80661601}" type="pres">
      <dgm:prSet presAssocID="{7173A024-6E52-4AD3-BE37-3ED178012B1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31CD775-E579-4BA8-A0C5-8A12B603965D}" type="presOf" srcId="{A58C939F-9195-4F4C-A189-93E3BF48169B}" destId="{57A3D666-7718-4427-9BCE-AB600CE43ED7}" srcOrd="0" destOrd="0" presId="urn:microsoft.com/office/officeart/2005/8/layout/vList2"/>
    <dgm:cxn modelId="{829CF553-1D69-4E22-9291-A4755AB20D09}" type="presOf" srcId="{422FF72F-5695-44E7-BDA5-BE7E06C727A5}" destId="{CEDE73B1-F611-4C97-B76B-BB418123E7B1}" srcOrd="0" destOrd="0" presId="urn:microsoft.com/office/officeart/2005/8/layout/vList2"/>
    <dgm:cxn modelId="{3561F8CB-B2F6-470E-8560-D7658D6D8AFF}" srcId="{A58C939F-9195-4F4C-A189-93E3BF48169B}" destId="{7173A024-6E52-4AD3-BE37-3ED178012B17}" srcOrd="4" destOrd="0" parTransId="{CE26C12C-A21E-4A37-9623-3B3BA4751D41}" sibTransId="{E9D9A773-F6E5-47A5-A6F1-EF694377C085}"/>
    <dgm:cxn modelId="{462CC20F-8A38-406E-AE08-2EC7878304A0}" type="presOf" srcId="{6919C977-775C-4012-B20F-138F8E715088}" destId="{A2182D03-1967-425F-9ECA-1CC789031D21}" srcOrd="0" destOrd="0" presId="urn:microsoft.com/office/officeart/2005/8/layout/vList2"/>
    <dgm:cxn modelId="{115A69DC-FC86-46CD-86D9-EB643693FBB1}" srcId="{A58C939F-9195-4F4C-A189-93E3BF48169B}" destId="{19AD4B23-3394-415C-998C-F466AB249C30}" srcOrd="1" destOrd="0" parTransId="{19668696-BCAD-410D-8785-7009787F7E8B}" sibTransId="{95812DC1-E787-4E24-BBAF-1A7E649CA31E}"/>
    <dgm:cxn modelId="{DC753DDB-4CAF-493D-B3D8-A4DB09CC3D8B}" type="presOf" srcId="{ACB64224-44D0-46D8-BFF9-A0269660F739}" destId="{AFB0FC52-921A-459E-B638-2536C19ED251}" srcOrd="0" destOrd="0" presId="urn:microsoft.com/office/officeart/2005/8/layout/vList2"/>
    <dgm:cxn modelId="{814A2F5D-41C9-484A-8514-268B2B5A5F21}" type="presOf" srcId="{19AD4B23-3394-415C-998C-F466AB249C30}" destId="{FBD8229C-1733-44C8-9C3A-F4635BFA92AB}" srcOrd="0" destOrd="0" presId="urn:microsoft.com/office/officeart/2005/8/layout/vList2"/>
    <dgm:cxn modelId="{90C824DC-6AEE-4A1C-B231-2F6C432B648F}" type="presOf" srcId="{7173A024-6E52-4AD3-BE37-3ED178012B17}" destId="{1D36274A-2FDE-47CC-AA8F-0EEE80661601}" srcOrd="0" destOrd="0" presId="urn:microsoft.com/office/officeart/2005/8/layout/vList2"/>
    <dgm:cxn modelId="{ADDB3E9D-DAF9-4905-80D5-39198886758B}" srcId="{A58C939F-9195-4F4C-A189-93E3BF48169B}" destId="{422FF72F-5695-44E7-BDA5-BE7E06C727A5}" srcOrd="2" destOrd="0" parTransId="{1BFF406F-6094-4639-9F58-74024EA798CA}" sibTransId="{A37FFE4A-92F0-4C80-97DB-7D34C7ACF6DD}"/>
    <dgm:cxn modelId="{294DED0D-EEF6-4A19-8198-23DA007AA06D}" srcId="{A58C939F-9195-4F4C-A189-93E3BF48169B}" destId="{ACB64224-44D0-46D8-BFF9-A0269660F739}" srcOrd="3" destOrd="0" parTransId="{932C6806-613A-4D69-AEBC-2305B0778084}" sibTransId="{FD97F411-A8D9-4C46-8D10-42E57F437126}"/>
    <dgm:cxn modelId="{62481265-8351-4B7A-927E-2172B1246EBC}" srcId="{A58C939F-9195-4F4C-A189-93E3BF48169B}" destId="{6919C977-775C-4012-B20F-138F8E715088}" srcOrd="0" destOrd="0" parTransId="{2F98EB13-1333-48D3-AE96-9A3228F0FF54}" sibTransId="{C11D0BAB-DCA4-4665-A599-BA732906ADB6}"/>
    <dgm:cxn modelId="{0B9B6C85-C2BF-45BA-B455-9ECF1BB480DF}" type="presParOf" srcId="{57A3D666-7718-4427-9BCE-AB600CE43ED7}" destId="{A2182D03-1967-425F-9ECA-1CC789031D21}" srcOrd="0" destOrd="0" presId="urn:microsoft.com/office/officeart/2005/8/layout/vList2"/>
    <dgm:cxn modelId="{4F04E1CE-B26A-4171-A043-C5B40FB25D8C}" type="presParOf" srcId="{57A3D666-7718-4427-9BCE-AB600CE43ED7}" destId="{812A717B-0F0A-4C85-AC7A-98886B3460CF}" srcOrd="1" destOrd="0" presId="urn:microsoft.com/office/officeart/2005/8/layout/vList2"/>
    <dgm:cxn modelId="{4F716E17-D038-43AF-BDEA-F6C3390DF694}" type="presParOf" srcId="{57A3D666-7718-4427-9BCE-AB600CE43ED7}" destId="{FBD8229C-1733-44C8-9C3A-F4635BFA92AB}" srcOrd="2" destOrd="0" presId="urn:microsoft.com/office/officeart/2005/8/layout/vList2"/>
    <dgm:cxn modelId="{8A34DD1D-CAB0-4EE5-9A4E-EA87564634F4}" type="presParOf" srcId="{57A3D666-7718-4427-9BCE-AB600CE43ED7}" destId="{72E3A1DD-7F8E-4CFD-9B49-DE58F2D72B75}" srcOrd="3" destOrd="0" presId="urn:microsoft.com/office/officeart/2005/8/layout/vList2"/>
    <dgm:cxn modelId="{4D0013F2-E8A5-489C-91B8-5CD59CE88DB2}" type="presParOf" srcId="{57A3D666-7718-4427-9BCE-AB600CE43ED7}" destId="{CEDE73B1-F611-4C97-B76B-BB418123E7B1}" srcOrd="4" destOrd="0" presId="urn:microsoft.com/office/officeart/2005/8/layout/vList2"/>
    <dgm:cxn modelId="{E629620E-F1B2-4130-8F51-386CE7D74B7E}" type="presParOf" srcId="{57A3D666-7718-4427-9BCE-AB600CE43ED7}" destId="{778DE58E-13A9-492F-B77F-DD9E495CAB58}" srcOrd="5" destOrd="0" presId="urn:microsoft.com/office/officeart/2005/8/layout/vList2"/>
    <dgm:cxn modelId="{50784F1C-CCC9-44D9-BAA6-C2A634F9B369}" type="presParOf" srcId="{57A3D666-7718-4427-9BCE-AB600CE43ED7}" destId="{AFB0FC52-921A-459E-B638-2536C19ED251}" srcOrd="6" destOrd="0" presId="urn:microsoft.com/office/officeart/2005/8/layout/vList2"/>
    <dgm:cxn modelId="{8B1191E5-FA39-4513-8DDA-7E2A4431F6A8}" type="presParOf" srcId="{57A3D666-7718-4427-9BCE-AB600CE43ED7}" destId="{15707AD9-4767-4B59-95AF-D730F4AE1963}" srcOrd="7" destOrd="0" presId="urn:microsoft.com/office/officeart/2005/8/layout/vList2"/>
    <dgm:cxn modelId="{F3723984-16A3-4D70-9EBC-1D1C68000A76}" type="presParOf" srcId="{57A3D666-7718-4427-9BCE-AB600CE43ED7}" destId="{1D36274A-2FDE-47CC-AA8F-0EEE80661601}" srcOrd="8" destOrd="0" presId="urn:microsoft.com/office/officeart/2005/8/layout/vList2"/>
  </dgm:cxnLst>
  <dgm:bg/>
  <dgm:whole/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A58C939F-9195-4F4C-A189-93E3BF4816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7173A024-6E52-4AD3-BE37-3ED178012B17}">
      <dgm:prSet phldrT="[Texte]"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E. Un pontage vasculaire </a:t>
          </a:r>
          <a:endParaRPr lang="fr-FR" dirty="0">
            <a:solidFill>
              <a:schemeClr val="tx1"/>
            </a:solidFill>
          </a:endParaRPr>
        </a:p>
      </dgm:t>
    </dgm:pt>
    <dgm:pt modelId="{CE26C12C-A21E-4A37-9623-3B3BA4751D41}" type="parTrans" cxnId="{3561F8CB-B2F6-470E-8560-D7658D6D8AFF}">
      <dgm:prSet/>
      <dgm:spPr/>
      <dgm:t>
        <a:bodyPr/>
        <a:lstStyle/>
        <a:p>
          <a:endParaRPr lang="fr-FR"/>
        </a:p>
      </dgm:t>
    </dgm:pt>
    <dgm:pt modelId="{E9D9A773-F6E5-47A5-A6F1-EF694377C085}" type="sibTrans" cxnId="{3561F8CB-B2F6-470E-8560-D7658D6D8AFF}">
      <dgm:prSet/>
      <dgm:spPr/>
      <dgm:t>
        <a:bodyPr/>
        <a:lstStyle/>
        <a:p>
          <a:endParaRPr lang="fr-FR"/>
        </a:p>
      </dgm:t>
    </dgm:pt>
    <dgm:pt modelId="{6919C977-775C-4012-B20F-138F8E715088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A.</a:t>
          </a:r>
          <a:r>
            <a:rPr lang="fr-FR" dirty="0">
              <a:solidFill>
                <a:schemeClr val="tx1"/>
              </a:solidFill>
            </a:rPr>
            <a:t> 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Une thrombolyse artérielle in situ</a:t>
          </a:r>
        </a:p>
      </dgm:t>
    </dgm:pt>
    <dgm:pt modelId="{2F98EB13-1333-48D3-AE96-9A3228F0FF54}" type="parTrans" cxnId="{62481265-8351-4B7A-927E-2172B1246EBC}">
      <dgm:prSet/>
      <dgm:spPr/>
      <dgm:t>
        <a:bodyPr/>
        <a:lstStyle/>
        <a:p>
          <a:endParaRPr lang="fr-FR"/>
        </a:p>
      </dgm:t>
    </dgm:pt>
    <dgm:pt modelId="{C11D0BAB-DCA4-4665-A599-BA732906ADB6}" type="sibTrans" cxnId="{62481265-8351-4B7A-927E-2172B1246EBC}">
      <dgm:prSet/>
      <dgm:spPr/>
      <dgm:t>
        <a:bodyPr/>
        <a:lstStyle/>
        <a:p>
          <a:endParaRPr lang="fr-FR"/>
        </a:p>
      </dgm:t>
    </dgm:pt>
    <dgm:pt modelId="{19AD4B23-3394-415C-998C-F466AB249C30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B. Une </a:t>
          </a:r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embolectomie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 à la sonde de </a:t>
          </a:r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Fogarty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9668696-BCAD-410D-8785-7009787F7E8B}" type="parTrans" cxnId="{115A69DC-FC86-46CD-86D9-EB643693FBB1}">
      <dgm:prSet/>
      <dgm:spPr/>
      <dgm:t>
        <a:bodyPr/>
        <a:lstStyle/>
        <a:p>
          <a:endParaRPr lang="fr-FR"/>
        </a:p>
      </dgm:t>
    </dgm:pt>
    <dgm:pt modelId="{95812DC1-E787-4E24-BBAF-1A7E649CA31E}" type="sibTrans" cxnId="{115A69DC-FC86-46CD-86D9-EB643693FBB1}">
      <dgm:prSet/>
      <dgm:spPr/>
      <dgm:t>
        <a:bodyPr/>
        <a:lstStyle/>
        <a:p>
          <a:endParaRPr lang="fr-FR"/>
        </a:p>
      </dgm:t>
    </dgm:pt>
    <dgm:pt modelId="{422FF72F-5695-44E7-BDA5-BE7E06C727A5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C.  Une fibrinolyse par voie générale</a:t>
          </a:r>
          <a:endParaRPr lang="fr-FR" dirty="0">
            <a:solidFill>
              <a:schemeClr val="tx1"/>
            </a:solidFill>
          </a:endParaRPr>
        </a:p>
      </dgm:t>
    </dgm:pt>
    <dgm:pt modelId="{1BFF406F-6094-4639-9F58-74024EA798CA}" type="parTrans" cxnId="{ADDB3E9D-DAF9-4905-80D5-39198886758B}">
      <dgm:prSet/>
      <dgm:spPr/>
      <dgm:t>
        <a:bodyPr/>
        <a:lstStyle/>
        <a:p>
          <a:endParaRPr lang="fr-FR"/>
        </a:p>
      </dgm:t>
    </dgm:pt>
    <dgm:pt modelId="{A37FFE4A-92F0-4C80-97DB-7D34C7ACF6DD}" type="sibTrans" cxnId="{ADDB3E9D-DAF9-4905-80D5-39198886758B}">
      <dgm:prSet/>
      <dgm:spPr/>
      <dgm:t>
        <a:bodyPr/>
        <a:lstStyle/>
        <a:p>
          <a:endParaRPr lang="fr-FR"/>
        </a:p>
      </dgm:t>
    </dgm:pt>
    <dgm:pt modelId="{ACB64224-44D0-46D8-BFF9-A0269660F73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D. Une amputation du membre </a:t>
          </a:r>
          <a:endParaRPr lang="fr-FR" dirty="0">
            <a:solidFill>
              <a:schemeClr val="tx1"/>
            </a:solidFill>
          </a:endParaRPr>
        </a:p>
      </dgm:t>
    </dgm:pt>
    <dgm:pt modelId="{932C6806-613A-4D69-AEBC-2305B0778084}" type="parTrans" cxnId="{294DED0D-EEF6-4A19-8198-23DA007AA06D}">
      <dgm:prSet/>
      <dgm:spPr/>
      <dgm:t>
        <a:bodyPr/>
        <a:lstStyle/>
        <a:p>
          <a:endParaRPr lang="fr-FR"/>
        </a:p>
      </dgm:t>
    </dgm:pt>
    <dgm:pt modelId="{FD97F411-A8D9-4C46-8D10-42E57F437126}" type="sibTrans" cxnId="{294DED0D-EEF6-4A19-8198-23DA007AA06D}">
      <dgm:prSet/>
      <dgm:spPr/>
      <dgm:t>
        <a:bodyPr/>
        <a:lstStyle/>
        <a:p>
          <a:endParaRPr lang="fr-FR"/>
        </a:p>
      </dgm:t>
    </dgm:pt>
    <dgm:pt modelId="{57A3D666-7718-4427-9BCE-AB600CE43ED7}" type="pres">
      <dgm:prSet presAssocID="{A58C939F-9195-4F4C-A189-93E3BF48169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2182D03-1967-425F-9ECA-1CC789031D21}" type="pres">
      <dgm:prSet presAssocID="{6919C977-775C-4012-B20F-138F8E715088}" presName="parentText" presStyleLbl="node1" presStyleIdx="0" presStyleCnt="5" custLinFactNeighborX="1168" custLinFactNeighborY="-43081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2A717B-0F0A-4C85-AC7A-98886B3460CF}" type="pres">
      <dgm:prSet presAssocID="{C11D0BAB-DCA4-4665-A599-BA732906ADB6}" presName="spacer" presStyleCnt="0"/>
      <dgm:spPr/>
    </dgm:pt>
    <dgm:pt modelId="{FBD8229C-1733-44C8-9C3A-F4635BFA92AB}" type="pres">
      <dgm:prSet presAssocID="{19AD4B23-3394-415C-998C-F466AB249C30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E3A1DD-7F8E-4CFD-9B49-DE58F2D72B75}" type="pres">
      <dgm:prSet presAssocID="{95812DC1-E787-4E24-BBAF-1A7E649CA31E}" presName="spacer" presStyleCnt="0"/>
      <dgm:spPr/>
    </dgm:pt>
    <dgm:pt modelId="{CEDE73B1-F611-4C97-B76B-BB418123E7B1}" type="pres">
      <dgm:prSet presAssocID="{422FF72F-5695-44E7-BDA5-BE7E06C727A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78DE58E-13A9-492F-B77F-DD9E495CAB58}" type="pres">
      <dgm:prSet presAssocID="{A37FFE4A-92F0-4C80-97DB-7D34C7ACF6DD}" presName="spacer" presStyleCnt="0"/>
      <dgm:spPr/>
    </dgm:pt>
    <dgm:pt modelId="{AFB0FC52-921A-459E-B638-2536C19ED251}" type="pres">
      <dgm:prSet presAssocID="{ACB64224-44D0-46D8-BFF9-A0269660F739}" presName="parentText" presStyleLbl="node1" presStyleIdx="3" presStyleCnt="5" custLinFactNeighborX="-3504" custLinFactNeighborY="1436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07AD9-4767-4B59-95AF-D730F4AE1963}" type="pres">
      <dgm:prSet presAssocID="{FD97F411-A8D9-4C46-8D10-42E57F437126}" presName="spacer" presStyleCnt="0"/>
      <dgm:spPr/>
    </dgm:pt>
    <dgm:pt modelId="{1D36274A-2FDE-47CC-AA8F-0EEE80661601}" type="pres">
      <dgm:prSet presAssocID="{7173A024-6E52-4AD3-BE37-3ED178012B1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3528203-8D23-4FD9-9F6C-A7A0782E6232}" type="presOf" srcId="{A58C939F-9195-4F4C-A189-93E3BF48169B}" destId="{57A3D666-7718-4427-9BCE-AB600CE43ED7}" srcOrd="0" destOrd="0" presId="urn:microsoft.com/office/officeart/2005/8/layout/vList2"/>
    <dgm:cxn modelId="{0678150B-B840-4854-8BF1-FCF3769CE51B}" type="presOf" srcId="{422FF72F-5695-44E7-BDA5-BE7E06C727A5}" destId="{CEDE73B1-F611-4C97-B76B-BB418123E7B1}" srcOrd="0" destOrd="0" presId="urn:microsoft.com/office/officeart/2005/8/layout/vList2"/>
    <dgm:cxn modelId="{3561F8CB-B2F6-470E-8560-D7658D6D8AFF}" srcId="{A58C939F-9195-4F4C-A189-93E3BF48169B}" destId="{7173A024-6E52-4AD3-BE37-3ED178012B17}" srcOrd="4" destOrd="0" parTransId="{CE26C12C-A21E-4A37-9623-3B3BA4751D41}" sibTransId="{E9D9A773-F6E5-47A5-A6F1-EF694377C085}"/>
    <dgm:cxn modelId="{115A69DC-FC86-46CD-86D9-EB643693FBB1}" srcId="{A58C939F-9195-4F4C-A189-93E3BF48169B}" destId="{19AD4B23-3394-415C-998C-F466AB249C30}" srcOrd="1" destOrd="0" parTransId="{19668696-BCAD-410D-8785-7009787F7E8B}" sibTransId="{95812DC1-E787-4E24-BBAF-1A7E649CA31E}"/>
    <dgm:cxn modelId="{9BE7D57D-8149-4447-A01C-425F0143B7B7}" type="presOf" srcId="{6919C977-775C-4012-B20F-138F8E715088}" destId="{A2182D03-1967-425F-9ECA-1CC789031D21}" srcOrd="0" destOrd="0" presId="urn:microsoft.com/office/officeart/2005/8/layout/vList2"/>
    <dgm:cxn modelId="{ADDB3E9D-DAF9-4905-80D5-39198886758B}" srcId="{A58C939F-9195-4F4C-A189-93E3BF48169B}" destId="{422FF72F-5695-44E7-BDA5-BE7E06C727A5}" srcOrd="2" destOrd="0" parTransId="{1BFF406F-6094-4639-9F58-74024EA798CA}" sibTransId="{A37FFE4A-92F0-4C80-97DB-7D34C7ACF6DD}"/>
    <dgm:cxn modelId="{AD0FDCB9-A352-4D3E-9D2F-A26E2807BD6B}" type="presOf" srcId="{7173A024-6E52-4AD3-BE37-3ED178012B17}" destId="{1D36274A-2FDE-47CC-AA8F-0EEE80661601}" srcOrd="0" destOrd="0" presId="urn:microsoft.com/office/officeart/2005/8/layout/vList2"/>
    <dgm:cxn modelId="{294DED0D-EEF6-4A19-8198-23DA007AA06D}" srcId="{A58C939F-9195-4F4C-A189-93E3BF48169B}" destId="{ACB64224-44D0-46D8-BFF9-A0269660F739}" srcOrd="3" destOrd="0" parTransId="{932C6806-613A-4D69-AEBC-2305B0778084}" sibTransId="{FD97F411-A8D9-4C46-8D10-42E57F437126}"/>
    <dgm:cxn modelId="{C3E90D89-EA6F-406D-A7F7-237879B51E53}" type="presOf" srcId="{ACB64224-44D0-46D8-BFF9-A0269660F739}" destId="{AFB0FC52-921A-459E-B638-2536C19ED251}" srcOrd="0" destOrd="0" presId="urn:microsoft.com/office/officeart/2005/8/layout/vList2"/>
    <dgm:cxn modelId="{78034610-CCE3-4403-A1AD-0D57B5DBFF69}" type="presOf" srcId="{19AD4B23-3394-415C-998C-F466AB249C30}" destId="{FBD8229C-1733-44C8-9C3A-F4635BFA92AB}" srcOrd="0" destOrd="0" presId="urn:microsoft.com/office/officeart/2005/8/layout/vList2"/>
    <dgm:cxn modelId="{62481265-8351-4B7A-927E-2172B1246EBC}" srcId="{A58C939F-9195-4F4C-A189-93E3BF48169B}" destId="{6919C977-775C-4012-B20F-138F8E715088}" srcOrd="0" destOrd="0" parTransId="{2F98EB13-1333-48D3-AE96-9A3228F0FF54}" sibTransId="{C11D0BAB-DCA4-4665-A599-BA732906ADB6}"/>
    <dgm:cxn modelId="{8FD8DECA-5EBC-4290-8D7B-8070F948A31A}" type="presParOf" srcId="{57A3D666-7718-4427-9BCE-AB600CE43ED7}" destId="{A2182D03-1967-425F-9ECA-1CC789031D21}" srcOrd="0" destOrd="0" presId="urn:microsoft.com/office/officeart/2005/8/layout/vList2"/>
    <dgm:cxn modelId="{06C9F237-9685-44FF-8165-835452E1C9D4}" type="presParOf" srcId="{57A3D666-7718-4427-9BCE-AB600CE43ED7}" destId="{812A717B-0F0A-4C85-AC7A-98886B3460CF}" srcOrd="1" destOrd="0" presId="urn:microsoft.com/office/officeart/2005/8/layout/vList2"/>
    <dgm:cxn modelId="{BFE8D760-3C1F-44AF-B621-60805FEEC736}" type="presParOf" srcId="{57A3D666-7718-4427-9BCE-AB600CE43ED7}" destId="{FBD8229C-1733-44C8-9C3A-F4635BFA92AB}" srcOrd="2" destOrd="0" presId="urn:microsoft.com/office/officeart/2005/8/layout/vList2"/>
    <dgm:cxn modelId="{9DDEB636-5C1E-462B-99A6-FE58585DEB3A}" type="presParOf" srcId="{57A3D666-7718-4427-9BCE-AB600CE43ED7}" destId="{72E3A1DD-7F8E-4CFD-9B49-DE58F2D72B75}" srcOrd="3" destOrd="0" presId="urn:microsoft.com/office/officeart/2005/8/layout/vList2"/>
    <dgm:cxn modelId="{79FAA4E7-3D77-4F6B-BD02-3C5A3C9DA2A5}" type="presParOf" srcId="{57A3D666-7718-4427-9BCE-AB600CE43ED7}" destId="{CEDE73B1-F611-4C97-B76B-BB418123E7B1}" srcOrd="4" destOrd="0" presId="urn:microsoft.com/office/officeart/2005/8/layout/vList2"/>
    <dgm:cxn modelId="{156296FF-9734-4491-831E-64051DEBDBD5}" type="presParOf" srcId="{57A3D666-7718-4427-9BCE-AB600CE43ED7}" destId="{778DE58E-13A9-492F-B77F-DD9E495CAB58}" srcOrd="5" destOrd="0" presId="urn:microsoft.com/office/officeart/2005/8/layout/vList2"/>
    <dgm:cxn modelId="{2F9C7C7B-20DA-4075-A9A8-464C4B2AC3FF}" type="presParOf" srcId="{57A3D666-7718-4427-9BCE-AB600CE43ED7}" destId="{AFB0FC52-921A-459E-B638-2536C19ED251}" srcOrd="6" destOrd="0" presId="urn:microsoft.com/office/officeart/2005/8/layout/vList2"/>
    <dgm:cxn modelId="{20D64EB9-F388-41BB-87E8-A3427028F7CA}" type="presParOf" srcId="{57A3D666-7718-4427-9BCE-AB600CE43ED7}" destId="{15707AD9-4767-4B59-95AF-D730F4AE1963}" srcOrd="7" destOrd="0" presId="urn:microsoft.com/office/officeart/2005/8/layout/vList2"/>
    <dgm:cxn modelId="{7E8E4DF3-D0B4-49CD-9A8A-B05C1FC98E8E}" type="presParOf" srcId="{57A3D666-7718-4427-9BCE-AB600CE43ED7}" destId="{1D36274A-2FDE-47CC-AA8F-0EEE80661601}" srcOrd="8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A58C939F-9195-4F4C-A189-93E3BF4816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7173A024-6E52-4AD3-BE37-3ED178012B17}">
      <dgm:prSet phldrT="[Texte]"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E. Un pontage vasculaire </a:t>
          </a:r>
          <a:endParaRPr lang="fr-FR" dirty="0">
            <a:solidFill>
              <a:schemeClr val="tx1"/>
            </a:solidFill>
          </a:endParaRPr>
        </a:p>
      </dgm:t>
    </dgm:pt>
    <dgm:pt modelId="{CE26C12C-A21E-4A37-9623-3B3BA4751D41}" type="parTrans" cxnId="{3561F8CB-B2F6-470E-8560-D7658D6D8AFF}">
      <dgm:prSet/>
      <dgm:spPr/>
      <dgm:t>
        <a:bodyPr/>
        <a:lstStyle/>
        <a:p>
          <a:endParaRPr lang="fr-FR"/>
        </a:p>
      </dgm:t>
    </dgm:pt>
    <dgm:pt modelId="{E9D9A773-F6E5-47A5-A6F1-EF694377C085}" type="sibTrans" cxnId="{3561F8CB-B2F6-470E-8560-D7658D6D8AFF}">
      <dgm:prSet/>
      <dgm:spPr/>
      <dgm:t>
        <a:bodyPr/>
        <a:lstStyle/>
        <a:p>
          <a:endParaRPr lang="fr-FR"/>
        </a:p>
      </dgm:t>
    </dgm:pt>
    <dgm:pt modelId="{6919C977-775C-4012-B20F-138F8E715088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</a:rPr>
            <a:t> 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A.</a:t>
          </a:r>
          <a:r>
            <a:rPr lang="fr-FR" dirty="0">
              <a:solidFill>
                <a:schemeClr val="tx1"/>
              </a:solidFill>
            </a:rPr>
            <a:t> 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Une thrombolyse artérielle in situ</a:t>
          </a:r>
        </a:p>
      </dgm:t>
    </dgm:pt>
    <dgm:pt modelId="{2F98EB13-1333-48D3-AE96-9A3228F0FF54}" type="parTrans" cxnId="{62481265-8351-4B7A-927E-2172B1246EBC}">
      <dgm:prSet/>
      <dgm:spPr/>
      <dgm:t>
        <a:bodyPr/>
        <a:lstStyle/>
        <a:p>
          <a:endParaRPr lang="fr-FR"/>
        </a:p>
      </dgm:t>
    </dgm:pt>
    <dgm:pt modelId="{C11D0BAB-DCA4-4665-A599-BA732906ADB6}" type="sibTrans" cxnId="{62481265-8351-4B7A-927E-2172B1246EBC}">
      <dgm:prSet/>
      <dgm:spPr/>
      <dgm:t>
        <a:bodyPr/>
        <a:lstStyle/>
        <a:p>
          <a:endParaRPr lang="fr-FR"/>
        </a:p>
      </dgm:t>
    </dgm:pt>
    <dgm:pt modelId="{19AD4B23-3394-415C-998C-F466AB249C30}">
      <dgm:prSet phldr="0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B. Une </a:t>
          </a:r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embolectomie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 à la sonde de </a:t>
          </a:r>
          <a:r>
            <a:rPr lang="fr-FR" dirty="0" err="1">
              <a:solidFill>
                <a:schemeClr val="tx1"/>
              </a:solidFill>
              <a:latin typeface="Calibri Light" panose="020F0302020204030204"/>
            </a:rPr>
            <a:t>Fogarty</a:t>
          </a:r>
          <a:r>
            <a:rPr lang="fr-FR" dirty="0">
              <a:solidFill>
                <a:schemeClr val="tx1"/>
              </a:solidFill>
              <a:latin typeface="Calibri Light" panose="020F0302020204030204"/>
            </a:rPr>
            <a:t> </a:t>
          </a:r>
          <a:endParaRPr lang="fr-FR" dirty="0">
            <a:solidFill>
              <a:schemeClr val="tx1"/>
            </a:solidFill>
          </a:endParaRPr>
        </a:p>
      </dgm:t>
    </dgm:pt>
    <dgm:pt modelId="{19668696-BCAD-410D-8785-7009787F7E8B}" type="parTrans" cxnId="{115A69DC-FC86-46CD-86D9-EB643693FBB1}">
      <dgm:prSet/>
      <dgm:spPr/>
      <dgm:t>
        <a:bodyPr/>
        <a:lstStyle/>
        <a:p>
          <a:endParaRPr lang="fr-FR"/>
        </a:p>
      </dgm:t>
    </dgm:pt>
    <dgm:pt modelId="{95812DC1-E787-4E24-BBAF-1A7E649CA31E}" type="sibTrans" cxnId="{115A69DC-FC86-46CD-86D9-EB643693FBB1}">
      <dgm:prSet/>
      <dgm:spPr/>
      <dgm:t>
        <a:bodyPr/>
        <a:lstStyle/>
        <a:p>
          <a:endParaRPr lang="fr-FR"/>
        </a:p>
      </dgm:t>
    </dgm:pt>
    <dgm:pt modelId="{422FF72F-5695-44E7-BDA5-BE7E06C727A5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C.  Une fibrinolyse par voie générale</a:t>
          </a:r>
          <a:endParaRPr lang="fr-FR" dirty="0">
            <a:solidFill>
              <a:schemeClr val="tx1"/>
            </a:solidFill>
          </a:endParaRPr>
        </a:p>
      </dgm:t>
    </dgm:pt>
    <dgm:pt modelId="{1BFF406F-6094-4639-9F58-74024EA798CA}" type="parTrans" cxnId="{ADDB3E9D-DAF9-4905-80D5-39198886758B}">
      <dgm:prSet/>
      <dgm:spPr/>
      <dgm:t>
        <a:bodyPr/>
        <a:lstStyle/>
        <a:p>
          <a:endParaRPr lang="fr-FR"/>
        </a:p>
      </dgm:t>
    </dgm:pt>
    <dgm:pt modelId="{A37FFE4A-92F0-4C80-97DB-7D34C7ACF6DD}" type="sibTrans" cxnId="{ADDB3E9D-DAF9-4905-80D5-39198886758B}">
      <dgm:prSet/>
      <dgm:spPr/>
      <dgm:t>
        <a:bodyPr/>
        <a:lstStyle/>
        <a:p>
          <a:endParaRPr lang="fr-FR"/>
        </a:p>
      </dgm:t>
    </dgm:pt>
    <dgm:pt modelId="{ACB64224-44D0-46D8-BFF9-A0269660F739}">
      <dgm:prSet phldr="0"/>
      <dgm:spPr>
        <a:noFill/>
      </dgm:spPr>
      <dgm:t>
        <a:bodyPr/>
        <a:lstStyle/>
        <a:p>
          <a:pPr algn="l" rtl="0"/>
          <a:r>
            <a:rPr lang="fr-FR" dirty="0">
              <a:solidFill>
                <a:schemeClr val="tx1"/>
              </a:solidFill>
              <a:latin typeface="Calibri Light" panose="020F0302020204030204"/>
            </a:rPr>
            <a:t>D. Une amputation du membre </a:t>
          </a:r>
          <a:endParaRPr lang="fr-FR" dirty="0">
            <a:solidFill>
              <a:schemeClr val="tx1"/>
            </a:solidFill>
          </a:endParaRPr>
        </a:p>
      </dgm:t>
    </dgm:pt>
    <dgm:pt modelId="{932C6806-613A-4D69-AEBC-2305B0778084}" type="parTrans" cxnId="{294DED0D-EEF6-4A19-8198-23DA007AA06D}">
      <dgm:prSet/>
      <dgm:spPr/>
      <dgm:t>
        <a:bodyPr/>
        <a:lstStyle/>
        <a:p>
          <a:endParaRPr lang="fr-FR"/>
        </a:p>
      </dgm:t>
    </dgm:pt>
    <dgm:pt modelId="{FD97F411-A8D9-4C46-8D10-42E57F437126}" type="sibTrans" cxnId="{294DED0D-EEF6-4A19-8198-23DA007AA06D}">
      <dgm:prSet/>
      <dgm:spPr/>
      <dgm:t>
        <a:bodyPr/>
        <a:lstStyle/>
        <a:p>
          <a:endParaRPr lang="fr-FR"/>
        </a:p>
      </dgm:t>
    </dgm:pt>
    <dgm:pt modelId="{57A3D666-7718-4427-9BCE-AB600CE43ED7}" type="pres">
      <dgm:prSet presAssocID="{A58C939F-9195-4F4C-A189-93E3BF48169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2182D03-1967-425F-9ECA-1CC789031D21}" type="pres">
      <dgm:prSet presAssocID="{6919C977-775C-4012-B20F-138F8E715088}" presName="parentText" presStyleLbl="node1" presStyleIdx="0" presStyleCnt="5" custLinFactNeighborX="1168" custLinFactNeighborY="-43081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12A717B-0F0A-4C85-AC7A-98886B3460CF}" type="pres">
      <dgm:prSet presAssocID="{C11D0BAB-DCA4-4665-A599-BA732906ADB6}" presName="spacer" presStyleCnt="0"/>
      <dgm:spPr/>
    </dgm:pt>
    <dgm:pt modelId="{FBD8229C-1733-44C8-9C3A-F4635BFA92AB}" type="pres">
      <dgm:prSet presAssocID="{19AD4B23-3394-415C-998C-F466AB249C30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2E3A1DD-7F8E-4CFD-9B49-DE58F2D72B75}" type="pres">
      <dgm:prSet presAssocID="{95812DC1-E787-4E24-BBAF-1A7E649CA31E}" presName="spacer" presStyleCnt="0"/>
      <dgm:spPr/>
    </dgm:pt>
    <dgm:pt modelId="{CEDE73B1-F611-4C97-B76B-BB418123E7B1}" type="pres">
      <dgm:prSet presAssocID="{422FF72F-5695-44E7-BDA5-BE7E06C727A5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78DE58E-13A9-492F-B77F-DD9E495CAB58}" type="pres">
      <dgm:prSet presAssocID="{A37FFE4A-92F0-4C80-97DB-7D34C7ACF6DD}" presName="spacer" presStyleCnt="0"/>
      <dgm:spPr/>
    </dgm:pt>
    <dgm:pt modelId="{AFB0FC52-921A-459E-B638-2536C19ED251}" type="pres">
      <dgm:prSet presAssocID="{ACB64224-44D0-46D8-BFF9-A0269660F739}" presName="parentText" presStyleLbl="node1" presStyleIdx="3" presStyleCnt="5" custLinFactNeighborX="-3504" custLinFactNeighborY="14360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707AD9-4767-4B59-95AF-D730F4AE1963}" type="pres">
      <dgm:prSet presAssocID="{FD97F411-A8D9-4C46-8D10-42E57F437126}" presName="spacer" presStyleCnt="0"/>
      <dgm:spPr/>
    </dgm:pt>
    <dgm:pt modelId="{1D36274A-2FDE-47CC-AA8F-0EEE80661601}" type="pres">
      <dgm:prSet presAssocID="{7173A024-6E52-4AD3-BE37-3ED178012B1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E242F0F-C351-416E-AF5C-65847E6838AF}" type="presOf" srcId="{7173A024-6E52-4AD3-BE37-3ED178012B17}" destId="{1D36274A-2FDE-47CC-AA8F-0EEE80661601}" srcOrd="0" destOrd="0" presId="urn:microsoft.com/office/officeart/2005/8/layout/vList2"/>
    <dgm:cxn modelId="{43CFDE81-E5D6-46BA-969A-E0ECB1028BCB}" type="presOf" srcId="{422FF72F-5695-44E7-BDA5-BE7E06C727A5}" destId="{CEDE73B1-F611-4C97-B76B-BB418123E7B1}" srcOrd="0" destOrd="0" presId="urn:microsoft.com/office/officeart/2005/8/layout/vList2"/>
    <dgm:cxn modelId="{3561F8CB-B2F6-470E-8560-D7658D6D8AFF}" srcId="{A58C939F-9195-4F4C-A189-93E3BF48169B}" destId="{7173A024-6E52-4AD3-BE37-3ED178012B17}" srcOrd="4" destOrd="0" parTransId="{CE26C12C-A21E-4A37-9623-3B3BA4751D41}" sibTransId="{E9D9A773-F6E5-47A5-A6F1-EF694377C085}"/>
    <dgm:cxn modelId="{79B6C43B-9EF5-4AF8-9204-5CA5CCA3C5A0}" type="presOf" srcId="{19AD4B23-3394-415C-998C-F466AB249C30}" destId="{FBD8229C-1733-44C8-9C3A-F4635BFA92AB}" srcOrd="0" destOrd="0" presId="urn:microsoft.com/office/officeart/2005/8/layout/vList2"/>
    <dgm:cxn modelId="{115A69DC-FC86-46CD-86D9-EB643693FBB1}" srcId="{A58C939F-9195-4F4C-A189-93E3BF48169B}" destId="{19AD4B23-3394-415C-998C-F466AB249C30}" srcOrd="1" destOrd="0" parTransId="{19668696-BCAD-410D-8785-7009787F7E8B}" sibTransId="{95812DC1-E787-4E24-BBAF-1A7E649CA31E}"/>
    <dgm:cxn modelId="{7803CABA-486A-4BBF-B22E-26B089C1A3D7}" type="presOf" srcId="{ACB64224-44D0-46D8-BFF9-A0269660F739}" destId="{AFB0FC52-921A-459E-B638-2536C19ED251}" srcOrd="0" destOrd="0" presId="urn:microsoft.com/office/officeart/2005/8/layout/vList2"/>
    <dgm:cxn modelId="{E482D533-E633-4D6C-9A33-9CB63F23DE18}" type="presOf" srcId="{A58C939F-9195-4F4C-A189-93E3BF48169B}" destId="{57A3D666-7718-4427-9BCE-AB600CE43ED7}" srcOrd="0" destOrd="0" presId="urn:microsoft.com/office/officeart/2005/8/layout/vList2"/>
    <dgm:cxn modelId="{ADDB3E9D-DAF9-4905-80D5-39198886758B}" srcId="{A58C939F-9195-4F4C-A189-93E3BF48169B}" destId="{422FF72F-5695-44E7-BDA5-BE7E06C727A5}" srcOrd="2" destOrd="0" parTransId="{1BFF406F-6094-4639-9F58-74024EA798CA}" sibTransId="{A37FFE4A-92F0-4C80-97DB-7D34C7ACF6DD}"/>
    <dgm:cxn modelId="{294DED0D-EEF6-4A19-8198-23DA007AA06D}" srcId="{A58C939F-9195-4F4C-A189-93E3BF48169B}" destId="{ACB64224-44D0-46D8-BFF9-A0269660F739}" srcOrd="3" destOrd="0" parTransId="{932C6806-613A-4D69-AEBC-2305B0778084}" sibTransId="{FD97F411-A8D9-4C46-8D10-42E57F437126}"/>
    <dgm:cxn modelId="{C785B875-CBC1-4D4B-B77F-FF8CE62E0BC2}" type="presOf" srcId="{6919C977-775C-4012-B20F-138F8E715088}" destId="{A2182D03-1967-425F-9ECA-1CC789031D21}" srcOrd="0" destOrd="0" presId="urn:microsoft.com/office/officeart/2005/8/layout/vList2"/>
    <dgm:cxn modelId="{62481265-8351-4B7A-927E-2172B1246EBC}" srcId="{A58C939F-9195-4F4C-A189-93E3BF48169B}" destId="{6919C977-775C-4012-B20F-138F8E715088}" srcOrd="0" destOrd="0" parTransId="{2F98EB13-1333-48D3-AE96-9A3228F0FF54}" sibTransId="{C11D0BAB-DCA4-4665-A599-BA732906ADB6}"/>
    <dgm:cxn modelId="{7904218A-050C-4549-BA3F-8F986883398A}" type="presParOf" srcId="{57A3D666-7718-4427-9BCE-AB600CE43ED7}" destId="{A2182D03-1967-425F-9ECA-1CC789031D21}" srcOrd="0" destOrd="0" presId="urn:microsoft.com/office/officeart/2005/8/layout/vList2"/>
    <dgm:cxn modelId="{C1B23D62-5418-4A23-BF59-EC5CAD998904}" type="presParOf" srcId="{57A3D666-7718-4427-9BCE-AB600CE43ED7}" destId="{812A717B-0F0A-4C85-AC7A-98886B3460CF}" srcOrd="1" destOrd="0" presId="urn:microsoft.com/office/officeart/2005/8/layout/vList2"/>
    <dgm:cxn modelId="{E0042C51-CD73-4A1B-A525-F7C5112B1A9E}" type="presParOf" srcId="{57A3D666-7718-4427-9BCE-AB600CE43ED7}" destId="{FBD8229C-1733-44C8-9C3A-F4635BFA92AB}" srcOrd="2" destOrd="0" presId="urn:microsoft.com/office/officeart/2005/8/layout/vList2"/>
    <dgm:cxn modelId="{97F33443-45C4-4098-A8F6-22E071D5B5B3}" type="presParOf" srcId="{57A3D666-7718-4427-9BCE-AB600CE43ED7}" destId="{72E3A1DD-7F8E-4CFD-9B49-DE58F2D72B75}" srcOrd="3" destOrd="0" presId="urn:microsoft.com/office/officeart/2005/8/layout/vList2"/>
    <dgm:cxn modelId="{FD91876C-ED2C-4E4C-A416-87859E6203E3}" type="presParOf" srcId="{57A3D666-7718-4427-9BCE-AB600CE43ED7}" destId="{CEDE73B1-F611-4C97-B76B-BB418123E7B1}" srcOrd="4" destOrd="0" presId="urn:microsoft.com/office/officeart/2005/8/layout/vList2"/>
    <dgm:cxn modelId="{036C8E51-DF26-4593-B30B-4EAAF8C25CA6}" type="presParOf" srcId="{57A3D666-7718-4427-9BCE-AB600CE43ED7}" destId="{778DE58E-13A9-492F-B77F-DD9E495CAB58}" srcOrd="5" destOrd="0" presId="urn:microsoft.com/office/officeart/2005/8/layout/vList2"/>
    <dgm:cxn modelId="{3B0B1F3F-C094-4559-B769-FC743C9A5E37}" type="presParOf" srcId="{57A3D666-7718-4427-9BCE-AB600CE43ED7}" destId="{AFB0FC52-921A-459E-B638-2536C19ED251}" srcOrd="6" destOrd="0" presId="urn:microsoft.com/office/officeart/2005/8/layout/vList2"/>
    <dgm:cxn modelId="{0C02E5C7-3DB7-475C-8A12-3A071574673B}" type="presParOf" srcId="{57A3D666-7718-4427-9BCE-AB600CE43ED7}" destId="{15707AD9-4767-4B59-95AF-D730F4AE1963}" srcOrd="7" destOrd="0" presId="urn:microsoft.com/office/officeart/2005/8/layout/vList2"/>
    <dgm:cxn modelId="{758B5549-BF3A-4E34-AC6C-BCF04BBFBFD5}" type="presParOf" srcId="{57A3D666-7718-4427-9BCE-AB600CE43ED7}" destId="{1D36274A-2FDE-47CC-AA8F-0EEE80661601}" srcOrd="8" destOrd="0" presId="urn:microsoft.com/office/officeart/2005/8/layout/vList2"/>
  </dgm:cxnLst>
  <dgm:bg/>
  <dgm:whole/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6C1DD-2998-4DE2-B2C7-9ACD74E9A61B}">
      <dsp:nvSpPr>
        <dsp:cNvPr id="0" name=""/>
        <dsp:cNvSpPr/>
      </dsp:nvSpPr>
      <dsp:spPr>
        <a:xfrm>
          <a:off x="0" y="0"/>
          <a:ext cx="10515600" cy="98338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Interruption brutale du flux sanguin</a:t>
          </a:r>
          <a:endParaRPr lang="en-US" sz="4100" kern="1200" dirty="0"/>
        </a:p>
      </dsp:txBody>
      <dsp:txXfrm>
        <a:off x="48005" y="48005"/>
        <a:ext cx="10419590" cy="887374"/>
      </dsp:txXfrm>
    </dsp:sp>
    <dsp:sp modelId="{69770EAB-0536-4188-9618-9C3002067C38}">
      <dsp:nvSpPr>
        <dsp:cNvPr id="0" name=""/>
        <dsp:cNvSpPr/>
      </dsp:nvSpPr>
      <dsp:spPr>
        <a:xfrm>
          <a:off x="0" y="1133244"/>
          <a:ext cx="10515600" cy="98338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/>
            <a:t>Urgence médico-chirurgicale</a:t>
          </a:r>
          <a:endParaRPr lang="en-US" sz="4100" kern="1200"/>
        </a:p>
      </dsp:txBody>
      <dsp:txXfrm>
        <a:off x="48005" y="1181249"/>
        <a:ext cx="10419590" cy="887374"/>
      </dsp:txXfrm>
    </dsp:sp>
    <dsp:sp modelId="{62A50C9A-AD6A-4F60-A471-C316C8D5554F}">
      <dsp:nvSpPr>
        <dsp:cNvPr id="0" name=""/>
        <dsp:cNvSpPr/>
      </dsp:nvSpPr>
      <dsp:spPr>
        <a:xfrm>
          <a:off x="0" y="2234709"/>
          <a:ext cx="10515600" cy="98338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Pronostic fonctionnel du membre</a:t>
          </a:r>
          <a:endParaRPr lang="en-US" sz="4100" kern="1200" dirty="0"/>
        </a:p>
      </dsp:txBody>
      <dsp:txXfrm>
        <a:off x="48005" y="2282714"/>
        <a:ext cx="10419590" cy="887374"/>
      </dsp:txXfrm>
    </dsp:sp>
    <dsp:sp modelId="{6DE7E32B-F6C9-41DC-BE86-58930275A28D}">
      <dsp:nvSpPr>
        <dsp:cNvPr id="0" name=""/>
        <dsp:cNvSpPr/>
      </dsp:nvSpPr>
      <dsp:spPr>
        <a:xfrm>
          <a:off x="0" y="3336174"/>
          <a:ext cx="10515600" cy="98338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/>
            <a:t>Pronostic vital du patient</a:t>
          </a:r>
          <a:endParaRPr lang="en-US" sz="4100" kern="1200"/>
        </a:p>
      </dsp:txBody>
      <dsp:txXfrm>
        <a:off x="48005" y="3384179"/>
        <a:ext cx="10419590" cy="8873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3ED14-0A30-4594-8011-BFDA518EE17E}">
      <dsp:nvSpPr>
        <dsp:cNvPr id="0" name=""/>
        <dsp:cNvSpPr/>
      </dsp:nvSpPr>
      <dsp:spPr>
        <a:xfrm>
          <a:off x="0" y="1176275"/>
          <a:ext cx="8792685" cy="4317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libri Light" panose="020F0302020204030204"/>
            </a:rPr>
            <a:t>1- vascularisation des membres</a:t>
          </a:r>
        </a:p>
      </dsp:txBody>
      <dsp:txXfrm>
        <a:off x="21075" y="1197350"/>
        <a:ext cx="8750535" cy="389580"/>
      </dsp:txXfrm>
    </dsp:sp>
    <dsp:sp modelId="{F225BC4C-81BB-48EE-A2F6-DE3E39BAC5FD}">
      <dsp:nvSpPr>
        <dsp:cNvPr id="0" name=""/>
        <dsp:cNvSpPr/>
      </dsp:nvSpPr>
      <dsp:spPr>
        <a:xfrm>
          <a:off x="0" y="1659845"/>
          <a:ext cx="8792685" cy="43173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libri Light" panose="020F0302020204030204"/>
            </a:rPr>
            <a:t>2- mécanismes </a:t>
          </a:r>
          <a:r>
            <a:rPr lang="fr-FR" sz="1800" kern="1200" dirty="0" err="1">
              <a:latin typeface="Calibri Light" panose="020F0302020204030204"/>
            </a:rPr>
            <a:t>éthio</a:t>
          </a:r>
          <a:r>
            <a:rPr lang="fr-FR" sz="1800" kern="1200" dirty="0">
              <a:latin typeface="Calibri Light" panose="020F0302020204030204"/>
            </a:rPr>
            <a:t>-pathogéniques </a:t>
          </a:r>
          <a:r>
            <a:rPr lang="fr-FR" sz="1800" kern="1200">
              <a:latin typeface="Calibri Light" panose="020F0302020204030204"/>
            </a:rPr>
            <a:t>de l’ischémie</a:t>
          </a:r>
        </a:p>
      </dsp:txBody>
      <dsp:txXfrm>
        <a:off x="21075" y="1680920"/>
        <a:ext cx="8750535" cy="389580"/>
      </dsp:txXfrm>
    </dsp:sp>
    <dsp:sp modelId="{24CB154A-74E4-4781-9E9A-B2DACE9191F7}">
      <dsp:nvSpPr>
        <dsp:cNvPr id="0" name=""/>
        <dsp:cNvSpPr/>
      </dsp:nvSpPr>
      <dsp:spPr>
        <a:xfrm>
          <a:off x="0" y="2143415"/>
          <a:ext cx="8792685" cy="43173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libri Light" panose="020F0302020204030204"/>
            </a:rPr>
            <a:t>3-conséquences physiopathologiques</a:t>
          </a:r>
        </a:p>
      </dsp:txBody>
      <dsp:txXfrm>
        <a:off x="21075" y="2164490"/>
        <a:ext cx="8750535" cy="389580"/>
      </dsp:txXfrm>
    </dsp:sp>
    <dsp:sp modelId="{D328AA61-09D2-42B4-A2EC-8923765DEDF5}">
      <dsp:nvSpPr>
        <dsp:cNvPr id="0" name=""/>
        <dsp:cNvSpPr/>
      </dsp:nvSpPr>
      <dsp:spPr>
        <a:xfrm>
          <a:off x="0" y="2626985"/>
          <a:ext cx="8792685" cy="4317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libri Light" panose="020F0302020204030204"/>
            </a:rPr>
            <a:t>4- mécanismes et conséquences physiopathologiques d'un syndrome de revascularisation</a:t>
          </a:r>
        </a:p>
      </dsp:txBody>
      <dsp:txXfrm>
        <a:off x="21075" y="2648060"/>
        <a:ext cx="8750535" cy="389580"/>
      </dsp:txXfrm>
    </dsp:sp>
    <dsp:sp modelId="{8627BEC9-F1F3-4F92-A8ED-B2A78E62C8D8}">
      <dsp:nvSpPr>
        <dsp:cNvPr id="0" name=""/>
        <dsp:cNvSpPr/>
      </dsp:nvSpPr>
      <dsp:spPr>
        <a:xfrm>
          <a:off x="0" y="3110555"/>
          <a:ext cx="8792685" cy="43173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>
              <a:latin typeface="Calibri Light" panose="020F0302020204030204"/>
            </a:rPr>
            <a:t>5- signes cliniques et  biologiques de gravité</a:t>
          </a:r>
        </a:p>
      </dsp:txBody>
      <dsp:txXfrm>
        <a:off x="21075" y="3131630"/>
        <a:ext cx="8750535" cy="389580"/>
      </dsp:txXfrm>
    </dsp:sp>
    <dsp:sp modelId="{3FED8FD3-6300-4517-9B28-D62A186DEB9D}">
      <dsp:nvSpPr>
        <dsp:cNvPr id="0" name=""/>
        <dsp:cNvSpPr/>
      </dsp:nvSpPr>
      <dsp:spPr>
        <a:xfrm>
          <a:off x="0" y="3594125"/>
          <a:ext cx="8792685" cy="4317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libri Light" panose="020F0302020204030204"/>
            </a:rPr>
            <a:t>6-</a:t>
          </a:r>
          <a:r>
            <a:rPr lang="fr-FR" sz="1800" kern="1200" dirty="0"/>
            <a:t> diagnostic d'une IAM</a:t>
          </a:r>
        </a:p>
      </dsp:txBody>
      <dsp:txXfrm>
        <a:off x="21075" y="3615200"/>
        <a:ext cx="8750535" cy="389580"/>
      </dsp:txXfrm>
    </dsp:sp>
    <dsp:sp modelId="{D9132C54-54FB-4D0B-951D-0A5A536861E7}">
      <dsp:nvSpPr>
        <dsp:cNvPr id="0" name=""/>
        <dsp:cNvSpPr/>
      </dsp:nvSpPr>
      <dsp:spPr>
        <a:xfrm>
          <a:off x="0" y="4077695"/>
          <a:ext cx="8792685" cy="43173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libri Light" panose="020F0302020204030204"/>
            </a:rPr>
            <a:t>7-</a:t>
          </a:r>
          <a:r>
            <a:rPr lang="fr-FR" sz="1800" kern="1200" dirty="0"/>
            <a:t> étiologie d'une IAM</a:t>
          </a:r>
          <a:endParaRPr lang="en-US" sz="1800" kern="1200" dirty="0"/>
        </a:p>
      </dsp:txBody>
      <dsp:txXfrm>
        <a:off x="21075" y="4098770"/>
        <a:ext cx="8750535" cy="389580"/>
      </dsp:txXfrm>
    </dsp:sp>
    <dsp:sp modelId="{A6816259-4816-47C6-842D-A2B84F51FA38}">
      <dsp:nvSpPr>
        <dsp:cNvPr id="0" name=""/>
        <dsp:cNvSpPr/>
      </dsp:nvSpPr>
      <dsp:spPr>
        <a:xfrm>
          <a:off x="0" y="4561265"/>
          <a:ext cx="8792685" cy="43173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libri Light" panose="020F0302020204030204"/>
            </a:rPr>
            <a:t>8-</a:t>
          </a:r>
          <a:r>
            <a:rPr lang="fr-FR" sz="1800" kern="1200" dirty="0"/>
            <a:t> pronostic d'une IAM sur les données cliniques et para-cliniques</a:t>
          </a:r>
          <a:endParaRPr lang="en-US" sz="1800" kern="1200" dirty="0"/>
        </a:p>
      </dsp:txBody>
      <dsp:txXfrm>
        <a:off x="21075" y="4582340"/>
        <a:ext cx="8750535" cy="389580"/>
      </dsp:txXfrm>
    </dsp:sp>
    <dsp:sp modelId="{0A78A03C-B12A-4F45-BD16-DBAD1B4F80FA}">
      <dsp:nvSpPr>
        <dsp:cNvPr id="0" name=""/>
        <dsp:cNvSpPr/>
      </dsp:nvSpPr>
      <dsp:spPr>
        <a:xfrm>
          <a:off x="0" y="5044835"/>
          <a:ext cx="8792685" cy="4317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Calibri Light" panose="020F0302020204030204"/>
            </a:rPr>
            <a:t>9- </a:t>
          </a:r>
          <a:r>
            <a:rPr lang="fr-FR" sz="1800" kern="1200" dirty="0"/>
            <a:t>prise en charge thérapeutiques urgente d'une IAM</a:t>
          </a:r>
          <a:endParaRPr lang="en-US" sz="1800" kern="1200" dirty="0"/>
        </a:p>
      </dsp:txBody>
      <dsp:txXfrm>
        <a:off x="21075" y="5065910"/>
        <a:ext cx="8750535" cy="389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F4108-D927-412A-A0D4-CE68CB0AD75D}">
      <dsp:nvSpPr>
        <dsp:cNvPr id="0" name=""/>
        <dsp:cNvSpPr/>
      </dsp:nvSpPr>
      <dsp:spPr>
        <a:xfrm>
          <a:off x="0" y="16587"/>
          <a:ext cx="10337321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A. 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Sont</a:t>
          </a: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 le plus 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souvent</a:t>
          </a: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d'origine</a:t>
          </a: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cardiaque</a:t>
          </a:r>
          <a:endParaRPr lang="en-US" sz="2600" kern="1200" dirty="0"/>
        </a:p>
      </dsp:txBody>
      <dsp:txXfrm>
        <a:off x="30442" y="47029"/>
        <a:ext cx="10276437" cy="562726"/>
      </dsp:txXfrm>
    </dsp:sp>
    <dsp:sp modelId="{B713FAB7-19A9-40F4-A12B-77F294B2ACE8}">
      <dsp:nvSpPr>
        <dsp:cNvPr id="0" name=""/>
        <dsp:cNvSpPr/>
      </dsp:nvSpPr>
      <dsp:spPr>
        <a:xfrm>
          <a:off x="0" y="715078"/>
          <a:ext cx="10337321" cy="623610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B. 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Surviennent</a:t>
          </a: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sur</a:t>
          </a: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 des 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sujets</a:t>
          </a: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plutôt</a:t>
          </a: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âgés</a:t>
          </a: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600" kern="1200" dirty="0">
            <a:latin typeface="Calibri Light" panose="020F0302020204030204"/>
            <a:cs typeface="Calibri Light" panose="020F0302020204030204"/>
          </a:endParaRPr>
        </a:p>
      </dsp:txBody>
      <dsp:txXfrm>
        <a:off x="30442" y="745520"/>
        <a:ext cx="10276437" cy="562726"/>
      </dsp:txXfrm>
    </dsp:sp>
    <dsp:sp modelId="{8E3A841B-5830-4EBB-977D-9AEDC30A4C14}">
      <dsp:nvSpPr>
        <dsp:cNvPr id="0" name=""/>
        <dsp:cNvSpPr/>
      </dsp:nvSpPr>
      <dsp:spPr>
        <a:xfrm>
          <a:off x="0" y="1413568"/>
          <a:ext cx="10337321" cy="62361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C. </a:t>
          </a:r>
          <a:r>
            <a:rPr lang="en-US" sz="26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Peuvent</a:t>
          </a:r>
          <a:r>
            <a:rPr lang="en-US" sz="26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être secondaires à une endocardite infectieuse </a:t>
          </a:r>
          <a:endParaRPr lang="fr-FR" sz="2600" kern="1200" dirty="0"/>
        </a:p>
      </dsp:txBody>
      <dsp:txXfrm>
        <a:off x="30442" y="1444010"/>
        <a:ext cx="10276437" cy="562726"/>
      </dsp:txXfrm>
    </dsp:sp>
    <dsp:sp modelId="{EA207815-574D-408E-AB88-B376486AC8E7}">
      <dsp:nvSpPr>
        <dsp:cNvPr id="0" name=""/>
        <dsp:cNvSpPr/>
      </dsp:nvSpPr>
      <dsp:spPr>
        <a:xfrm>
          <a:off x="0" y="2112058"/>
          <a:ext cx="10337321" cy="623610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D. Se </a:t>
          </a:r>
          <a:r>
            <a:rPr lang="en-US" sz="26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traduisent</a:t>
          </a:r>
          <a:r>
            <a:rPr lang="en-US" sz="26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6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toujours</a:t>
          </a:r>
          <a:r>
            <a:rPr lang="en-US" sz="26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par </a:t>
          </a:r>
          <a:r>
            <a:rPr lang="en-US" sz="26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une</a:t>
          </a:r>
          <a:r>
            <a:rPr lang="en-US" sz="26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6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douleur</a:t>
          </a:r>
          <a:r>
            <a:rPr lang="en-US" sz="26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6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brutale</a:t>
          </a:r>
          <a:r>
            <a:rPr lang="en-US" sz="26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600" kern="1200"/>
        </a:p>
      </dsp:txBody>
      <dsp:txXfrm>
        <a:off x="30442" y="2142500"/>
        <a:ext cx="10276437" cy="562726"/>
      </dsp:txXfrm>
    </dsp:sp>
    <dsp:sp modelId="{9FF810E8-7B06-4519-B0BC-79CC8647B42D}">
      <dsp:nvSpPr>
        <dsp:cNvPr id="0" name=""/>
        <dsp:cNvSpPr/>
      </dsp:nvSpPr>
      <dsp:spPr>
        <a:xfrm>
          <a:off x="0" y="2810548"/>
          <a:ext cx="10337321" cy="62361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E. Sont traitées par une embolectomie à la sonde de Fogarty</a:t>
          </a:r>
          <a:endParaRPr lang="en-US" sz="2600" kern="1200"/>
        </a:p>
      </dsp:txBody>
      <dsp:txXfrm>
        <a:off x="30442" y="2840990"/>
        <a:ext cx="10276437" cy="5627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F4108-D927-412A-A0D4-CE68CB0AD75D}">
      <dsp:nvSpPr>
        <dsp:cNvPr id="0" name=""/>
        <dsp:cNvSpPr/>
      </dsp:nvSpPr>
      <dsp:spPr>
        <a:xfrm>
          <a:off x="0" y="3988"/>
          <a:ext cx="10337321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A. </a:t>
          </a:r>
          <a:r>
            <a:rPr lang="en-US" sz="3400" b="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Anévrysme</a:t>
          </a:r>
          <a:r>
            <a:rPr lang="en-US" sz="3400" b="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de la </a:t>
          </a:r>
          <a:r>
            <a:rPr lang="en-US" sz="3400" b="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coronaire</a:t>
          </a:r>
          <a:r>
            <a:rPr lang="en-US" sz="3400" b="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3400" b="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droite</a:t>
          </a:r>
          <a:r>
            <a:rPr lang="en-US" sz="3400" b="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3400" b="0" kern="1200" dirty="0"/>
        </a:p>
      </dsp:txBody>
      <dsp:txXfrm>
        <a:off x="39809" y="43797"/>
        <a:ext cx="10257703" cy="735872"/>
      </dsp:txXfrm>
    </dsp:sp>
    <dsp:sp modelId="{9C61A1BC-ECFA-4815-AB3D-2D122A446C50}">
      <dsp:nvSpPr>
        <dsp:cNvPr id="0" name=""/>
        <dsp:cNvSpPr/>
      </dsp:nvSpPr>
      <dsp:spPr>
        <a:xfrm>
          <a:off x="0" y="917399"/>
          <a:ext cx="10337321" cy="815490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B. Anévrysme du ventricule gauche </a:t>
          </a:r>
          <a:endParaRPr lang="en-US" sz="3400" b="0" kern="1200"/>
        </a:p>
      </dsp:txBody>
      <dsp:txXfrm>
        <a:off x="39809" y="957208"/>
        <a:ext cx="10257703" cy="735872"/>
      </dsp:txXfrm>
    </dsp:sp>
    <dsp:sp modelId="{BF10AD5F-C2E1-48FD-B52B-52A99E9EDFDC}">
      <dsp:nvSpPr>
        <dsp:cNvPr id="0" name=""/>
        <dsp:cNvSpPr/>
      </dsp:nvSpPr>
      <dsp:spPr>
        <a:xfrm>
          <a:off x="0" y="1830809"/>
          <a:ext cx="10337321" cy="81549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C. Rétrécissement mitral</a:t>
          </a:r>
          <a:endParaRPr lang="en-US" sz="3400" b="0" kern="1200"/>
        </a:p>
      </dsp:txBody>
      <dsp:txXfrm>
        <a:off x="39809" y="1870618"/>
        <a:ext cx="10257703" cy="735872"/>
      </dsp:txXfrm>
    </dsp:sp>
    <dsp:sp modelId="{1827CA29-D28A-4BF3-A36B-870FD82BE503}">
      <dsp:nvSpPr>
        <dsp:cNvPr id="0" name=""/>
        <dsp:cNvSpPr/>
      </dsp:nvSpPr>
      <dsp:spPr>
        <a:xfrm>
          <a:off x="0" y="2744219"/>
          <a:ext cx="10337321" cy="815490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D. </a:t>
          </a:r>
          <a:r>
            <a:rPr lang="en-US" sz="3400" b="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Cardiomyopathie</a:t>
          </a:r>
          <a:r>
            <a:rPr lang="en-US" sz="3400" b="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3400" b="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dilatée</a:t>
          </a:r>
          <a:r>
            <a:rPr lang="en-US" sz="3400" b="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3400" b="0" kern="1200" dirty="0"/>
        </a:p>
      </dsp:txBody>
      <dsp:txXfrm>
        <a:off x="39809" y="2784028"/>
        <a:ext cx="10257703" cy="735872"/>
      </dsp:txXfrm>
    </dsp:sp>
    <dsp:sp modelId="{492B5D05-25BB-43B6-AA22-59750FB2B960}">
      <dsp:nvSpPr>
        <dsp:cNvPr id="0" name=""/>
        <dsp:cNvSpPr/>
      </dsp:nvSpPr>
      <dsp:spPr>
        <a:xfrm>
          <a:off x="0" y="3657629"/>
          <a:ext cx="10337321" cy="81549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E. thrombus de </a:t>
          </a:r>
          <a:r>
            <a:rPr lang="en-US" sz="3400" b="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l’oreillette</a:t>
          </a:r>
          <a:r>
            <a:rPr lang="en-US" sz="3400" b="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gauche</a:t>
          </a:r>
          <a:endParaRPr lang="en-US" sz="3400" b="0" kern="1200" dirty="0"/>
        </a:p>
      </dsp:txBody>
      <dsp:txXfrm>
        <a:off x="39809" y="3697438"/>
        <a:ext cx="10257703" cy="73587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0D4A8A-5509-4354-975E-FCA0081A8132}">
      <dsp:nvSpPr>
        <dsp:cNvPr id="0" name=""/>
        <dsp:cNvSpPr/>
      </dsp:nvSpPr>
      <dsp:spPr>
        <a:xfrm>
          <a:off x="0" y="3988"/>
          <a:ext cx="10337321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A. Le syndrome de l'artère poplitée piégée </a:t>
          </a:r>
          <a:endParaRPr lang="en-US" sz="3400" kern="1200">
            <a:latin typeface="Calibri Light" panose="020F0302020204030204"/>
          </a:endParaRPr>
        </a:p>
      </dsp:txBody>
      <dsp:txXfrm>
        <a:off x="39809" y="43797"/>
        <a:ext cx="10257703" cy="735872"/>
      </dsp:txXfrm>
    </dsp:sp>
    <dsp:sp modelId="{A96D1CC9-418E-48D7-937F-48410D121690}">
      <dsp:nvSpPr>
        <dsp:cNvPr id="0" name=""/>
        <dsp:cNvSpPr/>
      </dsp:nvSpPr>
      <dsp:spPr>
        <a:xfrm>
          <a:off x="0" y="917399"/>
          <a:ext cx="10337321" cy="815490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B. La phlegmatia coerulea </a:t>
          </a:r>
        </a:p>
      </dsp:txBody>
      <dsp:txXfrm>
        <a:off x="39809" y="957208"/>
        <a:ext cx="10257703" cy="735872"/>
      </dsp:txXfrm>
    </dsp:sp>
    <dsp:sp modelId="{09AB8EAD-173F-4D33-B650-25903660F82D}">
      <dsp:nvSpPr>
        <dsp:cNvPr id="0" name=""/>
        <dsp:cNvSpPr/>
      </dsp:nvSpPr>
      <dsp:spPr>
        <a:xfrm>
          <a:off x="0" y="1830809"/>
          <a:ext cx="10337321" cy="81549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C. L'anévrysme poplité </a:t>
          </a:r>
        </a:p>
      </dsp:txBody>
      <dsp:txXfrm>
        <a:off x="39809" y="1870618"/>
        <a:ext cx="10257703" cy="735872"/>
      </dsp:txXfrm>
    </dsp:sp>
    <dsp:sp modelId="{492B5D05-25BB-43B6-AA22-59750FB2B960}">
      <dsp:nvSpPr>
        <dsp:cNvPr id="0" name=""/>
        <dsp:cNvSpPr/>
      </dsp:nvSpPr>
      <dsp:spPr>
        <a:xfrm>
          <a:off x="0" y="2744219"/>
          <a:ext cx="10337321" cy="815490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D. Le syndrome des </a:t>
          </a:r>
          <a:r>
            <a:rPr lang="en-US" sz="3400" kern="1200" err="1"/>
            <a:t>anticorps</a:t>
          </a:r>
          <a:r>
            <a:rPr lang="en-US" sz="3400" kern="1200"/>
            <a:t> anti-</a:t>
          </a:r>
          <a:r>
            <a:rPr lang="en-US" sz="3400" kern="1200" err="1"/>
            <a:t>phospholipides</a:t>
          </a:r>
          <a:endParaRPr lang="en-US" sz="3400" kern="1200" err="1">
            <a:latin typeface="Calibri Light" panose="020F0302020204030204"/>
          </a:endParaRPr>
        </a:p>
      </dsp:txBody>
      <dsp:txXfrm>
        <a:off x="39809" y="2784028"/>
        <a:ext cx="10257703" cy="735872"/>
      </dsp:txXfrm>
    </dsp:sp>
    <dsp:sp modelId="{8641281D-6450-4E95-8FA8-E65655FFFBB5}">
      <dsp:nvSpPr>
        <dsp:cNvPr id="0" name=""/>
        <dsp:cNvSpPr/>
      </dsp:nvSpPr>
      <dsp:spPr>
        <a:xfrm>
          <a:off x="0" y="3657629"/>
          <a:ext cx="10337321" cy="81549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E. </a:t>
          </a:r>
          <a:r>
            <a:rPr lang="en-US" sz="3400" kern="1200" dirty="0" err="1"/>
            <a:t>L'ergotisme</a:t>
          </a:r>
          <a:r>
            <a:rPr lang="en-US" sz="3400" kern="1200" dirty="0"/>
            <a:t> </a:t>
          </a:r>
          <a:r>
            <a:rPr lang="en-US" sz="3400" kern="1200" dirty="0" err="1"/>
            <a:t>médicamenteux</a:t>
          </a:r>
          <a:endParaRPr lang="fr-FR" sz="3400" kern="1200" dirty="0"/>
        </a:p>
      </dsp:txBody>
      <dsp:txXfrm>
        <a:off x="39809" y="3697438"/>
        <a:ext cx="10257703" cy="73587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83D71-3931-4459-B3D9-255A7F4E4E6F}">
      <dsp:nvSpPr>
        <dsp:cNvPr id="0" name=""/>
        <dsp:cNvSpPr/>
      </dsp:nvSpPr>
      <dsp:spPr>
        <a:xfrm>
          <a:off x="0" y="230935"/>
          <a:ext cx="10337321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A. Absence de pouls distaux à l'autre membre </a:t>
          </a:r>
        </a:p>
      </dsp:txBody>
      <dsp:txXfrm>
        <a:off x="35125" y="266060"/>
        <a:ext cx="10267071" cy="649299"/>
      </dsp:txXfrm>
    </dsp:sp>
    <dsp:sp modelId="{4CDA170B-097E-4BFB-BA40-10A355D0CE93}">
      <dsp:nvSpPr>
        <dsp:cNvPr id="0" name=""/>
        <dsp:cNvSpPr/>
      </dsp:nvSpPr>
      <dsp:spPr>
        <a:xfrm>
          <a:off x="0" y="1036885"/>
          <a:ext cx="10337321" cy="719549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B. Douleur brutale du mollet </a:t>
          </a:r>
        </a:p>
      </dsp:txBody>
      <dsp:txXfrm>
        <a:off x="35125" y="1072010"/>
        <a:ext cx="10267071" cy="649299"/>
      </dsp:txXfrm>
    </dsp:sp>
    <dsp:sp modelId="{7F0A596A-F0DC-424F-BB65-F5A7BC3F24C6}">
      <dsp:nvSpPr>
        <dsp:cNvPr id="0" name=""/>
        <dsp:cNvSpPr/>
      </dsp:nvSpPr>
      <dsp:spPr>
        <a:xfrm>
          <a:off x="0" y="1842835"/>
          <a:ext cx="10337321" cy="71954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C. Troubles neurologiques </a:t>
          </a:r>
        </a:p>
      </dsp:txBody>
      <dsp:txXfrm>
        <a:off x="35125" y="1877960"/>
        <a:ext cx="10267071" cy="649299"/>
      </dsp:txXfrm>
    </dsp:sp>
    <dsp:sp modelId="{4B0AAD98-63E9-41BB-87E7-89B12B7F1F2A}">
      <dsp:nvSpPr>
        <dsp:cNvPr id="0" name=""/>
        <dsp:cNvSpPr/>
      </dsp:nvSpPr>
      <dsp:spPr>
        <a:xfrm>
          <a:off x="0" y="2648785"/>
          <a:ext cx="10337321" cy="719549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/>
            <a:t>D. Antécédents de claudication intermittente du membre atteint </a:t>
          </a:r>
        </a:p>
      </dsp:txBody>
      <dsp:txXfrm>
        <a:off x="35125" y="2683910"/>
        <a:ext cx="10267071" cy="649299"/>
      </dsp:txXfrm>
    </dsp:sp>
    <dsp:sp modelId="{372B5ED8-4A81-4735-8F7C-5C0412DCFF1D}">
      <dsp:nvSpPr>
        <dsp:cNvPr id="0" name=""/>
        <dsp:cNvSpPr/>
      </dsp:nvSpPr>
      <dsp:spPr>
        <a:xfrm>
          <a:off x="0" y="3454735"/>
          <a:ext cx="10337321" cy="71954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/>
            <a:t>E. Infarctus du myocarde </a:t>
          </a:r>
        </a:p>
      </dsp:txBody>
      <dsp:txXfrm>
        <a:off x="35125" y="3489860"/>
        <a:ext cx="10267071" cy="64929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76275-C8A0-4495-A590-0B1BCCE2731E}">
      <dsp:nvSpPr>
        <dsp:cNvPr id="0" name=""/>
        <dsp:cNvSpPr/>
      </dsp:nvSpPr>
      <dsp:spPr>
        <a:xfrm>
          <a:off x="0" y="296657"/>
          <a:ext cx="10337321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A. Une histoire de claudication intermittente </a:t>
          </a:r>
          <a:endParaRPr lang="fr-FR" sz="2900" kern="1200">
            <a:latin typeface="Calibri Light" panose="020F0302020204030204"/>
          </a:endParaRPr>
        </a:p>
      </dsp:txBody>
      <dsp:txXfrm>
        <a:off x="33955" y="330612"/>
        <a:ext cx="10269411" cy="627655"/>
      </dsp:txXfrm>
    </dsp:sp>
    <dsp:sp modelId="{BBB64221-CA08-4A80-83DF-ED56D2794ADC}">
      <dsp:nvSpPr>
        <dsp:cNvPr id="0" name=""/>
        <dsp:cNvSpPr/>
      </dsp:nvSpPr>
      <dsp:spPr>
        <a:xfrm>
          <a:off x="0" y="1075742"/>
          <a:ext cx="10337321" cy="69556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 dirty="0"/>
            <a:t>B. L'absence de pouls sur le membre controlatéral </a:t>
          </a:r>
        </a:p>
      </dsp:txBody>
      <dsp:txXfrm>
        <a:off x="33955" y="1109697"/>
        <a:ext cx="10269411" cy="627655"/>
      </dsp:txXfrm>
    </dsp:sp>
    <dsp:sp modelId="{D92B9E28-EC85-464E-AB6B-472A1679E560}">
      <dsp:nvSpPr>
        <dsp:cNvPr id="0" name=""/>
        <dsp:cNvSpPr/>
      </dsp:nvSpPr>
      <dsp:spPr>
        <a:xfrm>
          <a:off x="0" y="1854827"/>
          <a:ext cx="10337321" cy="69556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C. La présence d’une arythmie complète par fibrillation auriculaire </a:t>
          </a:r>
        </a:p>
      </dsp:txBody>
      <dsp:txXfrm>
        <a:off x="33955" y="1888782"/>
        <a:ext cx="10269411" cy="627655"/>
      </dsp:txXfrm>
    </dsp:sp>
    <dsp:sp modelId="{EC9CB515-4F9A-4489-8E6D-AED0968E5DAD}">
      <dsp:nvSpPr>
        <dsp:cNvPr id="0" name=""/>
        <dsp:cNvSpPr/>
      </dsp:nvSpPr>
      <dsp:spPr>
        <a:xfrm>
          <a:off x="0" y="2633913"/>
          <a:ext cx="10337321" cy="69556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D. La présence d’un kyste poplité connu </a:t>
          </a:r>
        </a:p>
      </dsp:txBody>
      <dsp:txXfrm>
        <a:off x="33955" y="2667868"/>
        <a:ext cx="10269411" cy="627655"/>
      </dsp:txXfrm>
    </dsp:sp>
    <dsp:sp modelId="{3A6A2BBB-EECE-4676-8EB0-F8F1E108A45A}">
      <dsp:nvSpPr>
        <dsp:cNvPr id="0" name=""/>
        <dsp:cNvSpPr/>
      </dsp:nvSpPr>
      <dsp:spPr>
        <a:xfrm>
          <a:off x="0" y="3412998"/>
          <a:ext cx="10337321" cy="69556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E. Le début brutal de la symptomatologie </a:t>
          </a:r>
        </a:p>
      </dsp:txBody>
      <dsp:txXfrm>
        <a:off x="33955" y="3446953"/>
        <a:ext cx="10269411" cy="62765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7C78E3-1F48-41BC-A5CF-225E2B3180A2}">
      <dsp:nvSpPr>
        <dsp:cNvPr id="0" name=""/>
        <dsp:cNvSpPr/>
      </dsp:nvSpPr>
      <dsp:spPr>
        <a:xfrm>
          <a:off x="5135597" y="1739710"/>
          <a:ext cx="4032691" cy="639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958"/>
              </a:lnTo>
              <a:lnTo>
                <a:pt x="4032691" y="435958"/>
              </a:lnTo>
              <a:lnTo>
                <a:pt x="4032691" y="639731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33B01-6D83-46BE-9EE8-8EBB9B00E1AC}">
      <dsp:nvSpPr>
        <dsp:cNvPr id="0" name=""/>
        <dsp:cNvSpPr/>
      </dsp:nvSpPr>
      <dsp:spPr>
        <a:xfrm>
          <a:off x="5135597" y="1739710"/>
          <a:ext cx="1344230" cy="6397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958"/>
              </a:lnTo>
              <a:lnTo>
                <a:pt x="1344230" y="435958"/>
              </a:lnTo>
              <a:lnTo>
                <a:pt x="1344230" y="639731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4F59EC-FCD4-4850-9F3F-E2B99B007E9C}">
      <dsp:nvSpPr>
        <dsp:cNvPr id="0" name=""/>
        <dsp:cNvSpPr/>
      </dsp:nvSpPr>
      <dsp:spPr>
        <a:xfrm>
          <a:off x="3791366" y="1739710"/>
          <a:ext cx="1344230" cy="639731"/>
        </a:xfrm>
        <a:custGeom>
          <a:avLst/>
          <a:gdLst/>
          <a:ahLst/>
          <a:cxnLst/>
          <a:rect l="0" t="0" r="0" b="0"/>
          <a:pathLst>
            <a:path>
              <a:moveTo>
                <a:pt x="1344230" y="0"/>
              </a:moveTo>
              <a:lnTo>
                <a:pt x="1344230" y="435958"/>
              </a:lnTo>
              <a:lnTo>
                <a:pt x="0" y="435958"/>
              </a:lnTo>
              <a:lnTo>
                <a:pt x="0" y="639731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28171-4640-4440-9B07-3E959B571C5E}">
      <dsp:nvSpPr>
        <dsp:cNvPr id="0" name=""/>
        <dsp:cNvSpPr/>
      </dsp:nvSpPr>
      <dsp:spPr>
        <a:xfrm>
          <a:off x="1102905" y="1739710"/>
          <a:ext cx="4032691" cy="639731"/>
        </a:xfrm>
        <a:custGeom>
          <a:avLst/>
          <a:gdLst/>
          <a:ahLst/>
          <a:cxnLst/>
          <a:rect l="0" t="0" r="0" b="0"/>
          <a:pathLst>
            <a:path>
              <a:moveTo>
                <a:pt x="4032691" y="0"/>
              </a:moveTo>
              <a:lnTo>
                <a:pt x="4032691" y="435958"/>
              </a:lnTo>
              <a:lnTo>
                <a:pt x="0" y="435958"/>
              </a:lnTo>
              <a:lnTo>
                <a:pt x="0" y="639731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6ED503-E614-4242-A546-9155727ACB00}">
      <dsp:nvSpPr>
        <dsp:cNvPr id="0" name=""/>
        <dsp:cNvSpPr/>
      </dsp:nvSpPr>
      <dsp:spPr>
        <a:xfrm>
          <a:off x="4035772" y="342932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85715-62DF-409D-934F-A19CBC93E943}">
      <dsp:nvSpPr>
        <dsp:cNvPr id="0" name=""/>
        <dsp:cNvSpPr/>
      </dsp:nvSpPr>
      <dsp:spPr>
        <a:xfrm>
          <a:off x="4280177" y="57511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>
              <a:latin typeface="Calibri Light" panose="020F0302020204030204"/>
            </a:rPr>
            <a:t> Quatre mécanismes</a:t>
          </a:r>
          <a:endParaRPr lang="fr-FR" sz="2600" kern="1200"/>
        </a:p>
      </dsp:txBody>
      <dsp:txXfrm>
        <a:off x="4321087" y="616028"/>
        <a:ext cx="2117829" cy="1314957"/>
      </dsp:txXfrm>
    </dsp:sp>
    <dsp:sp modelId="{284539AD-FFA7-4D1B-93D5-356551B2730B}">
      <dsp:nvSpPr>
        <dsp:cNvPr id="0" name=""/>
        <dsp:cNvSpPr/>
      </dsp:nvSpPr>
      <dsp:spPr>
        <a:xfrm>
          <a:off x="3080" y="2379442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33C08-9A8E-489D-99BD-52E66EDA54CC}">
      <dsp:nvSpPr>
        <dsp:cNvPr id="0" name=""/>
        <dsp:cNvSpPr/>
      </dsp:nvSpPr>
      <dsp:spPr>
        <a:xfrm>
          <a:off x="247486" y="261162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>
              <a:latin typeface="Calibri Light" panose="020F0302020204030204"/>
            </a:rPr>
            <a:t>Embolie</a:t>
          </a:r>
          <a:endParaRPr lang="fr-FR" sz="2600" kern="1200"/>
        </a:p>
      </dsp:txBody>
      <dsp:txXfrm>
        <a:off x="288396" y="2652537"/>
        <a:ext cx="2117829" cy="1314957"/>
      </dsp:txXfrm>
    </dsp:sp>
    <dsp:sp modelId="{0AAB2EF6-71FC-423A-8B6C-926B56411307}">
      <dsp:nvSpPr>
        <dsp:cNvPr id="0" name=""/>
        <dsp:cNvSpPr/>
      </dsp:nvSpPr>
      <dsp:spPr>
        <a:xfrm>
          <a:off x="2691541" y="2379442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A5E8C-207A-4C16-BB76-635A755D9354}">
      <dsp:nvSpPr>
        <dsp:cNvPr id="0" name=""/>
        <dsp:cNvSpPr/>
      </dsp:nvSpPr>
      <dsp:spPr>
        <a:xfrm>
          <a:off x="2935947" y="261162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>
              <a:latin typeface="Calibri Light" panose="020F0302020204030204"/>
            </a:rPr>
            <a:t>Thrombose</a:t>
          </a:r>
          <a:endParaRPr lang="fr-FR" sz="2600" kern="1200"/>
        </a:p>
      </dsp:txBody>
      <dsp:txXfrm>
        <a:off x="2976857" y="2652537"/>
        <a:ext cx="2117829" cy="1314957"/>
      </dsp:txXfrm>
    </dsp:sp>
    <dsp:sp modelId="{EA66450A-3EB4-4D80-BF28-F2B5377A3BFF}">
      <dsp:nvSpPr>
        <dsp:cNvPr id="0" name=""/>
        <dsp:cNvSpPr/>
      </dsp:nvSpPr>
      <dsp:spPr>
        <a:xfrm>
          <a:off x="5380002" y="2379442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E0B52-C353-4666-B690-DA190BF7DBF4}">
      <dsp:nvSpPr>
        <dsp:cNvPr id="0" name=""/>
        <dsp:cNvSpPr/>
      </dsp:nvSpPr>
      <dsp:spPr>
        <a:xfrm>
          <a:off x="5624408" y="261162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>
              <a:latin typeface="Calibri Light" panose="020F0302020204030204"/>
            </a:rPr>
            <a:t>Traumatisme artériel</a:t>
          </a:r>
          <a:endParaRPr lang="fr-FR" sz="2600" kern="1200"/>
        </a:p>
      </dsp:txBody>
      <dsp:txXfrm>
        <a:off x="5665318" y="2652537"/>
        <a:ext cx="2117829" cy="1314957"/>
      </dsp:txXfrm>
    </dsp:sp>
    <dsp:sp modelId="{CD3DD5D0-5C09-46A1-BC10-15FE58DFD9C4}">
      <dsp:nvSpPr>
        <dsp:cNvPr id="0" name=""/>
        <dsp:cNvSpPr/>
      </dsp:nvSpPr>
      <dsp:spPr>
        <a:xfrm>
          <a:off x="8068463" y="2379442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B6CB74-4CF7-43C9-9101-B897AF14B70E}">
      <dsp:nvSpPr>
        <dsp:cNvPr id="0" name=""/>
        <dsp:cNvSpPr/>
      </dsp:nvSpPr>
      <dsp:spPr>
        <a:xfrm>
          <a:off x="8312869" y="2611627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>
              <a:latin typeface="Calibri Light" panose="020F0302020204030204"/>
            </a:rPr>
            <a:t>Dissection aigue de l'aorte</a:t>
          </a:r>
          <a:endParaRPr lang="fr-FR" sz="2600" kern="1200"/>
        </a:p>
      </dsp:txBody>
      <dsp:txXfrm>
        <a:off x="8353779" y="2652537"/>
        <a:ext cx="2117829" cy="131495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430D2-E358-4AAA-B849-92DE89F163DC}">
      <dsp:nvSpPr>
        <dsp:cNvPr id="0" name=""/>
        <dsp:cNvSpPr/>
      </dsp:nvSpPr>
      <dsp:spPr>
        <a:xfrm>
          <a:off x="0" y="323895"/>
          <a:ext cx="10981823" cy="171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312" tIns="333248" rIns="852312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>
              <a:latin typeface="Calibri"/>
            </a:rPr>
            <a:t>Origine cardiaque 80-90%, trouble du rythme, </a:t>
          </a:r>
          <a:r>
            <a:rPr lang="fr-FR" sz="1600" kern="1200" dirty="0" err="1">
              <a:latin typeface="Calibri"/>
            </a:rPr>
            <a:t>valvulopathie</a:t>
          </a:r>
          <a:endParaRPr lang="fr-FR" sz="1600" kern="1200" dirty="0">
            <a:latin typeface="Calibri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>
              <a:latin typeface="Calibri"/>
            </a:rPr>
            <a:t>Origine artérielle 10%, anévrisme aortique, poplité++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>
              <a:latin typeface="Calibri"/>
            </a:rPr>
            <a:t>Embolie paradoxale</a:t>
          </a:r>
          <a:endParaRPr lang="fr-FR" sz="16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>
              <a:latin typeface="Calibri"/>
            </a:rPr>
            <a:t>Embolie septique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>
              <a:latin typeface="Calibri"/>
            </a:rPr>
            <a:t>Embolie tumorale</a:t>
          </a:r>
        </a:p>
      </dsp:txBody>
      <dsp:txXfrm>
        <a:off x="0" y="323895"/>
        <a:ext cx="10981823" cy="1713600"/>
      </dsp:txXfrm>
    </dsp:sp>
    <dsp:sp modelId="{D0ADA278-B323-440F-A215-929A1F3EF5F2}">
      <dsp:nvSpPr>
        <dsp:cNvPr id="0" name=""/>
        <dsp:cNvSpPr/>
      </dsp:nvSpPr>
      <dsp:spPr>
        <a:xfrm>
          <a:off x="549091" y="87735"/>
          <a:ext cx="7687276" cy="4723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0561" tIns="0" rIns="29056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>
              <a:latin typeface="Calibri"/>
            </a:rPr>
            <a:t>Sur artère saine</a:t>
          </a:r>
          <a:endParaRPr lang="fr-FR" sz="1600" kern="1200"/>
        </a:p>
      </dsp:txBody>
      <dsp:txXfrm>
        <a:off x="572148" y="110792"/>
        <a:ext cx="7641162" cy="426206"/>
      </dsp:txXfrm>
    </dsp:sp>
    <dsp:sp modelId="{EB4C61FA-F1BE-4DC4-9C5C-0209C430077A}">
      <dsp:nvSpPr>
        <dsp:cNvPr id="0" name=""/>
        <dsp:cNvSpPr/>
      </dsp:nvSpPr>
      <dsp:spPr>
        <a:xfrm>
          <a:off x="0" y="2360055"/>
          <a:ext cx="10981823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95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200B4-A29B-4CB3-890C-55B1F8798A10}">
      <dsp:nvSpPr>
        <dsp:cNvPr id="0" name=""/>
        <dsp:cNvSpPr/>
      </dsp:nvSpPr>
      <dsp:spPr>
        <a:xfrm>
          <a:off x="549091" y="2123895"/>
          <a:ext cx="7687276" cy="4723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9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0561" tIns="0" rIns="29056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>
              <a:latin typeface="Calibri"/>
            </a:rPr>
            <a:t>Sur artère pathologique</a:t>
          </a:r>
        </a:p>
      </dsp:txBody>
      <dsp:txXfrm>
        <a:off x="572148" y="2146952"/>
        <a:ext cx="7641162" cy="426206"/>
      </dsp:txXfrm>
    </dsp:sp>
    <dsp:sp modelId="{7A421E83-B9EB-4BAC-A49E-43AD04A5E41D}">
      <dsp:nvSpPr>
        <dsp:cNvPr id="0" name=""/>
        <dsp:cNvSpPr/>
      </dsp:nvSpPr>
      <dsp:spPr>
        <a:xfrm>
          <a:off x="0" y="3085815"/>
          <a:ext cx="10981823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190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312" tIns="333248" rIns="852312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>
              <a:latin typeface="Calibri"/>
            </a:rPr>
            <a:t>Syndrome paranéoplasique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>
              <a:latin typeface="Calibri"/>
            </a:rPr>
            <a:t>Corps étranger</a:t>
          </a:r>
        </a:p>
      </dsp:txBody>
      <dsp:txXfrm>
        <a:off x="0" y="3085815"/>
        <a:ext cx="10981823" cy="932400"/>
      </dsp:txXfrm>
    </dsp:sp>
    <dsp:sp modelId="{5555D149-E3DA-453A-A1C4-F3AB7B85F6E4}">
      <dsp:nvSpPr>
        <dsp:cNvPr id="0" name=""/>
        <dsp:cNvSpPr/>
      </dsp:nvSpPr>
      <dsp:spPr>
        <a:xfrm>
          <a:off x="549091" y="2849655"/>
          <a:ext cx="7687276" cy="47232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19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0561" tIns="0" rIns="290561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>
              <a:latin typeface="Calibri"/>
            </a:rPr>
            <a:t>Autres </a:t>
          </a:r>
        </a:p>
      </dsp:txBody>
      <dsp:txXfrm>
        <a:off x="572148" y="2872712"/>
        <a:ext cx="7641162" cy="42620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4EACF-1B48-4148-AC75-86EC097B94DD}">
      <dsp:nvSpPr>
        <dsp:cNvPr id="0" name=""/>
        <dsp:cNvSpPr/>
      </dsp:nvSpPr>
      <dsp:spPr>
        <a:xfrm>
          <a:off x="52" y="51602"/>
          <a:ext cx="5005515" cy="576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>
              <a:latin typeface="Calibri"/>
            </a:rPr>
            <a:t>Sur artère saine</a:t>
          </a:r>
          <a:endParaRPr lang="fr-FR" sz="2000" kern="1200"/>
        </a:p>
      </dsp:txBody>
      <dsp:txXfrm>
        <a:off x="52" y="51602"/>
        <a:ext cx="5005515" cy="576000"/>
      </dsp:txXfrm>
    </dsp:sp>
    <dsp:sp modelId="{F40268B0-29A6-4512-A8A5-9F0577E7D62B}">
      <dsp:nvSpPr>
        <dsp:cNvPr id="0" name=""/>
        <dsp:cNvSpPr/>
      </dsp:nvSpPr>
      <dsp:spPr>
        <a:xfrm>
          <a:off x="52" y="627602"/>
          <a:ext cx="5005515" cy="35136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/>
            <a:t>Pièges vasculaires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/>
            <a:t>Compression extrinsèque</a:t>
          </a:r>
          <a:endParaRPr lang="en-US" sz="2000" b="1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Phlegmatia coerulea</a:t>
          </a:r>
          <a:endParaRPr lang="fr-FR" sz="2000" b="1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Tumeur de voisinage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/>
            <a:t>Hyperviscosité, hypercoagulabilité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/>
            <a:t>Causes toxiques</a:t>
          </a:r>
          <a:endParaRPr lang="en-US" sz="2000" b="1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/>
            <a:t> </a:t>
          </a:r>
          <a:r>
            <a:rPr lang="fr-FR" sz="2000" kern="1200"/>
            <a:t>Oestroprogestatifs</a:t>
          </a:r>
          <a:endParaRPr lang="fr-FR" sz="2000" b="1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Ergotisme 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Héparine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 Cocaïne</a:t>
          </a:r>
        </a:p>
      </dsp:txBody>
      <dsp:txXfrm>
        <a:off x="52" y="627602"/>
        <a:ext cx="5005515" cy="3513600"/>
      </dsp:txXfrm>
    </dsp:sp>
    <dsp:sp modelId="{6C44CF55-B5DC-47DC-B9AD-2044CA4E4413}">
      <dsp:nvSpPr>
        <dsp:cNvPr id="0" name=""/>
        <dsp:cNvSpPr/>
      </dsp:nvSpPr>
      <dsp:spPr>
        <a:xfrm>
          <a:off x="5706340" y="51602"/>
          <a:ext cx="5005515" cy="576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Sur artère pathologique</a:t>
          </a:r>
          <a:endParaRPr lang="fr-FR" sz="2000" kern="1200">
            <a:latin typeface="Calibri"/>
          </a:endParaRPr>
        </a:p>
      </dsp:txBody>
      <dsp:txXfrm>
        <a:off x="5706340" y="51602"/>
        <a:ext cx="5005515" cy="576000"/>
      </dsp:txXfrm>
    </dsp:sp>
    <dsp:sp modelId="{3163205C-78F5-4F7D-9C3E-3CDDA337864F}">
      <dsp:nvSpPr>
        <dsp:cNvPr id="0" name=""/>
        <dsp:cNvSpPr/>
      </dsp:nvSpPr>
      <dsp:spPr>
        <a:xfrm>
          <a:off x="5706340" y="627602"/>
          <a:ext cx="5005515" cy="35136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>
              <a:latin typeface="Calibri"/>
            </a:rPr>
            <a:t> </a:t>
          </a:r>
          <a:r>
            <a:rPr lang="fr-FR" sz="2000" b="1" kern="1200"/>
            <a:t>Athérosclérose</a:t>
          </a:r>
          <a:r>
            <a:rPr lang="fr-FR" sz="2000" b="1" kern="1200">
              <a:latin typeface="Calibri"/>
            </a:rPr>
            <a:t> </a:t>
          </a:r>
          <a:endParaRPr lang="en-US" sz="2000" b="0" kern="1200">
            <a:latin typeface="Calibri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/>
            <a:t>Thrombose d’un </a:t>
          </a:r>
          <a:r>
            <a:rPr lang="fr-FR" sz="2000" b="1" kern="1200">
              <a:latin typeface="Calibri"/>
            </a:rPr>
            <a:t>anévrysme</a:t>
          </a:r>
          <a:endParaRPr lang="en-US" sz="2000" b="0" kern="1200">
            <a:latin typeface="Calibri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>
              <a:latin typeface="Calibri"/>
            </a:rPr>
            <a:t>Artère</a:t>
          </a:r>
          <a:r>
            <a:rPr lang="fr-FR" sz="2000" b="1" kern="1200"/>
            <a:t> non </a:t>
          </a:r>
          <a:r>
            <a:rPr lang="fr-FR" sz="2000" b="1" kern="1200">
              <a:latin typeface="Calibri"/>
            </a:rPr>
            <a:t>athéromateuse</a:t>
          </a:r>
          <a:endParaRPr lang="fr-FR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>
              <a:latin typeface="Calibri"/>
            </a:rPr>
            <a:t>artérites</a:t>
          </a:r>
          <a:r>
            <a:rPr lang="fr-FR" sz="2000" kern="1200"/>
            <a:t> </a:t>
          </a:r>
          <a:r>
            <a:rPr lang="fr-FR" sz="2000" kern="1200">
              <a:latin typeface="Calibri"/>
            </a:rPr>
            <a:t>inflammatoires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>
              <a:latin typeface="Calibri"/>
            </a:rPr>
            <a:t>maladies</a:t>
          </a:r>
          <a:r>
            <a:rPr lang="fr-FR" sz="2000" kern="1200"/>
            <a:t> de système</a:t>
          </a:r>
          <a:endParaRPr lang="en-US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/>
            <a:t>artère sciatique </a:t>
          </a:r>
          <a:r>
            <a:rPr lang="fr-FR" sz="2000" kern="1200">
              <a:latin typeface="Calibri"/>
            </a:rPr>
            <a:t>persistante</a:t>
          </a:r>
          <a:endParaRPr lang="en-US" sz="2000" kern="1200">
            <a:latin typeface="Calibri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>
              <a:latin typeface="Calibri"/>
            </a:rPr>
            <a:t>Kyste</a:t>
          </a:r>
          <a:r>
            <a:rPr lang="fr-FR" sz="2000" kern="1200"/>
            <a:t> </a:t>
          </a:r>
          <a:r>
            <a:rPr lang="fr-FR" sz="2000" kern="1200" err="1">
              <a:latin typeface="Calibri"/>
            </a:rPr>
            <a:t>adventiciel</a:t>
          </a:r>
          <a:endParaRPr lang="fr-FR" sz="2000" kern="1200">
            <a:latin typeface="Calibri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kern="1200">
              <a:latin typeface="Calibri"/>
            </a:rPr>
            <a:t>artérites</a:t>
          </a:r>
          <a:r>
            <a:rPr lang="fr-FR" sz="2000" kern="1200"/>
            <a:t> </a:t>
          </a:r>
          <a:r>
            <a:rPr lang="fr-FR" sz="2000" b="0" kern="1200">
              <a:latin typeface="Calibri"/>
            </a:rPr>
            <a:t>radique 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>
              <a:latin typeface="Calibri"/>
            </a:rPr>
            <a:t>Thromboses</a:t>
          </a:r>
          <a:r>
            <a:rPr lang="fr-FR" sz="2000" b="1" kern="1200"/>
            <a:t> de </a:t>
          </a:r>
          <a:r>
            <a:rPr lang="fr-FR" sz="2000" b="1" kern="1200">
              <a:latin typeface="Calibri"/>
            </a:rPr>
            <a:t>pontage</a:t>
          </a:r>
          <a:endParaRPr lang="en-US" sz="2000" b="0" kern="1200">
            <a:latin typeface="Calibri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000" b="1" kern="1200">
              <a:latin typeface="Calibri"/>
            </a:rPr>
            <a:t>Dissection</a:t>
          </a:r>
          <a:r>
            <a:rPr lang="fr-FR" sz="2000" b="1" kern="1200"/>
            <a:t> de l’aorte</a:t>
          </a:r>
          <a:endParaRPr lang="fr-FR" sz="2000" kern="1200"/>
        </a:p>
      </dsp:txBody>
      <dsp:txXfrm>
        <a:off x="5706340" y="627602"/>
        <a:ext cx="5005515" cy="351360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D48B8-D6CA-49AC-B44F-615B69F84FF0}">
      <dsp:nvSpPr>
        <dsp:cNvPr id="0" name=""/>
        <dsp:cNvSpPr/>
      </dsp:nvSpPr>
      <dsp:spPr>
        <a:xfrm>
          <a:off x="0" y="1758"/>
          <a:ext cx="10358651" cy="10463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A. Le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témoin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le plus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précoce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de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l'ischémie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est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la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nécrose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cutanée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400" kern="1200" dirty="0"/>
        </a:p>
      </dsp:txBody>
      <dsp:txXfrm>
        <a:off x="51081" y="52839"/>
        <a:ext cx="10256489" cy="944234"/>
      </dsp:txXfrm>
    </dsp:sp>
    <dsp:sp modelId="{DBB9B3A9-F42E-4A05-B6E7-D9F5D96091B0}">
      <dsp:nvSpPr>
        <dsp:cNvPr id="0" name=""/>
        <dsp:cNvSpPr/>
      </dsp:nvSpPr>
      <dsp:spPr>
        <a:xfrm>
          <a:off x="0" y="1061908"/>
          <a:ext cx="10358651" cy="1047601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B.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L'ischémie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musculaire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est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à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l'origine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d'une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rhabdomyolyse</a:t>
          </a:r>
          <a:endParaRPr lang="en-US" sz="2400" kern="1200" dirty="0">
            <a:latin typeface="+mn-lt"/>
          </a:endParaRPr>
        </a:p>
      </dsp:txBody>
      <dsp:txXfrm>
        <a:off x="51140" y="1113048"/>
        <a:ext cx="10256371" cy="945321"/>
      </dsp:txXfrm>
    </dsp:sp>
    <dsp:sp modelId="{A50BDBF0-1EEC-4737-BC64-55A6B9561D2C}">
      <dsp:nvSpPr>
        <dsp:cNvPr id="0" name=""/>
        <dsp:cNvSpPr/>
      </dsp:nvSpPr>
      <dsp:spPr>
        <a:xfrm>
          <a:off x="0" y="2123262"/>
          <a:ext cx="10358651" cy="1047601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C.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L'ischémie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nerveuse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est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de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mauvais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pronostic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endParaRPr lang="en-US" sz="2400" kern="1200" dirty="0">
            <a:latin typeface="+mn-lt"/>
          </a:endParaRPr>
        </a:p>
      </dsp:txBody>
      <dsp:txXfrm>
        <a:off x="51140" y="2174402"/>
        <a:ext cx="10256371" cy="945321"/>
      </dsp:txXfrm>
    </dsp:sp>
    <dsp:sp modelId="{60EA15F3-B1B3-440F-B0E5-F12258C59F91}">
      <dsp:nvSpPr>
        <dsp:cNvPr id="0" name=""/>
        <dsp:cNvSpPr/>
      </dsp:nvSpPr>
      <dsp:spPr>
        <a:xfrm>
          <a:off x="0" y="3184616"/>
          <a:ext cx="10358651" cy="1047601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D. En absence de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collatéralité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bien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développée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,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l'ischémie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musculaire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peut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être</a:t>
          </a:r>
          <a:endParaRPr lang="en-US" sz="2400" kern="1200" dirty="0">
            <a:solidFill>
              <a:schemeClr val="bg1">
                <a:lumMod val="95000"/>
              </a:schemeClr>
            </a:solidFill>
            <a:latin typeface="+mn-lt"/>
            <a:cs typeface="Times New Roman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irréversible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au 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delà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de 6h.</a:t>
          </a:r>
          <a:r>
            <a:rPr lang="en-US" sz="21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100" kern="1200" dirty="0"/>
        </a:p>
      </dsp:txBody>
      <dsp:txXfrm>
        <a:off x="51140" y="3235756"/>
        <a:ext cx="10256371" cy="945321"/>
      </dsp:txXfrm>
    </dsp:sp>
    <dsp:sp modelId="{295CD848-C87F-4498-8F12-D06415B50CC9}">
      <dsp:nvSpPr>
        <dsp:cNvPr id="0" name=""/>
        <dsp:cNvSpPr/>
      </dsp:nvSpPr>
      <dsp:spPr>
        <a:xfrm>
          <a:off x="0" y="4245971"/>
          <a:ext cx="10358651" cy="1047601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E.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L'axonotmésis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est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une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conséquence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de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l'ischémie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4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nerveuse</a:t>
          </a:r>
          <a:r>
            <a:rPr lang="en-US" sz="24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endParaRPr lang="en-US" sz="2400" kern="1200" dirty="0">
            <a:latin typeface="+mn-lt"/>
          </a:endParaRPr>
        </a:p>
      </dsp:txBody>
      <dsp:txXfrm>
        <a:off x="51140" y="4297111"/>
        <a:ext cx="10256371" cy="94532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8AB600-E0FA-449F-B109-EF0135B7E277}">
      <dsp:nvSpPr>
        <dsp:cNvPr id="0" name=""/>
        <dsp:cNvSpPr/>
      </dsp:nvSpPr>
      <dsp:spPr>
        <a:xfrm>
          <a:off x="0" y="95497"/>
          <a:ext cx="10337321" cy="77951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A. L'importance de l'oedème est proportionnelle à la durée de l'ischémie </a:t>
          </a:r>
          <a:endParaRPr lang="en-US" sz="2000" kern="1200"/>
        </a:p>
      </dsp:txBody>
      <dsp:txXfrm>
        <a:off x="38053" y="133550"/>
        <a:ext cx="10261215" cy="703406"/>
      </dsp:txXfrm>
    </dsp:sp>
    <dsp:sp modelId="{1D410460-94F2-4820-A586-F4C35472FC76}">
      <dsp:nvSpPr>
        <dsp:cNvPr id="0" name=""/>
        <dsp:cNvSpPr/>
      </dsp:nvSpPr>
      <dsp:spPr>
        <a:xfrm>
          <a:off x="0" y="932609"/>
          <a:ext cx="10337321" cy="779512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B.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L'oedème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est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du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essentiellement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à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une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insuffisance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cardiaque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droite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aigue</a:t>
          </a:r>
          <a:endParaRPr lang="en-US" sz="2000" kern="1200" err="1"/>
        </a:p>
      </dsp:txBody>
      <dsp:txXfrm>
        <a:off x="38053" y="970662"/>
        <a:ext cx="10261215" cy="703406"/>
      </dsp:txXfrm>
    </dsp:sp>
    <dsp:sp modelId="{85DA074D-6704-4ACE-BF7E-5D7B4B31315D}">
      <dsp:nvSpPr>
        <dsp:cNvPr id="0" name=""/>
        <dsp:cNvSpPr/>
      </dsp:nvSpPr>
      <dsp:spPr>
        <a:xfrm>
          <a:off x="0" y="1769722"/>
          <a:ext cx="10337321" cy="779512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C. Les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aponévrotomies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de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décharge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ont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pour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objectif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de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soulager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la compression des loges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musculaires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par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l'oedème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.</a:t>
          </a:r>
          <a:endParaRPr lang="en-US" sz="2000" kern="1200"/>
        </a:p>
      </dsp:txBody>
      <dsp:txXfrm>
        <a:off x="38053" y="1807775"/>
        <a:ext cx="10261215" cy="703406"/>
      </dsp:txXfrm>
    </dsp:sp>
    <dsp:sp modelId="{41A550CA-3916-4062-91E9-575AA6AF1AB3}">
      <dsp:nvSpPr>
        <dsp:cNvPr id="0" name=""/>
        <dsp:cNvSpPr/>
      </dsp:nvSpPr>
      <dsp:spPr>
        <a:xfrm>
          <a:off x="0" y="2606834"/>
          <a:ext cx="10337321" cy="779512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D. Une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diurèse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forcée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peut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limiter les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conséquences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métaboliques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du syndrome de reperfusion </a:t>
          </a:r>
          <a:endParaRPr lang="en-US" sz="2000" kern="1200"/>
        </a:p>
      </dsp:txBody>
      <dsp:txXfrm>
        <a:off x="38053" y="2644887"/>
        <a:ext cx="10261215" cy="703406"/>
      </dsp:txXfrm>
    </dsp:sp>
    <dsp:sp modelId="{B7D61BD5-3062-4B09-A6E1-3387C452E188}">
      <dsp:nvSpPr>
        <dsp:cNvPr id="0" name=""/>
        <dsp:cNvSpPr/>
      </dsp:nvSpPr>
      <dsp:spPr>
        <a:xfrm>
          <a:off x="0" y="3443947"/>
          <a:ext cx="10337321" cy="779512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E.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Aucune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des propositions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n'est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0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exacte</a:t>
          </a:r>
          <a:r>
            <a:rPr lang="en-US" sz="20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000" kern="1200"/>
        </a:p>
      </dsp:txBody>
      <dsp:txXfrm>
        <a:off x="38053" y="3482000"/>
        <a:ext cx="10261215" cy="70340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83D71-3931-4459-B3D9-255A7F4E4E6F}">
      <dsp:nvSpPr>
        <dsp:cNvPr id="0" name=""/>
        <dsp:cNvSpPr/>
      </dsp:nvSpPr>
      <dsp:spPr>
        <a:xfrm>
          <a:off x="0" y="3988"/>
          <a:ext cx="10337321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/>
            <a:t>A. Les troubles neurologiques sont minimes </a:t>
          </a:r>
          <a:endParaRPr lang="fr-FR" sz="3400" kern="1200" dirty="0">
            <a:latin typeface="Calibri Light" panose="020F0302020204030204"/>
          </a:endParaRPr>
        </a:p>
      </dsp:txBody>
      <dsp:txXfrm>
        <a:off x="39809" y="43797"/>
        <a:ext cx="10257703" cy="735872"/>
      </dsp:txXfrm>
    </dsp:sp>
    <dsp:sp modelId="{FF5D25F1-EC92-4AC9-BDE5-E9FACC9FEE75}">
      <dsp:nvSpPr>
        <dsp:cNvPr id="0" name=""/>
        <dsp:cNvSpPr/>
      </dsp:nvSpPr>
      <dsp:spPr>
        <a:xfrm>
          <a:off x="0" y="917399"/>
          <a:ext cx="10337321" cy="815490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/>
            <a:t>B. Le membre est immédiatement menacé </a:t>
          </a:r>
        </a:p>
      </dsp:txBody>
      <dsp:txXfrm>
        <a:off x="39809" y="957208"/>
        <a:ext cx="10257703" cy="735872"/>
      </dsp:txXfrm>
    </dsp:sp>
    <dsp:sp modelId="{E33FD805-265A-4C2F-868B-024354C0D8EA}">
      <dsp:nvSpPr>
        <dsp:cNvPr id="0" name=""/>
        <dsp:cNvSpPr/>
      </dsp:nvSpPr>
      <dsp:spPr>
        <a:xfrm>
          <a:off x="0" y="1830809"/>
          <a:ext cx="10337321" cy="81549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C. La douleur est absente </a:t>
          </a:r>
        </a:p>
      </dsp:txBody>
      <dsp:txXfrm>
        <a:off x="39809" y="1870618"/>
        <a:ext cx="10257703" cy="735872"/>
      </dsp:txXfrm>
    </dsp:sp>
    <dsp:sp modelId="{8641281D-6450-4E95-8FA8-E65655FFFBB5}">
      <dsp:nvSpPr>
        <dsp:cNvPr id="0" name=""/>
        <dsp:cNvSpPr/>
      </dsp:nvSpPr>
      <dsp:spPr>
        <a:xfrm>
          <a:off x="0" y="2744219"/>
          <a:ext cx="10337321" cy="815490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D. L'amputation est inévitable</a:t>
          </a:r>
          <a:endParaRPr lang="fr-FR" sz="3400" kern="1200">
            <a:latin typeface="Calibri Light" panose="020F0302020204030204"/>
          </a:endParaRPr>
        </a:p>
      </dsp:txBody>
      <dsp:txXfrm>
        <a:off x="39809" y="2784028"/>
        <a:ext cx="10257703" cy="735872"/>
      </dsp:txXfrm>
    </dsp:sp>
    <dsp:sp modelId="{D4F82729-7EEA-49CD-9259-3EBC3E0463F6}">
      <dsp:nvSpPr>
        <dsp:cNvPr id="0" name=""/>
        <dsp:cNvSpPr/>
      </dsp:nvSpPr>
      <dsp:spPr>
        <a:xfrm>
          <a:off x="0" y="3657629"/>
          <a:ext cx="10337321" cy="81549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 dirty="0"/>
            <a:t>E. Le traitement est urgent</a:t>
          </a:r>
          <a:r>
            <a:rPr lang="fr-FR" sz="3400" kern="1200" dirty="0">
              <a:latin typeface="Calibri Light" panose="020F0302020204030204"/>
            </a:rPr>
            <a:t> </a:t>
          </a:r>
          <a:endParaRPr lang="fr-FR" sz="3400" kern="1200" dirty="0"/>
        </a:p>
      </dsp:txBody>
      <dsp:txXfrm>
        <a:off x="39809" y="3697438"/>
        <a:ext cx="10257703" cy="73587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B1F80-ABAA-432D-98C6-6823386FA248}">
      <dsp:nvSpPr>
        <dsp:cNvPr id="0" name=""/>
        <dsp:cNvSpPr/>
      </dsp:nvSpPr>
      <dsp:spPr>
        <a:xfrm>
          <a:off x="0" y="39914"/>
          <a:ext cx="10251057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A. Une disparition du pouls fémoral.</a:t>
          </a:r>
          <a:r>
            <a:rPr lang="fr-FR" sz="2700" kern="1200">
              <a:latin typeface="Calibri Light" panose="020F0302020204030204"/>
            </a:rPr>
            <a:t> </a:t>
          </a:r>
        </a:p>
      </dsp:txBody>
      <dsp:txXfrm>
        <a:off x="31613" y="71527"/>
        <a:ext cx="10187831" cy="584369"/>
      </dsp:txXfrm>
    </dsp:sp>
    <dsp:sp modelId="{7D65C539-2F3D-47D7-958B-A74585AE9AC8}">
      <dsp:nvSpPr>
        <dsp:cNvPr id="0" name=""/>
        <dsp:cNvSpPr/>
      </dsp:nvSpPr>
      <dsp:spPr>
        <a:xfrm>
          <a:off x="0" y="765269"/>
          <a:ext cx="10251057" cy="64759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B. Une ischémie de la cuisse. </a:t>
          </a:r>
        </a:p>
      </dsp:txBody>
      <dsp:txXfrm>
        <a:off x="31613" y="796882"/>
        <a:ext cx="10187831" cy="584369"/>
      </dsp:txXfrm>
    </dsp:sp>
    <dsp:sp modelId="{D572AD60-89F8-4FE3-91B9-8D38697B2488}">
      <dsp:nvSpPr>
        <dsp:cNvPr id="0" name=""/>
        <dsp:cNvSpPr/>
      </dsp:nvSpPr>
      <dsp:spPr>
        <a:xfrm>
          <a:off x="0" y="1490625"/>
          <a:ext cx="10251057" cy="64759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C. Une disparition du pouls tibial postérieur. </a:t>
          </a:r>
        </a:p>
      </dsp:txBody>
      <dsp:txXfrm>
        <a:off x="31613" y="1522238"/>
        <a:ext cx="10187831" cy="584369"/>
      </dsp:txXfrm>
    </dsp:sp>
    <dsp:sp modelId="{682D30E1-E0EF-4781-BB7C-887034865CDA}">
      <dsp:nvSpPr>
        <dsp:cNvPr id="0" name=""/>
        <dsp:cNvSpPr/>
      </dsp:nvSpPr>
      <dsp:spPr>
        <a:xfrm>
          <a:off x="0" y="2215980"/>
          <a:ext cx="10251057" cy="64759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D. Une ischémie de la jambe et du pied.</a:t>
          </a:r>
          <a:r>
            <a:rPr lang="fr-FR" sz="2700" kern="1200">
              <a:latin typeface="Calibri Light" panose="020F0302020204030204"/>
            </a:rPr>
            <a:t> </a:t>
          </a:r>
          <a:endParaRPr lang="fr-FR" sz="2700" kern="1200"/>
        </a:p>
      </dsp:txBody>
      <dsp:txXfrm>
        <a:off x="31613" y="2247593"/>
        <a:ext cx="10187831" cy="584369"/>
      </dsp:txXfrm>
    </dsp:sp>
    <dsp:sp modelId="{0E3D0658-BE41-4330-8D31-7B1858DB2C11}">
      <dsp:nvSpPr>
        <dsp:cNvPr id="0" name=""/>
        <dsp:cNvSpPr/>
      </dsp:nvSpPr>
      <dsp:spPr>
        <a:xfrm>
          <a:off x="0" y="2941335"/>
          <a:ext cx="10251057" cy="64759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E. Une disparition du pouls pédieux. </a:t>
          </a:r>
        </a:p>
      </dsp:txBody>
      <dsp:txXfrm>
        <a:off x="31613" y="2972948"/>
        <a:ext cx="10187831" cy="584369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ECC08-8B66-4045-87CE-B56B2F3AE685}">
      <dsp:nvSpPr>
        <dsp:cNvPr id="0" name=""/>
        <dsp:cNvSpPr/>
      </dsp:nvSpPr>
      <dsp:spPr>
        <a:xfrm>
          <a:off x="0" y="39914"/>
          <a:ext cx="10251057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A.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Disparition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du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pouls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axillaire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. </a:t>
          </a:r>
          <a:endParaRPr lang="en-US" sz="2700" kern="1200" dirty="0">
            <a:latin typeface="+mn-lt"/>
          </a:endParaRPr>
        </a:p>
      </dsp:txBody>
      <dsp:txXfrm>
        <a:off x="31613" y="71527"/>
        <a:ext cx="10187831" cy="584369"/>
      </dsp:txXfrm>
    </dsp:sp>
    <dsp:sp modelId="{A8F064CB-F4FD-4354-BB4C-12B2FF1A5963}">
      <dsp:nvSpPr>
        <dsp:cNvPr id="0" name=""/>
        <dsp:cNvSpPr/>
      </dsp:nvSpPr>
      <dsp:spPr>
        <a:xfrm>
          <a:off x="0" y="765269"/>
          <a:ext cx="10251057" cy="64759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B.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Disparition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du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pouls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ulnaire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.</a:t>
          </a:r>
          <a:endParaRPr lang="en-US" sz="2700" kern="1200" dirty="0">
            <a:latin typeface="+mn-lt"/>
          </a:endParaRPr>
        </a:p>
      </dsp:txBody>
      <dsp:txXfrm>
        <a:off x="31613" y="796882"/>
        <a:ext cx="10187831" cy="584369"/>
      </dsp:txXfrm>
    </dsp:sp>
    <dsp:sp modelId="{99D46667-3E33-49F0-87A4-0D1E11632799}">
      <dsp:nvSpPr>
        <dsp:cNvPr id="0" name=""/>
        <dsp:cNvSpPr/>
      </dsp:nvSpPr>
      <dsp:spPr>
        <a:xfrm>
          <a:off x="0" y="1490625"/>
          <a:ext cx="10251057" cy="64759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C.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Disparition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du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pouls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radiale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.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700" kern="1200" dirty="0"/>
        </a:p>
      </dsp:txBody>
      <dsp:txXfrm>
        <a:off x="31613" y="1522238"/>
        <a:ext cx="10187831" cy="584369"/>
      </dsp:txXfrm>
    </dsp:sp>
    <dsp:sp modelId="{3182DDAD-EEC1-4749-B883-9982E9D864DA}">
      <dsp:nvSpPr>
        <dsp:cNvPr id="0" name=""/>
        <dsp:cNvSpPr/>
      </dsp:nvSpPr>
      <dsp:spPr>
        <a:xfrm>
          <a:off x="0" y="2215980"/>
          <a:ext cx="10251057" cy="64759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D. 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Une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ischémie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de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l’avant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bras et de la main.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700" kern="1200" dirty="0"/>
        </a:p>
      </dsp:txBody>
      <dsp:txXfrm>
        <a:off x="31613" y="2247593"/>
        <a:ext cx="10187831" cy="584369"/>
      </dsp:txXfrm>
    </dsp:sp>
    <dsp:sp modelId="{F63C00BD-B4AB-4BB2-BDDD-69A81334F95D}">
      <dsp:nvSpPr>
        <dsp:cNvPr id="0" name=""/>
        <dsp:cNvSpPr/>
      </dsp:nvSpPr>
      <dsp:spPr>
        <a:xfrm>
          <a:off x="0" y="2941335"/>
          <a:ext cx="10251057" cy="64759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E. 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Une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</a:t>
          </a:r>
          <a:r>
            <a:rPr lang="en-US" sz="2700" kern="1200" dirty="0" err="1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ischémie</a:t>
          </a:r>
          <a:r>
            <a:rPr lang="en-US" sz="2700" kern="1200" dirty="0">
              <a:solidFill>
                <a:schemeClr val="bg1">
                  <a:lumMod val="95000"/>
                </a:schemeClr>
              </a:solidFill>
              <a:latin typeface="+mn-lt"/>
              <a:cs typeface="Times New Roman"/>
            </a:rPr>
            <a:t> du bras</a:t>
          </a:r>
          <a:endParaRPr lang="en-US" sz="2700" kern="1200" dirty="0">
            <a:latin typeface="+mn-lt"/>
          </a:endParaRPr>
        </a:p>
      </dsp:txBody>
      <dsp:txXfrm>
        <a:off x="31613" y="2972948"/>
        <a:ext cx="10187831" cy="584369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4B251-41AF-4C63-AF3C-62559A9B1786}">
      <dsp:nvSpPr>
        <dsp:cNvPr id="0" name=""/>
        <dsp:cNvSpPr/>
      </dsp:nvSpPr>
      <dsp:spPr>
        <a:xfrm>
          <a:off x="0" y="54292"/>
          <a:ext cx="4572000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>
              <a:latin typeface="Calibri Light" panose="020F0302020204030204"/>
            </a:rPr>
            <a:t>Pain</a:t>
          </a:r>
          <a:endParaRPr lang="fr-FR" sz="2700" kern="1200"/>
        </a:p>
      </dsp:txBody>
      <dsp:txXfrm>
        <a:off x="31613" y="85905"/>
        <a:ext cx="4508774" cy="584369"/>
      </dsp:txXfrm>
    </dsp:sp>
    <dsp:sp modelId="{F337CA8B-9F21-4E0A-B8A8-25912D706DD0}">
      <dsp:nvSpPr>
        <dsp:cNvPr id="0" name=""/>
        <dsp:cNvSpPr/>
      </dsp:nvSpPr>
      <dsp:spPr>
        <a:xfrm>
          <a:off x="0" y="779647"/>
          <a:ext cx="4572000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err="1">
              <a:latin typeface="Calibri Light" panose="020F0302020204030204"/>
            </a:rPr>
            <a:t>Pallor</a:t>
          </a:r>
        </a:p>
      </dsp:txBody>
      <dsp:txXfrm>
        <a:off x="31613" y="811260"/>
        <a:ext cx="4508774" cy="584369"/>
      </dsp:txXfrm>
    </dsp:sp>
    <dsp:sp modelId="{F0B72182-997D-4F8B-913D-1B61673CD6A8}">
      <dsp:nvSpPr>
        <dsp:cNvPr id="0" name=""/>
        <dsp:cNvSpPr/>
      </dsp:nvSpPr>
      <dsp:spPr>
        <a:xfrm>
          <a:off x="0" y="1505002"/>
          <a:ext cx="4572000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err="1">
              <a:latin typeface="Calibri Light" panose="020F0302020204030204"/>
            </a:rPr>
            <a:t>Pulseless</a:t>
          </a:r>
        </a:p>
      </dsp:txBody>
      <dsp:txXfrm>
        <a:off x="31613" y="1536615"/>
        <a:ext cx="4508774" cy="584369"/>
      </dsp:txXfrm>
    </dsp:sp>
    <dsp:sp modelId="{60A98FE0-2175-4458-AB01-75FDD9BA8ECE}">
      <dsp:nvSpPr>
        <dsp:cNvPr id="0" name=""/>
        <dsp:cNvSpPr/>
      </dsp:nvSpPr>
      <dsp:spPr>
        <a:xfrm>
          <a:off x="0" y="2230357"/>
          <a:ext cx="4572000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>
              <a:latin typeface="Calibri Light" panose="020F0302020204030204"/>
            </a:rPr>
            <a:t>Parasthesia</a:t>
          </a:r>
        </a:p>
      </dsp:txBody>
      <dsp:txXfrm>
        <a:off x="31613" y="2261970"/>
        <a:ext cx="4508774" cy="584369"/>
      </dsp:txXfrm>
    </dsp:sp>
    <dsp:sp modelId="{C3BE7B55-4149-4C62-A181-AF99653FC8B9}">
      <dsp:nvSpPr>
        <dsp:cNvPr id="0" name=""/>
        <dsp:cNvSpPr/>
      </dsp:nvSpPr>
      <dsp:spPr>
        <a:xfrm>
          <a:off x="0" y="2955712"/>
          <a:ext cx="4572000" cy="6475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>
              <a:latin typeface="Calibri Light" panose="020F0302020204030204"/>
            </a:rPr>
            <a:t>paralysis</a:t>
          </a:r>
          <a:endParaRPr lang="fr-FR" sz="2700" kern="1200"/>
        </a:p>
      </dsp:txBody>
      <dsp:txXfrm>
        <a:off x="31613" y="2987325"/>
        <a:ext cx="4508774" cy="584369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83D71-3931-4459-B3D9-255A7F4E4E6F}">
      <dsp:nvSpPr>
        <dsp:cNvPr id="0" name=""/>
        <dsp:cNvSpPr/>
      </dsp:nvSpPr>
      <dsp:spPr>
        <a:xfrm>
          <a:off x="0" y="230935"/>
          <a:ext cx="10337321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A. Circulation collatérale bien développée </a:t>
          </a:r>
        </a:p>
      </dsp:txBody>
      <dsp:txXfrm>
        <a:off x="35125" y="266060"/>
        <a:ext cx="10267071" cy="649299"/>
      </dsp:txXfrm>
    </dsp:sp>
    <dsp:sp modelId="{B3F30DD9-9946-48F9-B72F-5C42B86965BA}">
      <dsp:nvSpPr>
        <dsp:cNvPr id="0" name=""/>
        <dsp:cNvSpPr/>
      </dsp:nvSpPr>
      <dsp:spPr>
        <a:xfrm>
          <a:off x="0" y="1036885"/>
          <a:ext cx="10337321" cy="719549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/>
            <a:t>B. Arrêt cupuliforme </a:t>
          </a:r>
        </a:p>
      </dsp:txBody>
      <dsp:txXfrm>
        <a:off x="35125" y="1072010"/>
        <a:ext cx="10267071" cy="649299"/>
      </dsp:txXfrm>
    </dsp:sp>
    <dsp:sp modelId="{FD51D2F5-7089-4B0D-B436-3A25719671ED}">
      <dsp:nvSpPr>
        <dsp:cNvPr id="0" name=""/>
        <dsp:cNvSpPr/>
      </dsp:nvSpPr>
      <dsp:spPr>
        <a:xfrm>
          <a:off x="0" y="1842835"/>
          <a:ext cx="10337321" cy="71954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/>
            <a:t>C. Médiacalcose </a:t>
          </a:r>
        </a:p>
      </dsp:txBody>
      <dsp:txXfrm>
        <a:off x="35125" y="1877960"/>
        <a:ext cx="10267071" cy="649299"/>
      </dsp:txXfrm>
    </dsp:sp>
    <dsp:sp modelId="{71F15083-E955-44F3-9377-C2B7BD45758F}">
      <dsp:nvSpPr>
        <dsp:cNvPr id="0" name=""/>
        <dsp:cNvSpPr/>
      </dsp:nvSpPr>
      <dsp:spPr>
        <a:xfrm>
          <a:off x="0" y="2648785"/>
          <a:ext cx="10337321" cy="719549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/>
            <a:t>D. Présence d'un anévrysme de l'aorte abdominale sous-rénale </a:t>
          </a:r>
        </a:p>
      </dsp:txBody>
      <dsp:txXfrm>
        <a:off x="35125" y="2683910"/>
        <a:ext cx="10267071" cy="649299"/>
      </dsp:txXfrm>
    </dsp:sp>
    <dsp:sp modelId="{3A6A2BBB-EECE-4676-8EB0-F8F1E108A45A}">
      <dsp:nvSpPr>
        <dsp:cNvPr id="0" name=""/>
        <dsp:cNvSpPr/>
      </dsp:nvSpPr>
      <dsp:spPr>
        <a:xfrm>
          <a:off x="0" y="3454735"/>
          <a:ext cx="10337321" cy="71954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/>
            <a:t>E. Obstruction du carrefour aorto-iliaque </a:t>
          </a:r>
        </a:p>
      </dsp:txBody>
      <dsp:txXfrm>
        <a:off x="35125" y="3489860"/>
        <a:ext cx="10267071" cy="649299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283D71-3931-4459-B3D9-255A7F4E4E6F}">
      <dsp:nvSpPr>
        <dsp:cNvPr id="0" name=""/>
        <dsp:cNvSpPr/>
      </dsp:nvSpPr>
      <dsp:spPr>
        <a:xfrm>
          <a:off x="0" y="33767"/>
          <a:ext cx="10337321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A. Une thrombolyse artérielle in situ </a:t>
          </a:r>
        </a:p>
      </dsp:txBody>
      <dsp:txXfrm>
        <a:off x="38638" y="72405"/>
        <a:ext cx="10260045" cy="714229"/>
      </dsp:txXfrm>
    </dsp:sp>
    <dsp:sp modelId="{5F2844DD-B00B-4A25-9737-AECFB336C5CC}">
      <dsp:nvSpPr>
        <dsp:cNvPr id="0" name=""/>
        <dsp:cNvSpPr/>
      </dsp:nvSpPr>
      <dsp:spPr>
        <a:xfrm>
          <a:off x="0" y="920313"/>
          <a:ext cx="10337321" cy="79150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B. Une </a:t>
          </a:r>
          <a:r>
            <a:rPr lang="fr-FR" sz="3300" kern="1200" dirty="0" err="1"/>
            <a:t>héparinothérapie</a:t>
          </a:r>
          <a:r>
            <a:rPr lang="fr-FR" sz="3300" kern="1200" dirty="0"/>
            <a:t> par voie générale </a:t>
          </a:r>
        </a:p>
      </dsp:txBody>
      <dsp:txXfrm>
        <a:off x="38638" y="958951"/>
        <a:ext cx="10260045" cy="714229"/>
      </dsp:txXfrm>
    </dsp:sp>
    <dsp:sp modelId="{74BDD122-9CBD-4CAD-9360-2BEF2861144F}">
      <dsp:nvSpPr>
        <dsp:cNvPr id="0" name=""/>
        <dsp:cNvSpPr/>
      </dsp:nvSpPr>
      <dsp:spPr>
        <a:xfrm>
          <a:off x="0" y="1806858"/>
          <a:ext cx="10337321" cy="79150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C. Une fibrinolyse par voie générale </a:t>
          </a:r>
        </a:p>
      </dsp:txBody>
      <dsp:txXfrm>
        <a:off x="38638" y="1845496"/>
        <a:ext cx="10260045" cy="714229"/>
      </dsp:txXfrm>
    </dsp:sp>
    <dsp:sp modelId="{B523395A-38FC-4F6D-8940-07274BF30536}">
      <dsp:nvSpPr>
        <dsp:cNvPr id="0" name=""/>
        <dsp:cNvSpPr/>
      </dsp:nvSpPr>
      <dsp:spPr>
        <a:xfrm>
          <a:off x="0" y="2693403"/>
          <a:ext cx="10337321" cy="79150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D. Une </a:t>
          </a:r>
          <a:r>
            <a:rPr lang="fr-FR" sz="3300" kern="1200" err="1"/>
            <a:t>hémodiafiltration</a:t>
          </a:r>
          <a:r>
            <a:rPr lang="fr-FR" sz="3300" kern="1200">
              <a:latin typeface="Calibri Light" panose="020F0302020204030204"/>
            </a:rPr>
            <a:t> </a:t>
          </a:r>
          <a:endParaRPr lang="fr-FR" sz="3300" kern="1200"/>
        </a:p>
      </dsp:txBody>
      <dsp:txXfrm>
        <a:off x="38638" y="2732041"/>
        <a:ext cx="10260045" cy="714229"/>
      </dsp:txXfrm>
    </dsp:sp>
    <dsp:sp modelId="{F35D1AE6-9670-4657-9A8A-AA24BF91B05C}">
      <dsp:nvSpPr>
        <dsp:cNvPr id="0" name=""/>
        <dsp:cNvSpPr/>
      </dsp:nvSpPr>
      <dsp:spPr>
        <a:xfrm>
          <a:off x="0" y="3579948"/>
          <a:ext cx="10337321" cy="79150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E. Une diurèse forcée </a:t>
          </a:r>
        </a:p>
      </dsp:txBody>
      <dsp:txXfrm>
        <a:off x="38638" y="3618586"/>
        <a:ext cx="10260045" cy="714229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A3FF2-00D0-4DE2-A08D-9E0DA2E78DEB}">
      <dsp:nvSpPr>
        <dsp:cNvPr id="0" name=""/>
        <dsp:cNvSpPr/>
      </dsp:nvSpPr>
      <dsp:spPr>
        <a:xfrm>
          <a:off x="0" y="820744"/>
          <a:ext cx="10337321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A. permet de prévenir les conséquences métaboliques du syndrome de reperfusion </a:t>
          </a:r>
          <a:endParaRPr lang="en-US" sz="2300" kern="1200"/>
        </a:p>
      </dsp:txBody>
      <dsp:txXfrm>
        <a:off x="26930" y="847674"/>
        <a:ext cx="10283461" cy="497795"/>
      </dsp:txXfrm>
    </dsp:sp>
    <dsp:sp modelId="{2863D560-38A8-438B-B0AA-4B1E487A8DCF}">
      <dsp:nvSpPr>
        <dsp:cNvPr id="0" name=""/>
        <dsp:cNvSpPr/>
      </dsp:nvSpPr>
      <dsp:spPr>
        <a:xfrm>
          <a:off x="0" y="1438639"/>
          <a:ext cx="10337321" cy="55165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B. Se fait 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avant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la 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désobstruction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artérielle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300" kern="1200" dirty="0"/>
        </a:p>
      </dsp:txBody>
      <dsp:txXfrm>
        <a:off x="26930" y="1465569"/>
        <a:ext cx="10283461" cy="497795"/>
      </dsp:txXfrm>
    </dsp:sp>
    <dsp:sp modelId="{ACC9B280-7FD3-4A03-B0B7-7A8AC6CE148A}">
      <dsp:nvSpPr>
        <dsp:cNvPr id="0" name=""/>
        <dsp:cNvSpPr/>
      </dsp:nvSpPr>
      <dsp:spPr>
        <a:xfrm>
          <a:off x="0" y="2056534"/>
          <a:ext cx="10337321" cy="55165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C. 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Est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 fait 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uniquement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en 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cas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d'ischémie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aigue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par 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thrombose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 de </a:t>
          </a:r>
          <a:r>
            <a:rPr lang="en-US" sz="2300" kern="1200" dirty="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pontage</a:t>
          </a:r>
          <a:r>
            <a:rPr lang="en-US" sz="2300" kern="1200" dirty="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300" kern="1200" dirty="0"/>
        </a:p>
      </dsp:txBody>
      <dsp:txXfrm>
        <a:off x="26930" y="2083464"/>
        <a:ext cx="10283461" cy="497795"/>
      </dsp:txXfrm>
    </dsp:sp>
    <dsp:sp modelId="{0086ABE6-04B3-4189-A4C2-0E7F6F78D636}">
      <dsp:nvSpPr>
        <dsp:cNvPr id="0" name=""/>
        <dsp:cNvSpPr/>
      </dsp:nvSpPr>
      <dsp:spPr>
        <a:xfrm>
          <a:off x="0" y="2674429"/>
          <a:ext cx="10337321" cy="55165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D. </a:t>
          </a:r>
          <a:r>
            <a:rPr lang="en-US" sz="23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Permet</a:t>
          </a: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3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souvent</a:t>
          </a: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de </a:t>
          </a:r>
          <a:r>
            <a:rPr lang="en-US" sz="23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désobstruer</a:t>
          </a: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3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l'artère</a:t>
          </a: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endParaRPr lang="en-US" sz="2300" kern="1200"/>
        </a:p>
      </dsp:txBody>
      <dsp:txXfrm>
        <a:off x="26930" y="2701359"/>
        <a:ext cx="10283461" cy="497795"/>
      </dsp:txXfrm>
    </dsp:sp>
    <dsp:sp modelId="{8ABB0D9F-E8D4-4F97-B179-A1FC0B5E5E0E}">
      <dsp:nvSpPr>
        <dsp:cNvPr id="0" name=""/>
        <dsp:cNvSpPr/>
      </dsp:nvSpPr>
      <dsp:spPr>
        <a:xfrm>
          <a:off x="0" y="3292324"/>
          <a:ext cx="10337321" cy="55165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E. </a:t>
          </a:r>
          <a:r>
            <a:rPr lang="en-US" sz="23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Permet</a:t>
          </a: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de </a:t>
          </a:r>
          <a:r>
            <a:rPr lang="en-US" sz="23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prévenir</a:t>
          </a: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la </a:t>
          </a:r>
          <a:r>
            <a:rPr lang="en-US" sz="23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récidive</a:t>
          </a: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de </a:t>
          </a:r>
          <a:r>
            <a:rPr lang="en-US" sz="2300" kern="1200" err="1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l'ischémie</a:t>
          </a:r>
          <a:r>
            <a:rPr lang="en-US" sz="2300" kern="1200">
              <a:solidFill>
                <a:schemeClr val="bg1">
                  <a:lumMod val="95000"/>
                </a:schemeClr>
              </a:solidFill>
              <a:latin typeface="Times New Roman"/>
              <a:cs typeface="Times New Roman"/>
            </a:rPr>
            <a:t> </a:t>
          </a:r>
          <a:r>
            <a:rPr lang="en-US" sz="2300" kern="1200">
              <a:latin typeface="Times New Roman"/>
              <a:cs typeface="Times New Roman"/>
            </a:rPr>
            <a:t> </a:t>
          </a:r>
          <a:endParaRPr lang="en-US" sz="2300" kern="1200"/>
        </a:p>
      </dsp:txBody>
      <dsp:txXfrm>
        <a:off x="26930" y="3319254"/>
        <a:ext cx="10283461" cy="497795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5E688E-1F95-45F3-8FFA-2B2CC4E44306}">
      <dsp:nvSpPr>
        <dsp:cNvPr id="0" name=""/>
        <dsp:cNvSpPr/>
      </dsp:nvSpPr>
      <dsp:spPr>
        <a:xfrm>
          <a:off x="0" y="54292"/>
          <a:ext cx="10021018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A. Traitement antalgique</a:t>
          </a:r>
          <a:r>
            <a:rPr lang="fr-FR" sz="2700" kern="1200" dirty="0">
              <a:latin typeface="Calibri Light" panose="020F0302020204030204"/>
            </a:rPr>
            <a:t> </a:t>
          </a:r>
        </a:p>
      </dsp:txBody>
      <dsp:txXfrm>
        <a:off x="31613" y="85905"/>
        <a:ext cx="9957792" cy="584369"/>
      </dsp:txXfrm>
    </dsp:sp>
    <dsp:sp modelId="{CAEAD12F-DC24-4012-A9C7-6B0A0582F836}">
      <dsp:nvSpPr>
        <dsp:cNvPr id="0" name=""/>
        <dsp:cNvSpPr/>
      </dsp:nvSpPr>
      <dsp:spPr>
        <a:xfrm>
          <a:off x="0" y="779647"/>
          <a:ext cx="10021018" cy="64759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B. Injection de vasodilatateur </a:t>
          </a:r>
          <a:r>
            <a:rPr lang="fr-FR" sz="2700" kern="1200" err="1"/>
            <a:t>arteriele</a:t>
          </a:r>
          <a:r>
            <a:rPr lang="fr-FR" sz="2700" kern="1200">
              <a:latin typeface="Calibri Light" panose="020F0302020204030204"/>
            </a:rPr>
            <a:t> </a:t>
          </a:r>
          <a:endParaRPr lang="fr-FR" sz="2700" kern="1200"/>
        </a:p>
      </dsp:txBody>
      <dsp:txXfrm>
        <a:off x="31613" y="811260"/>
        <a:ext cx="9957792" cy="584369"/>
      </dsp:txXfrm>
    </dsp:sp>
    <dsp:sp modelId="{58F13D87-473F-4422-9FA9-311BCDF56196}">
      <dsp:nvSpPr>
        <dsp:cNvPr id="0" name=""/>
        <dsp:cNvSpPr/>
      </dsp:nvSpPr>
      <dsp:spPr>
        <a:xfrm>
          <a:off x="0" y="1505002"/>
          <a:ext cx="10021018" cy="64759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C. Fibrinolyse en urgence</a:t>
          </a:r>
          <a:r>
            <a:rPr lang="fr-FR" sz="2700" kern="1200">
              <a:latin typeface="Calibri Light" panose="020F0302020204030204"/>
            </a:rPr>
            <a:t> </a:t>
          </a:r>
          <a:endParaRPr lang="fr-FR" sz="2700" kern="1200"/>
        </a:p>
      </dsp:txBody>
      <dsp:txXfrm>
        <a:off x="31613" y="1536615"/>
        <a:ext cx="9957792" cy="584369"/>
      </dsp:txXfrm>
    </dsp:sp>
    <dsp:sp modelId="{6FB16993-FB88-4ACE-B9FA-1E8214DECC1B}">
      <dsp:nvSpPr>
        <dsp:cNvPr id="0" name=""/>
        <dsp:cNvSpPr/>
      </dsp:nvSpPr>
      <dsp:spPr>
        <a:xfrm>
          <a:off x="0" y="2230357"/>
          <a:ext cx="10021018" cy="64759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D. Désobstruction à la sonde de </a:t>
          </a:r>
          <a:r>
            <a:rPr lang="fr-FR" sz="2700" kern="1200" err="1"/>
            <a:t>Fogarty</a:t>
          </a:r>
          <a:r>
            <a:rPr lang="fr-FR" sz="2700" kern="1200">
              <a:latin typeface="Calibri Light" panose="020F0302020204030204"/>
            </a:rPr>
            <a:t> </a:t>
          </a:r>
          <a:endParaRPr lang="fr-FR" sz="2700" kern="1200"/>
        </a:p>
      </dsp:txBody>
      <dsp:txXfrm>
        <a:off x="31613" y="2261970"/>
        <a:ext cx="9957792" cy="584369"/>
      </dsp:txXfrm>
    </dsp:sp>
    <dsp:sp modelId="{A6D30595-1363-47F4-9DAD-9D73E5F5C52A}">
      <dsp:nvSpPr>
        <dsp:cNvPr id="0" name=""/>
        <dsp:cNvSpPr/>
      </dsp:nvSpPr>
      <dsp:spPr>
        <a:xfrm>
          <a:off x="0" y="2955712"/>
          <a:ext cx="10021018" cy="64759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E. Injection d’un bolus d’</a:t>
          </a:r>
          <a:r>
            <a:rPr lang="fr-FR" sz="2700" kern="1200" err="1"/>
            <a:t>héparine</a:t>
          </a:r>
          <a:r>
            <a:rPr lang="fr-FR" sz="2700" kern="1200">
              <a:latin typeface="Calibri Light" panose="020F0302020204030204"/>
            </a:rPr>
            <a:t> </a:t>
          </a:r>
          <a:endParaRPr lang="fr-FR" sz="2700" kern="1200"/>
        </a:p>
      </dsp:txBody>
      <dsp:txXfrm>
        <a:off x="31613" y="2987325"/>
        <a:ext cx="9957792" cy="584369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5E688E-1F95-45F3-8FFA-2B2CC4E44306}">
      <dsp:nvSpPr>
        <dsp:cNvPr id="0" name=""/>
        <dsp:cNvSpPr/>
      </dsp:nvSpPr>
      <dsp:spPr>
        <a:xfrm>
          <a:off x="0" y="6826"/>
          <a:ext cx="10515600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A. Déficit </a:t>
          </a:r>
          <a:r>
            <a:rPr lang="fr-FR" sz="3300" kern="1200" dirty="0" err="1"/>
            <a:t>sensitivo-moteur</a:t>
          </a:r>
          <a:r>
            <a:rPr lang="fr-FR" sz="3300" kern="1200" dirty="0">
              <a:latin typeface="Calibri Light" panose="020F0302020204030204"/>
            </a:rPr>
            <a:t> </a:t>
          </a:r>
        </a:p>
      </dsp:txBody>
      <dsp:txXfrm>
        <a:off x="38638" y="45464"/>
        <a:ext cx="10438324" cy="714229"/>
      </dsp:txXfrm>
    </dsp:sp>
    <dsp:sp modelId="{CAEAD12F-DC24-4012-A9C7-6B0A0582F836}">
      <dsp:nvSpPr>
        <dsp:cNvPr id="0" name=""/>
        <dsp:cNvSpPr/>
      </dsp:nvSpPr>
      <dsp:spPr>
        <a:xfrm>
          <a:off x="0" y="893371"/>
          <a:ext cx="10515600" cy="79150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B. Froideur du membre</a:t>
          </a:r>
        </a:p>
      </dsp:txBody>
      <dsp:txXfrm>
        <a:off x="38638" y="932009"/>
        <a:ext cx="10438324" cy="714229"/>
      </dsp:txXfrm>
    </dsp:sp>
    <dsp:sp modelId="{58F13D87-473F-4422-9FA9-311BCDF56196}">
      <dsp:nvSpPr>
        <dsp:cNvPr id="0" name=""/>
        <dsp:cNvSpPr/>
      </dsp:nvSpPr>
      <dsp:spPr>
        <a:xfrm>
          <a:off x="0" y="1779916"/>
          <a:ext cx="10515600" cy="79150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C. Cyanose</a:t>
          </a:r>
          <a:r>
            <a:rPr lang="fr-FR" sz="3300" kern="1200" dirty="0">
              <a:latin typeface="Calibri Light" panose="020F0302020204030204"/>
            </a:rPr>
            <a:t> </a:t>
          </a:r>
          <a:endParaRPr lang="fr-FR" sz="3300" kern="1200" dirty="0"/>
        </a:p>
      </dsp:txBody>
      <dsp:txXfrm>
        <a:off x="38638" y="1818554"/>
        <a:ext cx="10438324" cy="714229"/>
      </dsp:txXfrm>
    </dsp:sp>
    <dsp:sp modelId="{6FB16993-FB88-4ACE-B9FA-1E8214DECC1B}">
      <dsp:nvSpPr>
        <dsp:cNvPr id="0" name=""/>
        <dsp:cNvSpPr/>
      </dsp:nvSpPr>
      <dsp:spPr>
        <a:xfrm>
          <a:off x="0" y="2666461"/>
          <a:ext cx="10515600" cy="79150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D. Abolition du </a:t>
          </a:r>
          <a:r>
            <a:rPr lang="fr-FR" sz="3300" kern="1200" dirty="0" err="1"/>
            <a:t>poul</a:t>
          </a:r>
          <a:r>
            <a:rPr lang="fr-FR" sz="3300" kern="1200" dirty="0"/>
            <a:t> fémoral</a:t>
          </a:r>
          <a:r>
            <a:rPr lang="fr-FR" sz="3300" kern="1200" dirty="0">
              <a:latin typeface="Calibri Light" panose="020F0302020204030204"/>
            </a:rPr>
            <a:t> </a:t>
          </a:r>
          <a:endParaRPr lang="fr-FR" sz="3300" kern="1200" dirty="0"/>
        </a:p>
      </dsp:txBody>
      <dsp:txXfrm>
        <a:off x="38638" y="2705099"/>
        <a:ext cx="10438324" cy="714229"/>
      </dsp:txXfrm>
    </dsp:sp>
    <dsp:sp modelId="{A6D30595-1363-47F4-9DAD-9D73E5F5C52A}">
      <dsp:nvSpPr>
        <dsp:cNvPr id="0" name=""/>
        <dsp:cNvSpPr/>
      </dsp:nvSpPr>
      <dsp:spPr>
        <a:xfrm>
          <a:off x="0" y="3553006"/>
          <a:ext cx="10515600" cy="79150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E. </a:t>
          </a:r>
          <a:r>
            <a:rPr lang="fr-FR" sz="3300" kern="1200" dirty="0">
              <a:latin typeface="Calibri Light" panose="020F0302020204030204"/>
            </a:rPr>
            <a:t> Douleur à type de broiement</a:t>
          </a:r>
          <a:endParaRPr lang="fr-FR" sz="3300" kern="1200" dirty="0"/>
        </a:p>
      </dsp:txBody>
      <dsp:txXfrm>
        <a:off x="38638" y="3591644"/>
        <a:ext cx="10438324" cy="714229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82D03-1967-425F-9ECA-1CC789031D21}">
      <dsp:nvSpPr>
        <dsp:cNvPr id="0" name=""/>
        <dsp:cNvSpPr/>
      </dsp:nvSpPr>
      <dsp:spPr>
        <a:xfrm>
          <a:off x="0" y="54292"/>
          <a:ext cx="10423584" cy="6475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 </a:t>
          </a:r>
          <a:r>
            <a:rPr lang="fr-FR" sz="2700" kern="1200">
              <a:latin typeface="Calibri Light" panose="020F0302020204030204"/>
            </a:rPr>
            <a:t>A.</a:t>
          </a:r>
          <a:r>
            <a:rPr lang="fr-FR" sz="2700" kern="1200"/>
            <a:t> Une endocardite infectieuse</a:t>
          </a:r>
          <a:r>
            <a:rPr lang="fr-FR" sz="2700" kern="1200">
              <a:latin typeface="Calibri Light" panose="020F0302020204030204"/>
            </a:rPr>
            <a:t> </a:t>
          </a:r>
        </a:p>
      </dsp:txBody>
      <dsp:txXfrm>
        <a:off x="31613" y="85905"/>
        <a:ext cx="10360358" cy="584369"/>
      </dsp:txXfrm>
    </dsp:sp>
    <dsp:sp modelId="{FBD8229C-1733-44C8-9C3A-F4635BFA92AB}">
      <dsp:nvSpPr>
        <dsp:cNvPr id="0" name=""/>
        <dsp:cNvSpPr/>
      </dsp:nvSpPr>
      <dsp:spPr>
        <a:xfrm>
          <a:off x="0" y="779647"/>
          <a:ext cx="10423584" cy="64759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>
              <a:latin typeface="Calibri Light" panose="020F0302020204030204"/>
            </a:rPr>
            <a:t>B. Un </a:t>
          </a:r>
          <a:r>
            <a:rPr lang="fr-FR" sz="2700" kern="1200" dirty="0"/>
            <a:t>rétrécissement mitral</a:t>
          </a:r>
          <a:r>
            <a:rPr lang="fr-FR" sz="2700" kern="1200" dirty="0">
              <a:latin typeface="Calibri Light" panose="020F0302020204030204"/>
            </a:rPr>
            <a:t> </a:t>
          </a:r>
          <a:endParaRPr lang="fr-FR" sz="2700" kern="1200" dirty="0"/>
        </a:p>
      </dsp:txBody>
      <dsp:txXfrm>
        <a:off x="31613" y="811260"/>
        <a:ext cx="10360358" cy="584369"/>
      </dsp:txXfrm>
    </dsp:sp>
    <dsp:sp modelId="{CEDE73B1-F611-4C97-B76B-BB418123E7B1}">
      <dsp:nvSpPr>
        <dsp:cNvPr id="0" name=""/>
        <dsp:cNvSpPr/>
      </dsp:nvSpPr>
      <dsp:spPr>
        <a:xfrm>
          <a:off x="0" y="1505002"/>
          <a:ext cx="10423584" cy="64759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>
              <a:latin typeface="Calibri Light" panose="020F0302020204030204"/>
            </a:rPr>
            <a:t>C.Un</a:t>
          </a:r>
          <a:r>
            <a:rPr lang="fr-FR" sz="2700" kern="1200"/>
            <a:t> anévrysme de l’aorte abdominale</a:t>
          </a:r>
          <a:r>
            <a:rPr lang="fr-FR" sz="2700" kern="1200">
              <a:latin typeface="Calibri Light" panose="020F0302020204030204"/>
            </a:rPr>
            <a:t> </a:t>
          </a:r>
          <a:endParaRPr lang="fr-FR" sz="2700" kern="1200"/>
        </a:p>
      </dsp:txBody>
      <dsp:txXfrm>
        <a:off x="31613" y="1536615"/>
        <a:ext cx="10360358" cy="584369"/>
      </dsp:txXfrm>
    </dsp:sp>
    <dsp:sp modelId="{AFB0FC52-921A-459E-B638-2536C19ED251}">
      <dsp:nvSpPr>
        <dsp:cNvPr id="0" name=""/>
        <dsp:cNvSpPr/>
      </dsp:nvSpPr>
      <dsp:spPr>
        <a:xfrm>
          <a:off x="0" y="2230357"/>
          <a:ext cx="10423584" cy="64759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>
              <a:latin typeface="Calibri Light" panose="020F0302020204030204"/>
            </a:rPr>
            <a:t>D.Un</a:t>
          </a:r>
          <a:r>
            <a:rPr lang="fr-FR" sz="2700" kern="1200"/>
            <a:t> myxome de l’OG</a:t>
          </a:r>
          <a:r>
            <a:rPr lang="fr-FR" sz="2700" kern="1200">
              <a:latin typeface="Calibri Light" panose="020F0302020204030204"/>
            </a:rPr>
            <a:t> </a:t>
          </a:r>
          <a:endParaRPr lang="fr-FR" sz="2700" kern="1200"/>
        </a:p>
      </dsp:txBody>
      <dsp:txXfrm>
        <a:off x="31613" y="2261970"/>
        <a:ext cx="10360358" cy="584369"/>
      </dsp:txXfrm>
    </dsp:sp>
    <dsp:sp modelId="{1D36274A-2FDE-47CC-AA8F-0EEE80661601}">
      <dsp:nvSpPr>
        <dsp:cNvPr id="0" name=""/>
        <dsp:cNvSpPr/>
      </dsp:nvSpPr>
      <dsp:spPr>
        <a:xfrm>
          <a:off x="0" y="2955712"/>
          <a:ext cx="10423584" cy="64759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 </a:t>
          </a:r>
          <a:r>
            <a:rPr lang="fr-FR" sz="2700" kern="1200">
              <a:latin typeface="Calibri Light" panose="020F0302020204030204"/>
            </a:rPr>
            <a:t>E.Une</a:t>
          </a:r>
          <a:r>
            <a:rPr lang="fr-FR" sz="2700" kern="1200"/>
            <a:t> Insuffisance aortique</a:t>
          </a:r>
          <a:r>
            <a:rPr lang="fr-FR" sz="2700" kern="1200">
              <a:latin typeface="Calibri Light" panose="020F0302020204030204"/>
            </a:rPr>
            <a:t> </a:t>
          </a:r>
          <a:endParaRPr lang="fr-FR" sz="2700" kern="1200"/>
        </a:p>
      </dsp:txBody>
      <dsp:txXfrm>
        <a:off x="31613" y="2987325"/>
        <a:ext cx="10360358" cy="584369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82D03-1967-425F-9ECA-1CC789031D21}">
      <dsp:nvSpPr>
        <dsp:cNvPr id="0" name=""/>
        <dsp:cNvSpPr/>
      </dsp:nvSpPr>
      <dsp:spPr>
        <a:xfrm>
          <a:off x="0" y="6826"/>
          <a:ext cx="10515600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 </a:t>
          </a:r>
          <a:r>
            <a:rPr lang="fr-FR" sz="3300" kern="1200" dirty="0">
              <a:latin typeface="Calibri Light" panose="020F0302020204030204"/>
            </a:rPr>
            <a:t>A.</a:t>
          </a:r>
          <a:r>
            <a:rPr lang="fr-FR" sz="3300" kern="1200" dirty="0"/>
            <a:t> </a:t>
          </a:r>
          <a:r>
            <a:rPr lang="fr-FR" sz="3300" kern="1200" dirty="0">
              <a:latin typeface="Calibri Light" panose="020F0302020204030204"/>
            </a:rPr>
            <a:t> </a:t>
          </a:r>
          <a:r>
            <a:rPr lang="fr-FR" sz="3300" kern="1200" dirty="0" err="1"/>
            <a:t>Angioscanner</a:t>
          </a:r>
          <a:r>
            <a:rPr lang="fr-FR" sz="3300" kern="1200" dirty="0"/>
            <a:t> thoracique</a:t>
          </a:r>
          <a:endParaRPr lang="fr-FR" sz="3300" kern="1200" dirty="0">
            <a:latin typeface="Calibri Light" panose="020F0302020204030204"/>
          </a:endParaRPr>
        </a:p>
      </dsp:txBody>
      <dsp:txXfrm>
        <a:off x="38638" y="45464"/>
        <a:ext cx="10438324" cy="714229"/>
      </dsp:txXfrm>
    </dsp:sp>
    <dsp:sp modelId="{FBD8229C-1733-44C8-9C3A-F4635BFA92AB}">
      <dsp:nvSpPr>
        <dsp:cNvPr id="0" name=""/>
        <dsp:cNvSpPr/>
      </dsp:nvSpPr>
      <dsp:spPr>
        <a:xfrm>
          <a:off x="0" y="893371"/>
          <a:ext cx="10515600" cy="79150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Calibri Light" panose="020F0302020204030204"/>
            </a:rPr>
            <a:t>B.  </a:t>
          </a:r>
          <a:r>
            <a:rPr lang="fr-FR" sz="3300" kern="1200" dirty="0"/>
            <a:t>Artériographie</a:t>
          </a:r>
          <a:r>
            <a:rPr lang="fr-FR" sz="3300" kern="1200" dirty="0">
              <a:latin typeface="Calibri Light" panose="020F0302020204030204"/>
            </a:rPr>
            <a:t> </a:t>
          </a:r>
          <a:endParaRPr lang="fr-FR" sz="3300" kern="1200" dirty="0"/>
        </a:p>
      </dsp:txBody>
      <dsp:txXfrm>
        <a:off x="38638" y="932009"/>
        <a:ext cx="10438324" cy="714229"/>
      </dsp:txXfrm>
    </dsp:sp>
    <dsp:sp modelId="{CEDE73B1-F611-4C97-B76B-BB418123E7B1}">
      <dsp:nvSpPr>
        <dsp:cNvPr id="0" name=""/>
        <dsp:cNvSpPr/>
      </dsp:nvSpPr>
      <dsp:spPr>
        <a:xfrm>
          <a:off x="0" y="1779916"/>
          <a:ext cx="10515600" cy="79150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Calibri Light" panose="020F0302020204030204"/>
            </a:rPr>
            <a:t>C.  </a:t>
          </a:r>
          <a:r>
            <a:rPr lang="fr-FR" sz="3300" kern="1200" dirty="0" err="1"/>
            <a:t>Echocardiaque</a:t>
          </a:r>
          <a:r>
            <a:rPr lang="fr-FR" sz="3300" kern="1200" dirty="0">
              <a:latin typeface="Calibri Light" panose="020F0302020204030204"/>
            </a:rPr>
            <a:t> </a:t>
          </a:r>
          <a:endParaRPr lang="fr-FR" sz="3300" kern="1200" dirty="0"/>
        </a:p>
      </dsp:txBody>
      <dsp:txXfrm>
        <a:off x="38638" y="1818554"/>
        <a:ext cx="10438324" cy="714229"/>
      </dsp:txXfrm>
    </dsp:sp>
    <dsp:sp modelId="{AFB0FC52-921A-459E-B638-2536C19ED251}">
      <dsp:nvSpPr>
        <dsp:cNvPr id="0" name=""/>
        <dsp:cNvSpPr/>
      </dsp:nvSpPr>
      <dsp:spPr>
        <a:xfrm>
          <a:off x="0" y="2666461"/>
          <a:ext cx="10515600" cy="79150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Calibri Light" panose="020F0302020204030204"/>
            </a:rPr>
            <a:t>D. </a:t>
          </a:r>
          <a:r>
            <a:rPr lang="fr-FR" sz="3300" kern="1200" dirty="0"/>
            <a:t>Coronarographie</a:t>
          </a:r>
          <a:r>
            <a:rPr lang="fr-FR" sz="3300" kern="1200" dirty="0">
              <a:latin typeface="Calibri Light" panose="020F0302020204030204"/>
            </a:rPr>
            <a:t> </a:t>
          </a:r>
          <a:endParaRPr lang="fr-FR" sz="3300" kern="1200" dirty="0"/>
        </a:p>
      </dsp:txBody>
      <dsp:txXfrm>
        <a:off x="38638" y="2705099"/>
        <a:ext cx="10438324" cy="714229"/>
      </dsp:txXfrm>
    </dsp:sp>
    <dsp:sp modelId="{1D36274A-2FDE-47CC-AA8F-0EEE80661601}">
      <dsp:nvSpPr>
        <dsp:cNvPr id="0" name=""/>
        <dsp:cNvSpPr/>
      </dsp:nvSpPr>
      <dsp:spPr>
        <a:xfrm>
          <a:off x="0" y="3553006"/>
          <a:ext cx="10515600" cy="79150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 </a:t>
          </a:r>
          <a:r>
            <a:rPr lang="fr-FR" sz="3300" kern="1200" dirty="0">
              <a:latin typeface="Calibri Light" panose="020F0302020204030204"/>
            </a:rPr>
            <a:t>E. </a:t>
          </a:r>
          <a:r>
            <a:rPr lang="fr-FR" sz="3300" kern="1200" dirty="0"/>
            <a:t>Echo-doppler artériel</a:t>
          </a:r>
          <a:r>
            <a:rPr lang="fr-FR" sz="3300" kern="1200" dirty="0">
              <a:latin typeface="Calibri Light" panose="020F0302020204030204"/>
            </a:rPr>
            <a:t> </a:t>
          </a:r>
          <a:endParaRPr lang="fr-FR" sz="3300" kern="1200" dirty="0"/>
        </a:p>
      </dsp:txBody>
      <dsp:txXfrm>
        <a:off x="38638" y="3591644"/>
        <a:ext cx="10438324" cy="714229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82D03-1967-425F-9ECA-1CC789031D21}">
      <dsp:nvSpPr>
        <dsp:cNvPr id="0" name=""/>
        <dsp:cNvSpPr/>
      </dsp:nvSpPr>
      <dsp:spPr>
        <a:xfrm>
          <a:off x="0" y="0"/>
          <a:ext cx="10515600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 </a:t>
          </a:r>
          <a:r>
            <a:rPr lang="fr-FR" sz="3300" kern="1200" dirty="0">
              <a:latin typeface="Calibri Light" panose="020F0302020204030204"/>
            </a:rPr>
            <a:t>A.</a:t>
          </a:r>
          <a:r>
            <a:rPr lang="fr-FR" sz="3300" kern="1200" dirty="0"/>
            <a:t> </a:t>
          </a:r>
          <a:r>
            <a:rPr lang="fr-FR" sz="3300" kern="1200" dirty="0">
              <a:latin typeface="Calibri Light" panose="020F0302020204030204"/>
            </a:rPr>
            <a:t> Une thrombolyse artérielle in situ</a:t>
          </a:r>
        </a:p>
      </dsp:txBody>
      <dsp:txXfrm>
        <a:off x="38638" y="38638"/>
        <a:ext cx="10438324" cy="714229"/>
      </dsp:txXfrm>
    </dsp:sp>
    <dsp:sp modelId="{FBD8229C-1733-44C8-9C3A-F4635BFA92AB}">
      <dsp:nvSpPr>
        <dsp:cNvPr id="0" name=""/>
        <dsp:cNvSpPr/>
      </dsp:nvSpPr>
      <dsp:spPr>
        <a:xfrm>
          <a:off x="0" y="893371"/>
          <a:ext cx="10515600" cy="79150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Calibri Light" panose="020F0302020204030204"/>
            </a:rPr>
            <a:t>B. Une </a:t>
          </a:r>
          <a:r>
            <a:rPr lang="fr-FR" sz="3300" kern="1200" dirty="0" err="1">
              <a:latin typeface="Calibri Light" panose="020F0302020204030204"/>
            </a:rPr>
            <a:t>embolectomie</a:t>
          </a:r>
          <a:r>
            <a:rPr lang="fr-FR" sz="3300" kern="1200" dirty="0">
              <a:latin typeface="Calibri Light" panose="020F0302020204030204"/>
            </a:rPr>
            <a:t> à la sonde de </a:t>
          </a:r>
          <a:r>
            <a:rPr lang="fr-FR" sz="3300" kern="1200" dirty="0" err="1">
              <a:latin typeface="Calibri Light" panose="020F0302020204030204"/>
            </a:rPr>
            <a:t>Fogarty</a:t>
          </a:r>
          <a:r>
            <a:rPr lang="fr-FR" sz="3300" kern="1200" dirty="0">
              <a:latin typeface="Calibri Light" panose="020F0302020204030204"/>
            </a:rPr>
            <a:t> </a:t>
          </a:r>
          <a:endParaRPr lang="fr-FR" sz="3300" kern="1200" dirty="0"/>
        </a:p>
      </dsp:txBody>
      <dsp:txXfrm>
        <a:off x="38638" y="932009"/>
        <a:ext cx="10438324" cy="714229"/>
      </dsp:txXfrm>
    </dsp:sp>
    <dsp:sp modelId="{CEDE73B1-F611-4C97-B76B-BB418123E7B1}">
      <dsp:nvSpPr>
        <dsp:cNvPr id="0" name=""/>
        <dsp:cNvSpPr/>
      </dsp:nvSpPr>
      <dsp:spPr>
        <a:xfrm>
          <a:off x="0" y="1779916"/>
          <a:ext cx="10515600" cy="79150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Calibri Light" panose="020F0302020204030204"/>
            </a:rPr>
            <a:t>C.  Une fibrinolyse par voie générale</a:t>
          </a:r>
          <a:endParaRPr lang="fr-FR" sz="3300" kern="1200" dirty="0"/>
        </a:p>
      </dsp:txBody>
      <dsp:txXfrm>
        <a:off x="38638" y="1818554"/>
        <a:ext cx="10438324" cy="714229"/>
      </dsp:txXfrm>
    </dsp:sp>
    <dsp:sp modelId="{AFB0FC52-921A-459E-B638-2536C19ED251}">
      <dsp:nvSpPr>
        <dsp:cNvPr id="0" name=""/>
        <dsp:cNvSpPr/>
      </dsp:nvSpPr>
      <dsp:spPr>
        <a:xfrm>
          <a:off x="0" y="2680109"/>
          <a:ext cx="10515600" cy="79150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Calibri Light" panose="020F0302020204030204"/>
            </a:rPr>
            <a:t>D. Une amputation du membre </a:t>
          </a:r>
          <a:endParaRPr lang="fr-FR" sz="3300" kern="1200" dirty="0"/>
        </a:p>
      </dsp:txBody>
      <dsp:txXfrm>
        <a:off x="38638" y="2718747"/>
        <a:ext cx="10438324" cy="714229"/>
      </dsp:txXfrm>
    </dsp:sp>
    <dsp:sp modelId="{1D36274A-2FDE-47CC-AA8F-0EEE80661601}">
      <dsp:nvSpPr>
        <dsp:cNvPr id="0" name=""/>
        <dsp:cNvSpPr/>
      </dsp:nvSpPr>
      <dsp:spPr>
        <a:xfrm>
          <a:off x="0" y="3553006"/>
          <a:ext cx="10515600" cy="79150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 </a:t>
          </a:r>
          <a:r>
            <a:rPr lang="fr-FR" sz="3300" kern="1200" dirty="0">
              <a:latin typeface="Calibri Light" panose="020F0302020204030204"/>
            </a:rPr>
            <a:t>E. Un pontage vasculaire </a:t>
          </a:r>
          <a:endParaRPr lang="fr-FR" sz="3300" kern="1200" dirty="0"/>
        </a:p>
      </dsp:txBody>
      <dsp:txXfrm>
        <a:off x="38638" y="3591644"/>
        <a:ext cx="10438324" cy="71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02980-7933-4E53-8494-447BA0F147B7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D663E-2298-46DE-9CCB-5DFAAEE0BB7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FDC1285-73A5-FF4C-B2E0-8DF5720E7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BBB2CF72-9E07-094F-8009-CF23CCB35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30F1CC7A-D677-384C-9157-468E09FD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CF928AE3-77AD-DE49-9D09-8F418F881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025A81F2-EBE8-764C-9062-2787D025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8234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5F780C81-F236-9543-81B5-3EA12FAA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67322D10-F310-5340-B806-128C400DF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4F0A283E-08E6-0246-AF3B-A6E20170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057A2C94-71AB-3541-9048-8586EBA3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5DE6BA6-A015-B243-9996-6542D627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94235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42DC5D91-1C7E-334B-AA1E-171FA9D2E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24CED6B0-38B7-724F-B964-28E4DB1B6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362336E0-DFCD-EA45-97B6-3CDD41310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A1F98FC5-11CC-894E-A5A7-DFF9A63E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473B2124-6B6A-C943-A67F-0185862E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53869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3618FC5E-2DFF-564F-9CA9-0E5914C1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EA73387C-5171-6941-88A9-7A62720FA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4CAA3AEB-A1DB-3A45-A796-4007B2618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51BEC86F-70D1-2146-93BF-A3AB4CF4F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D37AE549-0D45-0946-A2DA-D47A1354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B1D32116-2F43-D449-95B3-4410CDF7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87196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3B72C797-064F-B74A-957B-9B43FD562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2FC0B484-E977-444A-9869-4509A6C67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541459C0-4825-E445-A40E-63CCBE7B2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="" xmlns:a16="http://schemas.microsoft.com/office/drawing/2014/main" id="{E918B414-23C3-054E-B938-7738A2191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="" xmlns:a16="http://schemas.microsoft.com/office/drawing/2014/main" id="{46F81C67-1B77-554F-AF8B-76AFF90F2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="" xmlns:a16="http://schemas.microsoft.com/office/drawing/2014/main" id="{01369070-D168-A541-92D0-48E874F9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="" xmlns:a16="http://schemas.microsoft.com/office/drawing/2014/main" id="{CB316507-92EE-4241-A2AB-BFF6FF20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="" xmlns:a16="http://schemas.microsoft.com/office/drawing/2014/main" id="{FCD2A710-F2AC-824D-BDF8-4C4CD7DB2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97215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CBAC777-C29C-9E4E-B785-3B2C0AA0C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="" xmlns:a16="http://schemas.microsoft.com/office/drawing/2014/main" id="{17231513-D705-AE47-8F5E-F85E0143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AB2A5AB5-4977-F147-A024-AFE8E4D9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AAD592F7-9B7F-6C47-A8A3-6CDE899E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14186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="" xmlns:a16="http://schemas.microsoft.com/office/drawing/2014/main" id="{7C28E9DE-7ED6-3E4E-B5FF-E0494657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="" xmlns:a16="http://schemas.microsoft.com/office/drawing/2014/main" id="{5F3DC1D1-EF91-004C-BF81-105C64CA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="" xmlns:a16="http://schemas.microsoft.com/office/drawing/2014/main" id="{B7126207-1CEE-F745-921A-480D007A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5831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53F0578-AE7A-FD4B-94EF-89AE534F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BB834116-4C41-E847-A0CD-0EFFB812C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="" xmlns:a16="http://schemas.microsoft.com/office/drawing/2014/main" id="{40EADDA3-CB35-6141-9076-A6B01FF41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03C64710-846B-394F-B794-DD4E1098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318372B6-2B34-7C48-86C7-CFAD88B5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D8DBF2FB-6306-6540-B4E5-0AF78540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28968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6085ACB2-5648-4C47-A138-5E2E2FBA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="" xmlns:a16="http://schemas.microsoft.com/office/drawing/2014/main" id="{0D4DBAB3-16D0-3147-A070-FAE4DCEE9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="" xmlns:a16="http://schemas.microsoft.com/office/drawing/2014/main" id="{ECB9D6DA-8311-2248-AAF1-559AE0161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1EBDA2CF-23D2-494C-B131-EC806841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41F1DD62-1713-4F41-97DB-C3CAB015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8B2AD00C-CF8E-2F43-9D91-7AE49013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69690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E8BC5833-4297-F647-BF1C-1FFF7A5C1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="" xmlns:a16="http://schemas.microsoft.com/office/drawing/2014/main" id="{544A9BDE-1A1E-E544-88B7-2E91AF657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1145A034-9D6D-8C41-ABFD-E50AE1555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855B2CD1-979F-394C-81C8-DBE673CF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E40BFE96-7E8C-3647-A1E9-828F67AA8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37919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="" xmlns:a16="http://schemas.microsoft.com/office/drawing/2014/main" id="{2DE0B2A9-C0CF-2146-8895-F26818BFF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="" xmlns:a16="http://schemas.microsoft.com/office/drawing/2014/main" id="{48C47EAD-113E-4644-B772-2980C9FBB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6CAE88F2-ECD4-9F4C-8C4E-F894BCF3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9CCE01F2-60A9-2843-A4DF-35D96EBA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7F3503B7-8AF6-EC4F-A1C2-E5BBAC52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46759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="" xmlns:a16="http://schemas.microsoft.com/office/drawing/2014/main" id="{8A48F512-0D5E-4C45-8597-55D44061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87026209-D9B8-7F42-8021-3C567D75E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0A6D3AB8-D690-9448-8E13-34E32881A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4BBDC-0A34-D940-9582-C11DFAC59506}" type="datetimeFigureOut">
              <a:rPr lang="fr-FR"/>
              <a:pPr/>
              <a:t>27/08/2025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CE6CB7D4-BCD3-BF42-887F-EAF975A98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57C9189F-1C13-9F42-997A-5A6EE1890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F844F-876D-1B4A-A8EA-B3A07B133DDD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99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130E9-75E3-4735-BC40-5A005CD8C3BA}" type="datetimeFigureOut">
              <a:rPr lang="fr-FR" smtClean="0"/>
              <a:pPr/>
              <a:t>27/08/2025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FE6CD-012D-4AF0-B99F-D64A80EC649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microsoft.com/office/2007/relationships/diagramDrawing" Target="../diagrams/drawing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microsoft.com/office/2007/relationships/diagramDrawing" Target="../diagrams/drawing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microsoft.com/office/2007/relationships/diagramDrawing" Target="../diagrams/drawing17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microsoft.com/office/2007/relationships/diagramDrawing" Target="../diagrams/drawing19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microsoft.com/office/2007/relationships/diagramDrawing" Target="../diagrams/drawing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7" Type="http://schemas.microsoft.com/office/2007/relationships/diagramDrawing" Target="../diagrams/drawing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13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rebelem.com/topical-anesthetic-use-corneal-abrasions/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20434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 smtClean="0"/>
              <a:t>Ischémie</a:t>
            </a:r>
            <a:r>
              <a:rPr lang="en-US" sz="5400" b="1" dirty="0" smtClean="0"/>
              <a:t> </a:t>
            </a:r>
            <a:r>
              <a:rPr lang="en-US" sz="5400" b="1" dirty="0" err="1" smtClean="0"/>
              <a:t>aigue</a:t>
            </a:r>
            <a:r>
              <a:rPr lang="en-US" sz="5400" b="1" dirty="0" smtClean="0"/>
              <a:t> des </a:t>
            </a:r>
            <a:r>
              <a:rPr lang="en-US" sz="5400" b="1" dirty="0" err="1" smtClean="0"/>
              <a:t>membres</a:t>
            </a:r>
            <a:endParaRPr lang="fr-FR" sz="54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4230477"/>
            <a:ext cx="10515600" cy="1946486"/>
          </a:xfrm>
        </p:spPr>
        <p:txBody>
          <a:bodyPr/>
          <a:lstStyle/>
          <a:p>
            <a:pPr algn="ctr"/>
            <a:r>
              <a:rPr lang="en-US" b="1" dirty="0" err="1" smtClean="0">
                <a:cs typeface="Calibri"/>
              </a:rPr>
              <a:t>Pr.Ag</a:t>
            </a:r>
            <a:r>
              <a:rPr lang="en-US" b="1" dirty="0" smtClean="0">
                <a:cs typeface="Calibri"/>
              </a:rPr>
              <a:t> </a:t>
            </a:r>
            <a:r>
              <a:rPr lang="en-US" b="1" dirty="0" err="1" smtClean="0">
                <a:cs typeface="Calibri"/>
              </a:rPr>
              <a:t>Mgarrech</a:t>
            </a:r>
            <a:r>
              <a:rPr lang="en-US" dirty="0" smtClean="0">
                <a:cs typeface="Calibri"/>
              </a:rPr>
              <a:t>.</a:t>
            </a:r>
          </a:p>
          <a:p>
            <a:pPr algn="ctr"/>
            <a:r>
              <a:rPr lang="en-US" b="1" dirty="0" smtClean="0"/>
              <a:t>CHU </a:t>
            </a:r>
            <a:r>
              <a:rPr lang="en-US" b="1" dirty="0" err="1" smtClean="0"/>
              <a:t>Sahloul</a:t>
            </a:r>
            <a:r>
              <a:rPr lang="en-US" b="1" dirty="0" smtClean="0"/>
              <a:t> Sousse</a:t>
            </a:r>
            <a:endParaRPr lang="en-US" b="1" dirty="0" smtClean="0">
              <a:cs typeface="Calibri"/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83">
            <a:extLst>
              <a:ext uri="{FF2B5EF4-FFF2-40B4-BE49-F238E27FC236}">
                <a16:creationId xmlns="" xmlns:a16="http://schemas.microsoft.com/office/drawing/2014/main" id="{889AE703-9EC1-473D-8723-8E991E8852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="" xmlns:a16="http://schemas.microsoft.com/office/drawing/2014/main" id="{8EC0BEEE-B3E3-E854-A30C-550AA52430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489" r="2" b="4493"/>
          <a:stretch/>
        </p:blipFill>
        <p:spPr>
          <a:xfrm>
            <a:off x="20" y="10"/>
            <a:ext cx="7534636" cy="6857990"/>
          </a:xfrm>
          <a:custGeom>
            <a:avLst/>
            <a:gdLst/>
            <a:ahLst/>
            <a:cxnLst/>
            <a:rect l="l" t="t" r="r" b="b"/>
            <a:pathLst>
              <a:path w="7534656" h="6858000">
                <a:moveTo>
                  <a:pt x="4678390" y="3089451"/>
                </a:moveTo>
                <a:cubicBezTo>
                  <a:pt x="4704756" y="3107456"/>
                  <a:pt x="4731118" y="3125461"/>
                  <a:pt x="4757484" y="3143466"/>
                </a:cubicBezTo>
                <a:cubicBezTo>
                  <a:pt x="4742694" y="3138965"/>
                  <a:pt x="4726618" y="3134464"/>
                  <a:pt x="4711185" y="3129962"/>
                </a:cubicBezTo>
                <a:cubicBezTo>
                  <a:pt x="4698324" y="3119029"/>
                  <a:pt x="4684820" y="3108743"/>
                  <a:pt x="4671961" y="3097166"/>
                </a:cubicBezTo>
                <a:cubicBezTo>
                  <a:pt x="4673888" y="3094594"/>
                  <a:pt x="4676460" y="3092024"/>
                  <a:pt x="4678390" y="3089451"/>
                </a:cubicBezTo>
                <a:close/>
                <a:moveTo>
                  <a:pt x="5151664" y="2187270"/>
                </a:moveTo>
                <a:cubicBezTo>
                  <a:pt x="5309853" y="2295300"/>
                  <a:pt x="5468040" y="2403973"/>
                  <a:pt x="5626227" y="2512004"/>
                </a:cubicBezTo>
                <a:cubicBezTo>
                  <a:pt x="5623653" y="2514576"/>
                  <a:pt x="5621726" y="2517148"/>
                  <a:pt x="5619152" y="2519721"/>
                </a:cubicBezTo>
                <a:cubicBezTo>
                  <a:pt x="5445533" y="2428409"/>
                  <a:pt x="5281559" y="2326810"/>
                  <a:pt x="5151664" y="2187270"/>
                </a:cubicBezTo>
                <a:close/>
                <a:moveTo>
                  <a:pt x="0" y="0"/>
                </a:moveTo>
                <a:lnTo>
                  <a:pt x="7534656" y="0"/>
                </a:lnTo>
                <a:lnTo>
                  <a:pt x="7534656" y="2520617"/>
                </a:lnTo>
                <a:lnTo>
                  <a:pt x="7532186" y="2520363"/>
                </a:lnTo>
                <a:cubicBezTo>
                  <a:pt x="7340561" y="2495285"/>
                  <a:pt x="6360574" y="2283083"/>
                  <a:pt x="6073136" y="2103675"/>
                </a:cubicBezTo>
                <a:cubicBezTo>
                  <a:pt x="5779268" y="1919767"/>
                  <a:pt x="5502120" y="1716567"/>
                  <a:pt x="5226257" y="1512725"/>
                </a:cubicBezTo>
                <a:cubicBezTo>
                  <a:pt x="5106652" y="1424628"/>
                  <a:pt x="4979331" y="1344249"/>
                  <a:pt x="4871300" y="1243293"/>
                </a:cubicBezTo>
                <a:cubicBezTo>
                  <a:pt x="4763272" y="1141694"/>
                  <a:pt x="4660386" y="1036235"/>
                  <a:pt x="4543354" y="942352"/>
                </a:cubicBezTo>
                <a:cubicBezTo>
                  <a:pt x="4509916" y="915344"/>
                  <a:pt x="4476478" y="886408"/>
                  <a:pt x="4427606" y="881906"/>
                </a:cubicBezTo>
                <a:cubicBezTo>
                  <a:pt x="4416676" y="880620"/>
                  <a:pt x="4405100" y="881263"/>
                  <a:pt x="4394168" y="882548"/>
                </a:cubicBezTo>
                <a:cubicBezTo>
                  <a:pt x="4381952" y="883835"/>
                  <a:pt x="4372305" y="890265"/>
                  <a:pt x="4367803" y="901197"/>
                </a:cubicBezTo>
                <a:cubicBezTo>
                  <a:pt x="4363304" y="913416"/>
                  <a:pt x="4371019" y="920488"/>
                  <a:pt x="4380021" y="926918"/>
                </a:cubicBezTo>
                <a:cubicBezTo>
                  <a:pt x="4386451" y="931420"/>
                  <a:pt x="4392881" y="938494"/>
                  <a:pt x="4401241" y="939779"/>
                </a:cubicBezTo>
                <a:cubicBezTo>
                  <a:pt x="4454614" y="947496"/>
                  <a:pt x="4474548" y="986721"/>
                  <a:pt x="4499626" y="1021444"/>
                </a:cubicBezTo>
                <a:cubicBezTo>
                  <a:pt x="4510559" y="1036235"/>
                  <a:pt x="4522132" y="1047810"/>
                  <a:pt x="4502199" y="1069029"/>
                </a:cubicBezTo>
                <a:cubicBezTo>
                  <a:pt x="4484838" y="1087677"/>
                  <a:pt x="4502841" y="1097324"/>
                  <a:pt x="4520845" y="1102469"/>
                </a:cubicBezTo>
                <a:cubicBezTo>
                  <a:pt x="4545924" y="1109541"/>
                  <a:pt x="4575503" y="1108256"/>
                  <a:pt x="4603797" y="1131405"/>
                </a:cubicBezTo>
                <a:cubicBezTo>
                  <a:pt x="4497696" y="1133334"/>
                  <a:pt x="4452684" y="1072246"/>
                  <a:pt x="4404457" y="1015657"/>
                </a:cubicBezTo>
                <a:cubicBezTo>
                  <a:pt x="4386451" y="995081"/>
                  <a:pt x="4374235" y="970645"/>
                  <a:pt x="4358802" y="947496"/>
                </a:cubicBezTo>
                <a:cubicBezTo>
                  <a:pt x="4339510" y="919203"/>
                  <a:pt x="4317003" y="917916"/>
                  <a:pt x="4288710" y="942994"/>
                </a:cubicBezTo>
                <a:cubicBezTo>
                  <a:pt x="4263632" y="965500"/>
                  <a:pt x="4251416" y="963572"/>
                  <a:pt x="4243055" y="932705"/>
                </a:cubicBezTo>
                <a:cubicBezTo>
                  <a:pt x="4230195" y="884478"/>
                  <a:pt x="4200613" y="850398"/>
                  <a:pt x="4150456" y="833036"/>
                </a:cubicBezTo>
                <a:cubicBezTo>
                  <a:pt x="4144991" y="831106"/>
                  <a:pt x="4138882" y="828052"/>
                  <a:pt x="4132854" y="827007"/>
                </a:cubicBezTo>
                <a:cubicBezTo>
                  <a:pt x="4126826" y="825962"/>
                  <a:pt x="4120878" y="826927"/>
                  <a:pt x="4115733" y="833036"/>
                </a:cubicBezTo>
                <a:cubicBezTo>
                  <a:pt x="4106731" y="843323"/>
                  <a:pt x="4114446" y="855542"/>
                  <a:pt x="4120878" y="864544"/>
                </a:cubicBezTo>
                <a:cubicBezTo>
                  <a:pt x="4132452" y="880620"/>
                  <a:pt x="4142741" y="896052"/>
                  <a:pt x="4147242" y="915344"/>
                </a:cubicBezTo>
                <a:cubicBezTo>
                  <a:pt x="4150456" y="928205"/>
                  <a:pt x="4153673" y="942352"/>
                  <a:pt x="4144669" y="951996"/>
                </a:cubicBezTo>
                <a:cubicBezTo>
                  <a:pt x="4107374" y="993151"/>
                  <a:pt x="4134382" y="1012442"/>
                  <a:pt x="4166533" y="1034306"/>
                </a:cubicBezTo>
                <a:cubicBezTo>
                  <a:pt x="4210902" y="1063886"/>
                  <a:pt x="4228266" y="1107611"/>
                  <a:pt x="4217977" y="1159698"/>
                </a:cubicBezTo>
                <a:cubicBezTo>
                  <a:pt x="4214117" y="1180919"/>
                  <a:pt x="4216690" y="1193778"/>
                  <a:pt x="4243055" y="1193136"/>
                </a:cubicBezTo>
                <a:cubicBezTo>
                  <a:pt x="4253342" y="1193136"/>
                  <a:pt x="4255915" y="1200210"/>
                  <a:pt x="4259774" y="1207925"/>
                </a:cubicBezTo>
                <a:cubicBezTo>
                  <a:pt x="4342082" y="1389905"/>
                  <a:pt x="4461044" y="1549378"/>
                  <a:pt x="4600583" y="1695991"/>
                </a:cubicBezTo>
                <a:cubicBezTo>
                  <a:pt x="4713758" y="1814953"/>
                  <a:pt x="4838507" y="1922339"/>
                  <a:pt x="4967756" y="2026512"/>
                </a:cubicBezTo>
                <a:cubicBezTo>
                  <a:pt x="4971614" y="2029727"/>
                  <a:pt x="4975473" y="2033584"/>
                  <a:pt x="4977403" y="2040014"/>
                </a:cubicBezTo>
                <a:cubicBezTo>
                  <a:pt x="4916314" y="2027155"/>
                  <a:pt x="4863586" y="2000789"/>
                  <a:pt x="4812784" y="1971210"/>
                </a:cubicBezTo>
                <a:cubicBezTo>
                  <a:pt x="4677748" y="1892760"/>
                  <a:pt x="4563930" y="1791160"/>
                  <a:pt x="4448827" y="1691489"/>
                </a:cubicBezTo>
                <a:cubicBezTo>
                  <a:pt x="4378737" y="1630400"/>
                  <a:pt x="4306715" y="1571241"/>
                  <a:pt x="4229552" y="1517227"/>
                </a:cubicBezTo>
                <a:cubicBezTo>
                  <a:pt x="4216690" y="1508223"/>
                  <a:pt x="4207687" y="1496649"/>
                  <a:pt x="4198686" y="1485074"/>
                </a:cubicBezTo>
                <a:cubicBezTo>
                  <a:pt x="4193541" y="1478645"/>
                  <a:pt x="4187111" y="1472857"/>
                  <a:pt x="4176822" y="1475430"/>
                </a:cubicBezTo>
                <a:cubicBezTo>
                  <a:pt x="4163961" y="1478645"/>
                  <a:pt x="4162675" y="1488289"/>
                  <a:pt x="4161388" y="1497936"/>
                </a:cubicBezTo>
                <a:cubicBezTo>
                  <a:pt x="4157531" y="1528801"/>
                  <a:pt x="4165890" y="1556452"/>
                  <a:pt x="4181966" y="1582816"/>
                </a:cubicBezTo>
                <a:cubicBezTo>
                  <a:pt x="4223765" y="1650334"/>
                  <a:pt x="4285495" y="1702421"/>
                  <a:pt x="4349155" y="1751935"/>
                </a:cubicBezTo>
                <a:cubicBezTo>
                  <a:pt x="4431464" y="1815596"/>
                  <a:pt x="4511200" y="1881828"/>
                  <a:pt x="4583864" y="1954492"/>
                </a:cubicBezTo>
                <a:cubicBezTo>
                  <a:pt x="4589008" y="1959636"/>
                  <a:pt x="4598653" y="1962851"/>
                  <a:pt x="4595438" y="1977640"/>
                </a:cubicBezTo>
                <a:cubicBezTo>
                  <a:pt x="4549783" y="1943560"/>
                  <a:pt x="4506699" y="1910122"/>
                  <a:pt x="4462973" y="1877969"/>
                </a:cubicBezTo>
                <a:cubicBezTo>
                  <a:pt x="4419889" y="1845818"/>
                  <a:pt x="4376162" y="1813666"/>
                  <a:pt x="4333080" y="1782158"/>
                </a:cubicBezTo>
                <a:cubicBezTo>
                  <a:pt x="4322790" y="1774441"/>
                  <a:pt x="4311858" y="1763509"/>
                  <a:pt x="4297070" y="1773155"/>
                </a:cubicBezTo>
                <a:cubicBezTo>
                  <a:pt x="4281639" y="1782800"/>
                  <a:pt x="4283566" y="1798877"/>
                  <a:pt x="4287426" y="1811736"/>
                </a:cubicBezTo>
                <a:cubicBezTo>
                  <a:pt x="4299642" y="1849676"/>
                  <a:pt x="4320864" y="1883114"/>
                  <a:pt x="4349155" y="1912694"/>
                </a:cubicBezTo>
                <a:cubicBezTo>
                  <a:pt x="4445611" y="2010436"/>
                  <a:pt x="4556856" y="2094673"/>
                  <a:pt x="4660386" y="2185984"/>
                </a:cubicBezTo>
                <a:cubicBezTo>
                  <a:pt x="4716330" y="2235499"/>
                  <a:pt x="4767772" y="2288228"/>
                  <a:pt x="4816643" y="2342884"/>
                </a:cubicBezTo>
                <a:cubicBezTo>
                  <a:pt x="4827576" y="2355104"/>
                  <a:pt x="4826931" y="2366678"/>
                  <a:pt x="4823716" y="2380824"/>
                </a:cubicBezTo>
                <a:cubicBezTo>
                  <a:pt x="4810857" y="2438056"/>
                  <a:pt x="4830791" y="2457346"/>
                  <a:pt x="4895093" y="2446415"/>
                </a:cubicBezTo>
                <a:cubicBezTo>
                  <a:pt x="4915027" y="2443198"/>
                  <a:pt x="4928532" y="2446415"/>
                  <a:pt x="4940748" y="2459917"/>
                </a:cubicBezTo>
                <a:cubicBezTo>
                  <a:pt x="5088648" y="2627107"/>
                  <a:pt x="5263553" y="2767932"/>
                  <a:pt x="5454535" y="2893324"/>
                </a:cubicBezTo>
                <a:cubicBezTo>
                  <a:pt x="5532343" y="2944123"/>
                  <a:pt x="5612723" y="2992353"/>
                  <a:pt x="5694388" y="3037365"/>
                </a:cubicBezTo>
                <a:cubicBezTo>
                  <a:pt x="5694388" y="3040580"/>
                  <a:pt x="5694388" y="3044439"/>
                  <a:pt x="5694388" y="3047654"/>
                </a:cubicBezTo>
                <a:cubicBezTo>
                  <a:pt x="5693745" y="3052154"/>
                  <a:pt x="5693102" y="3054726"/>
                  <a:pt x="5692459" y="3058585"/>
                </a:cubicBezTo>
                <a:cubicBezTo>
                  <a:pt x="5577355" y="2989137"/>
                  <a:pt x="5463536" y="2917760"/>
                  <a:pt x="5352292" y="2842525"/>
                </a:cubicBezTo>
                <a:cubicBezTo>
                  <a:pt x="5050709" y="2638683"/>
                  <a:pt x="4762627" y="2420050"/>
                  <a:pt x="4470046" y="2206561"/>
                </a:cubicBezTo>
                <a:cubicBezTo>
                  <a:pt x="4371661" y="2134541"/>
                  <a:pt x="4293855" y="2042587"/>
                  <a:pt x="4205115" y="1961564"/>
                </a:cubicBezTo>
                <a:cubicBezTo>
                  <a:pt x="4145956" y="1907550"/>
                  <a:pt x="4089368" y="1850963"/>
                  <a:pt x="4020564" y="1806593"/>
                </a:cubicBezTo>
                <a:cubicBezTo>
                  <a:pt x="3992271" y="1788587"/>
                  <a:pt x="3962691" y="1772511"/>
                  <a:pt x="3924751" y="1777013"/>
                </a:cubicBezTo>
                <a:cubicBezTo>
                  <a:pt x="3909962" y="1778943"/>
                  <a:pt x="3893242" y="1782800"/>
                  <a:pt x="3888098" y="1799519"/>
                </a:cubicBezTo>
                <a:cubicBezTo>
                  <a:pt x="3883596" y="1816238"/>
                  <a:pt x="3897100" y="1823955"/>
                  <a:pt x="3909319" y="1831028"/>
                </a:cubicBezTo>
                <a:cubicBezTo>
                  <a:pt x="3912534" y="1832957"/>
                  <a:pt x="3915749" y="1835530"/>
                  <a:pt x="3918964" y="1835530"/>
                </a:cubicBezTo>
                <a:cubicBezTo>
                  <a:pt x="3980052" y="1839387"/>
                  <a:pt x="3994199" y="1888258"/>
                  <a:pt x="4023137" y="1923626"/>
                </a:cubicBezTo>
                <a:cubicBezTo>
                  <a:pt x="4032139" y="1934558"/>
                  <a:pt x="4032781" y="1945489"/>
                  <a:pt x="4023137" y="1958349"/>
                </a:cubicBezTo>
                <a:cubicBezTo>
                  <a:pt x="4005773" y="1981498"/>
                  <a:pt x="4017992" y="1991787"/>
                  <a:pt x="4041141" y="1998217"/>
                </a:cubicBezTo>
                <a:cubicBezTo>
                  <a:pt x="4064289" y="2004648"/>
                  <a:pt x="4089368" y="2006576"/>
                  <a:pt x="4114446" y="2021367"/>
                </a:cubicBezTo>
                <a:cubicBezTo>
                  <a:pt x="4074579" y="2033584"/>
                  <a:pt x="4046928" y="2020725"/>
                  <a:pt x="4021207" y="2004648"/>
                </a:cubicBezTo>
                <a:cubicBezTo>
                  <a:pt x="3963333" y="1969281"/>
                  <a:pt x="3926038" y="1917194"/>
                  <a:pt x="3890670" y="1863823"/>
                </a:cubicBezTo>
                <a:cubicBezTo>
                  <a:pt x="3883596" y="1853534"/>
                  <a:pt x="3877809" y="1841959"/>
                  <a:pt x="3868164" y="1833600"/>
                </a:cubicBezTo>
                <a:cubicBezTo>
                  <a:pt x="3850158" y="1816881"/>
                  <a:pt x="3830867" y="1814953"/>
                  <a:pt x="3809005" y="1835530"/>
                </a:cubicBezTo>
                <a:cubicBezTo>
                  <a:pt x="3780067" y="1862537"/>
                  <a:pt x="3769780" y="1860608"/>
                  <a:pt x="3760134" y="1825885"/>
                </a:cubicBezTo>
                <a:cubicBezTo>
                  <a:pt x="3747272" y="1778943"/>
                  <a:pt x="3718336" y="1746147"/>
                  <a:pt x="3668822" y="1728786"/>
                </a:cubicBezTo>
                <a:cubicBezTo>
                  <a:pt x="3658535" y="1724927"/>
                  <a:pt x="3647603" y="1719782"/>
                  <a:pt x="3636671" y="1728142"/>
                </a:cubicBezTo>
                <a:cubicBezTo>
                  <a:pt x="3625097" y="1737788"/>
                  <a:pt x="3632812" y="1747433"/>
                  <a:pt x="3637314" y="1756437"/>
                </a:cubicBezTo>
                <a:cubicBezTo>
                  <a:pt x="3643744" y="1770583"/>
                  <a:pt x="3651461" y="1784730"/>
                  <a:pt x="3657248" y="1799519"/>
                </a:cubicBezTo>
                <a:cubicBezTo>
                  <a:pt x="3667537" y="1823312"/>
                  <a:pt x="3669467" y="1848391"/>
                  <a:pt x="3650175" y="1871539"/>
                </a:cubicBezTo>
                <a:cubicBezTo>
                  <a:pt x="3636027" y="1888258"/>
                  <a:pt x="3637314" y="1899190"/>
                  <a:pt x="3655963" y="1910765"/>
                </a:cubicBezTo>
                <a:cubicBezTo>
                  <a:pt x="3715764" y="1946775"/>
                  <a:pt x="3753704" y="1993716"/>
                  <a:pt x="3733126" y="2067022"/>
                </a:cubicBezTo>
                <a:cubicBezTo>
                  <a:pt x="3729911" y="2077311"/>
                  <a:pt x="3733770" y="2087600"/>
                  <a:pt x="3745987" y="2086956"/>
                </a:cubicBezTo>
                <a:cubicBezTo>
                  <a:pt x="3772995" y="2085028"/>
                  <a:pt x="3777495" y="2101747"/>
                  <a:pt x="3785212" y="2119109"/>
                </a:cubicBezTo>
                <a:cubicBezTo>
                  <a:pt x="3860447" y="2285655"/>
                  <a:pt x="3969120" y="2430981"/>
                  <a:pt x="4094512" y="2567305"/>
                </a:cubicBezTo>
                <a:cubicBezTo>
                  <a:pt x="4218619" y="2702344"/>
                  <a:pt x="4358159" y="2823234"/>
                  <a:pt x="4506699" y="2938980"/>
                </a:cubicBezTo>
                <a:cubicBezTo>
                  <a:pt x="4464901" y="2935122"/>
                  <a:pt x="4410886" y="2911330"/>
                  <a:pt x="4358802" y="2883679"/>
                </a:cubicBezTo>
                <a:cubicBezTo>
                  <a:pt x="4221193" y="2809730"/>
                  <a:pt x="4108016" y="2709416"/>
                  <a:pt x="3992913" y="2611032"/>
                </a:cubicBezTo>
                <a:cubicBezTo>
                  <a:pt x="3912534" y="2542227"/>
                  <a:pt x="3834084" y="2471493"/>
                  <a:pt x="3744057" y="2412332"/>
                </a:cubicBezTo>
                <a:cubicBezTo>
                  <a:pt x="3733770" y="2405903"/>
                  <a:pt x="3726696" y="2397543"/>
                  <a:pt x="3720909" y="2387254"/>
                </a:cubicBezTo>
                <a:cubicBezTo>
                  <a:pt x="3715764" y="2378252"/>
                  <a:pt x="3708047" y="2369893"/>
                  <a:pt x="3694545" y="2373750"/>
                </a:cubicBezTo>
                <a:cubicBezTo>
                  <a:pt x="3681041" y="2378252"/>
                  <a:pt x="3679754" y="2389827"/>
                  <a:pt x="3679754" y="2400116"/>
                </a:cubicBezTo>
                <a:cubicBezTo>
                  <a:pt x="3681684" y="2438698"/>
                  <a:pt x="3692615" y="2473421"/>
                  <a:pt x="3716407" y="2504287"/>
                </a:cubicBezTo>
                <a:cubicBezTo>
                  <a:pt x="3762706" y="2566020"/>
                  <a:pt x="3824437" y="2614247"/>
                  <a:pt x="3886168" y="2662474"/>
                </a:cubicBezTo>
                <a:cubicBezTo>
                  <a:pt x="3971693" y="2728707"/>
                  <a:pt x="4050787" y="2800727"/>
                  <a:pt x="4122163" y="2881107"/>
                </a:cubicBezTo>
                <a:cubicBezTo>
                  <a:pt x="4070721" y="2841882"/>
                  <a:pt x="4019277" y="2802013"/>
                  <a:pt x="3967191" y="2762788"/>
                </a:cubicBezTo>
                <a:cubicBezTo>
                  <a:pt x="3927966" y="2733209"/>
                  <a:pt x="3887455" y="2704914"/>
                  <a:pt x="3847588" y="2675978"/>
                </a:cubicBezTo>
                <a:cubicBezTo>
                  <a:pt x="3837941" y="2668905"/>
                  <a:pt x="3827652" y="2661189"/>
                  <a:pt x="3814150" y="2670833"/>
                </a:cubicBezTo>
                <a:cubicBezTo>
                  <a:pt x="3801931" y="2679193"/>
                  <a:pt x="3803861" y="2691412"/>
                  <a:pt x="3806433" y="2702986"/>
                </a:cubicBezTo>
                <a:cubicBezTo>
                  <a:pt x="3816078" y="2748641"/>
                  <a:pt x="3843086" y="2785294"/>
                  <a:pt x="3876524" y="2818089"/>
                </a:cubicBezTo>
                <a:cubicBezTo>
                  <a:pt x="3917034" y="2857314"/>
                  <a:pt x="3959476" y="2894611"/>
                  <a:pt x="4003201" y="2931907"/>
                </a:cubicBezTo>
                <a:cubicBezTo>
                  <a:pt x="3956261" y="2921618"/>
                  <a:pt x="3909319" y="2911330"/>
                  <a:pt x="3862377" y="2902971"/>
                </a:cubicBezTo>
                <a:cubicBezTo>
                  <a:pt x="3883596" y="2977562"/>
                  <a:pt x="3933110" y="2992353"/>
                  <a:pt x="3977480" y="3003927"/>
                </a:cubicBezTo>
                <a:cubicBezTo>
                  <a:pt x="4037283" y="3018716"/>
                  <a:pt x="4094512" y="3037365"/>
                  <a:pt x="4151101" y="3058585"/>
                </a:cubicBezTo>
                <a:cubicBezTo>
                  <a:pt x="4174892" y="3079805"/>
                  <a:pt x="4198686" y="3100383"/>
                  <a:pt x="4221834" y="3122245"/>
                </a:cubicBezTo>
                <a:cubicBezTo>
                  <a:pt x="4245627" y="3144753"/>
                  <a:pt x="4268133" y="3167259"/>
                  <a:pt x="4290640" y="3191050"/>
                </a:cubicBezTo>
                <a:cubicBezTo>
                  <a:pt x="4306715" y="3208411"/>
                  <a:pt x="4326007" y="3223203"/>
                  <a:pt x="4307359" y="3252781"/>
                </a:cubicBezTo>
                <a:cubicBezTo>
                  <a:pt x="4298999" y="3266285"/>
                  <a:pt x="4353655" y="3339593"/>
                  <a:pt x="4371019" y="3344093"/>
                </a:cubicBezTo>
                <a:cubicBezTo>
                  <a:pt x="4373591" y="3344735"/>
                  <a:pt x="4376162" y="3345380"/>
                  <a:pt x="4378091" y="3345380"/>
                </a:cubicBezTo>
                <a:cubicBezTo>
                  <a:pt x="4415390" y="3342808"/>
                  <a:pt x="4423749" y="3364671"/>
                  <a:pt x="4424390" y="3392322"/>
                </a:cubicBezTo>
                <a:cubicBezTo>
                  <a:pt x="4425034" y="3419328"/>
                  <a:pt x="4418604" y="3452766"/>
                  <a:pt x="4469403" y="3439262"/>
                </a:cubicBezTo>
                <a:cubicBezTo>
                  <a:pt x="4475190" y="3437977"/>
                  <a:pt x="4476478" y="3441834"/>
                  <a:pt x="4479048" y="3446336"/>
                </a:cubicBezTo>
                <a:cubicBezTo>
                  <a:pt x="4534350" y="3561439"/>
                  <a:pt x="4627590" y="3650178"/>
                  <a:pt x="4719544" y="3738917"/>
                </a:cubicBezTo>
                <a:cubicBezTo>
                  <a:pt x="4724691" y="3743419"/>
                  <a:pt x="4729833" y="3747920"/>
                  <a:pt x="4734977" y="3752421"/>
                </a:cubicBezTo>
                <a:cubicBezTo>
                  <a:pt x="4638523" y="3729915"/>
                  <a:pt x="4320218" y="3700977"/>
                  <a:pt x="4226978" y="3710624"/>
                </a:cubicBezTo>
                <a:cubicBezTo>
                  <a:pt x="4144027" y="3718984"/>
                  <a:pt x="3675254" y="3578802"/>
                  <a:pt x="3578155" y="3495850"/>
                </a:cubicBezTo>
                <a:cubicBezTo>
                  <a:pt x="3564651" y="3560796"/>
                  <a:pt x="3593587" y="3586517"/>
                  <a:pt x="3616738" y="3616098"/>
                </a:cubicBezTo>
                <a:cubicBezTo>
                  <a:pt x="3649531" y="3657895"/>
                  <a:pt x="3654676" y="3687475"/>
                  <a:pt x="3592944" y="3720913"/>
                </a:cubicBezTo>
                <a:cubicBezTo>
                  <a:pt x="3416109" y="3816082"/>
                  <a:pt x="3418038" y="3819297"/>
                  <a:pt x="3583942" y="3948546"/>
                </a:cubicBezTo>
                <a:cubicBezTo>
                  <a:pt x="3591659" y="3954335"/>
                  <a:pt x="3587800" y="3972982"/>
                  <a:pt x="3589730" y="3985844"/>
                </a:cubicBezTo>
                <a:cubicBezTo>
                  <a:pt x="3546645" y="4005135"/>
                  <a:pt x="3495846" y="3954978"/>
                  <a:pt x="3444404" y="4008992"/>
                </a:cubicBezTo>
                <a:cubicBezTo>
                  <a:pt x="3666250" y="4246272"/>
                  <a:pt x="4003845" y="4471979"/>
                  <a:pt x="4309931" y="4650101"/>
                </a:cubicBezTo>
                <a:cubicBezTo>
                  <a:pt x="4062362" y="4708617"/>
                  <a:pt x="3913819" y="4502845"/>
                  <a:pt x="3731840" y="4529209"/>
                </a:cubicBezTo>
                <a:cubicBezTo>
                  <a:pt x="3641172" y="4593512"/>
                  <a:pt x="3911247" y="4697685"/>
                  <a:pt x="3653390" y="4727908"/>
                </a:cubicBezTo>
                <a:cubicBezTo>
                  <a:pt x="3765278" y="4784495"/>
                  <a:pt x="3848230" y="4839796"/>
                  <a:pt x="3925393" y="4904742"/>
                </a:cubicBezTo>
                <a:cubicBezTo>
                  <a:pt x="4062362" y="5021132"/>
                  <a:pt x="4089368" y="5098297"/>
                  <a:pt x="4026352" y="5254555"/>
                </a:cubicBezTo>
                <a:cubicBezTo>
                  <a:pt x="3984554" y="5357440"/>
                  <a:pt x="3924108" y="5451967"/>
                  <a:pt x="3977480" y="5574787"/>
                </a:cubicBezTo>
                <a:cubicBezTo>
                  <a:pt x="4014133" y="5659024"/>
                  <a:pt x="3999986" y="5714325"/>
                  <a:pt x="3861090" y="5676385"/>
                </a:cubicBezTo>
                <a:cubicBezTo>
                  <a:pt x="3711264" y="5635875"/>
                  <a:pt x="3654676" y="5711753"/>
                  <a:pt x="3692615" y="5859008"/>
                </a:cubicBezTo>
                <a:cubicBezTo>
                  <a:pt x="3717051" y="5953535"/>
                  <a:pt x="3691328" y="5983115"/>
                  <a:pt x="3588443" y="5972183"/>
                </a:cubicBezTo>
                <a:cubicBezTo>
                  <a:pt x="3474625" y="5959965"/>
                  <a:pt x="3366596" y="5898233"/>
                  <a:pt x="3225771" y="5927814"/>
                </a:cubicBezTo>
                <a:cubicBezTo>
                  <a:pt x="3338301" y="6100148"/>
                  <a:pt x="3578798" y="6051276"/>
                  <a:pt x="3709977" y="6215251"/>
                </a:cubicBezTo>
                <a:cubicBezTo>
                  <a:pt x="3553719" y="6215893"/>
                  <a:pt x="3434115" y="6215251"/>
                  <a:pt x="3318367" y="6179240"/>
                </a:cubicBezTo>
                <a:cubicBezTo>
                  <a:pt x="3270140" y="6164451"/>
                  <a:pt x="3217411" y="6149662"/>
                  <a:pt x="3190403" y="6199174"/>
                </a:cubicBezTo>
                <a:cubicBezTo>
                  <a:pt x="3158252" y="6258978"/>
                  <a:pt x="3223841" y="6281484"/>
                  <a:pt x="3263066" y="6292415"/>
                </a:cubicBezTo>
                <a:cubicBezTo>
                  <a:pt x="3373669" y="6322638"/>
                  <a:pt x="3458550" y="6394014"/>
                  <a:pt x="3550504" y="6449958"/>
                </a:cubicBezTo>
                <a:cubicBezTo>
                  <a:pt x="3726616" y="6557427"/>
                  <a:pt x="3917990" y="6649139"/>
                  <a:pt x="4077239" y="6805655"/>
                </a:cubicBezTo>
                <a:lnTo>
                  <a:pt x="4125813" y="6858000"/>
                </a:lnTo>
                <a:lnTo>
                  <a:pt x="4084568" y="6858000"/>
                </a:lnTo>
                <a:lnTo>
                  <a:pt x="3991456" y="6828025"/>
                </a:lnTo>
                <a:cubicBezTo>
                  <a:pt x="3846743" y="6771357"/>
                  <a:pt x="3719301" y="6699136"/>
                  <a:pt x="3569795" y="6680810"/>
                </a:cubicBezTo>
                <a:cubicBezTo>
                  <a:pt x="3613040" y="6726948"/>
                  <a:pt x="3659338" y="6769067"/>
                  <a:pt x="3707747" y="6808392"/>
                </a:cubicBezTo>
                <a:lnTo>
                  <a:pt x="377516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="" xmlns:a16="http://schemas.microsoft.com/office/drawing/2014/main" id="{9C7CADD9-5EDB-17A2-7DC1-77FFB20A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134" y="2415664"/>
            <a:ext cx="6614711" cy="32139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kern="1200" dirty="0" err="1">
                <a:latin typeface="+mn-lt"/>
              </a:rPr>
              <a:t>Ischémie</a:t>
            </a:r>
            <a:r>
              <a:rPr lang="en-US" sz="6000" b="1" kern="1200" dirty="0">
                <a:latin typeface="+mn-lt"/>
              </a:rPr>
              <a:t> </a:t>
            </a:r>
            <a:r>
              <a:rPr lang="en-US" sz="6000" b="1" kern="1200" dirty="0" err="1">
                <a:latin typeface="+mn-lt"/>
              </a:rPr>
              <a:t>aigue</a:t>
            </a:r>
            <a:r>
              <a:rPr lang="en-US" sz="6000" b="1" kern="1200" dirty="0">
                <a:latin typeface="+mn-lt"/>
              </a:rPr>
              <a:t>?</a:t>
            </a:r>
            <a:r>
              <a:rPr lang="en-US" kern="1200" dirty="0">
                <a:latin typeface="+mj-lt"/>
                <a:ea typeface="+mj-ea"/>
                <a:cs typeface="+mj-cs"/>
              </a:rPr>
              <a:t/>
            </a:r>
            <a:br>
              <a:rPr lang="en-US" kern="1200" dirty="0">
                <a:latin typeface="+mj-lt"/>
                <a:ea typeface="+mj-ea"/>
                <a:cs typeface="+mj-cs"/>
              </a:rPr>
            </a:br>
            <a:endParaRPr lang="en-US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="" xmlns:a16="http://schemas.microsoft.com/office/drawing/2014/main" id="{DB2E6BC3-657F-D841-DEE4-85579826A8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218" r="523" b="-4"/>
          <a:stretch/>
        </p:blipFill>
        <p:spPr>
          <a:xfrm>
            <a:off x="7653520" y="10"/>
            <a:ext cx="4538480" cy="2624956"/>
          </a:xfrm>
          <a:custGeom>
            <a:avLst/>
            <a:gdLst/>
            <a:ahLst/>
            <a:cxnLst/>
            <a:rect l="l" t="t" r="r" b="b"/>
            <a:pathLst>
              <a:path w="4538480" h="2624966">
                <a:moveTo>
                  <a:pt x="0" y="0"/>
                </a:moveTo>
                <a:lnTo>
                  <a:pt x="4538480" y="0"/>
                </a:lnTo>
                <a:lnTo>
                  <a:pt x="4538480" y="2278570"/>
                </a:lnTo>
                <a:lnTo>
                  <a:pt x="4520384" y="2284270"/>
                </a:lnTo>
                <a:cubicBezTo>
                  <a:pt x="3945063" y="2457853"/>
                  <a:pt x="2850619" y="2701056"/>
                  <a:pt x="1497830" y="2602030"/>
                </a:cubicBezTo>
                <a:cubicBezTo>
                  <a:pt x="1428382" y="2596885"/>
                  <a:pt x="1362793" y="2593669"/>
                  <a:pt x="1295917" y="2591098"/>
                </a:cubicBezTo>
                <a:cubicBezTo>
                  <a:pt x="852222" y="2571324"/>
                  <a:pt x="414677" y="2559146"/>
                  <a:pt x="120277" y="2541000"/>
                </a:cubicBezTo>
                <a:lnTo>
                  <a:pt x="0" y="253239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="" xmlns:p14="http://schemas.microsoft.com/office/powerpoint/2010/main" val="341569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E67DE402-AC54-7941-AAE7-D88D16A6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rgbClr val="C00000"/>
                </a:solidFill>
              </a:rPr>
              <a:t>Définition </a:t>
            </a:r>
          </a:p>
        </p:txBody>
      </p:sp>
      <p:graphicFrame>
        <p:nvGraphicFramePr>
          <p:cNvPr id="23" name="Espace réservé du contenu 2">
            <a:extLst>
              <a:ext uri="{FF2B5EF4-FFF2-40B4-BE49-F238E27FC236}">
                <a16:creationId xmlns="" xmlns:a16="http://schemas.microsoft.com/office/drawing/2014/main" id="{42A7780B-A146-45FB-90AA-EF633477D0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2849194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87718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C5E6CFF1-2F42-4E10-9A97-F116F46F53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ED9C8D96-BAF4-A941-8B56-B4DE84DF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7159" y="1152508"/>
            <a:ext cx="3869674" cy="4726276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chemeClr val="bg1"/>
                </a:solidFill>
              </a:rPr>
              <a:t>    Objectifs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="" xmlns:a16="http://schemas.microsoft.com/office/drawing/2014/main" id="{67182200-4859-4C8D-BCBB-55B245C28BA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Espace réservé du contenu 2">
            <a:extLst>
              <a:ext uri="{FF2B5EF4-FFF2-40B4-BE49-F238E27FC236}">
                <a16:creationId xmlns="" xmlns:a16="http://schemas.microsoft.com/office/drawing/2014/main" id="{3E53F6CC-8276-4F02-B368-9593A758B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78714943"/>
              </p:ext>
            </p:extLst>
          </p:nvPr>
        </p:nvGraphicFramePr>
        <p:xfrm>
          <a:off x="2847345" y="0"/>
          <a:ext cx="8792685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265979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 : coins arrondis 5">
            <a:extLst>
              <a:ext uri="{FF2B5EF4-FFF2-40B4-BE49-F238E27FC236}">
                <a16:creationId xmlns="" xmlns:a16="http://schemas.microsoft.com/office/drawing/2014/main" id="{AD58C962-33A9-4AC0-9B31-CB6CEF25C16A}"/>
              </a:ext>
            </a:extLst>
          </p:cNvPr>
          <p:cNvSpPr/>
          <p:nvPr/>
        </p:nvSpPr>
        <p:spPr>
          <a:xfrm>
            <a:off x="635479" y="318882"/>
            <a:ext cx="10840525" cy="92015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solidFill>
                  <a:schemeClr val="bg1"/>
                </a:solidFill>
                <a:ea typeface="+mn-lt"/>
                <a:cs typeface="+mn-lt"/>
              </a:rPr>
              <a:t> 1- La vascularisation du membre supérieur</a:t>
            </a:r>
            <a:endParaRPr lang="fr-FR" sz="4000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80E7A95F-BBEF-0BED-F64D-25E9B5DB8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160" y="1412325"/>
            <a:ext cx="7105338" cy="530796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06221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 : coins arrondis 5">
            <a:extLst>
              <a:ext uri="{FF2B5EF4-FFF2-40B4-BE49-F238E27FC236}">
                <a16:creationId xmlns="" xmlns:a16="http://schemas.microsoft.com/office/drawing/2014/main" id="{195670AC-D884-4309-8BF7-51E233CDD25F}"/>
              </a:ext>
            </a:extLst>
          </p:cNvPr>
          <p:cNvSpPr/>
          <p:nvPr/>
        </p:nvSpPr>
        <p:spPr>
          <a:xfrm>
            <a:off x="635479" y="671422"/>
            <a:ext cx="10840525" cy="92015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solidFill>
                  <a:schemeClr val="bg1"/>
                </a:solidFill>
                <a:ea typeface="+mn-lt"/>
                <a:cs typeface="+mn-lt"/>
              </a:rPr>
              <a:t>La vascularisation du membre inférieur</a:t>
            </a:r>
            <a:endParaRPr lang="fr-FR" sz="4000" dirty="0">
              <a:solidFill>
                <a:schemeClr val="bg1"/>
              </a:solidFill>
            </a:endParaRPr>
          </a:p>
        </p:txBody>
      </p:sp>
      <p:pic>
        <p:nvPicPr>
          <p:cNvPr id="8" name="Image 8">
            <a:extLst>
              <a:ext uri="{FF2B5EF4-FFF2-40B4-BE49-F238E27FC236}">
                <a16:creationId xmlns="" xmlns:a16="http://schemas.microsoft.com/office/drawing/2014/main" id="{4CD69219-F26E-45B2-8EB8-75734442E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989" y="1915605"/>
            <a:ext cx="4724220" cy="4565168"/>
          </a:xfrm>
          <a:prstGeom prst="rect">
            <a:avLst/>
          </a:prstGeom>
        </p:spPr>
      </p:pic>
      <p:pic>
        <p:nvPicPr>
          <p:cNvPr id="9" name="Image 10">
            <a:extLst>
              <a:ext uri="{FF2B5EF4-FFF2-40B4-BE49-F238E27FC236}">
                <a16:creationId xmlns="" xmlns:a16="http://schemas.microsoft.com/office/drawing/2014/main" id="{37BE6D4D-E24B-45B2-841D-B6F01E95B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601" y="1985803"/>
            <a:ext cx="3550129" cy="459338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43674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609670" y="2269474"/>
            <a:ext cx="10808896" cy="181588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CA" sz="32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2-Expliquer les mécanismes </a:t>
            </a:r>
            <a:r>
              <a:rPr lang="fr-CA" sz="3200" dirty="0" err="1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étio</a:t>
            </a:r>
            <a:r>
              <a:rPr lang="fr-CA" sz="32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-pathogéniques aboutissant à une ischémie aiguë des membres</a:t>
            </a:r>
          </a:p>
          <a:p>
            <a:pPr algn="ctr"/>
            <a:endParaRPr lang="fr-CA" sz="2400" b="1" dirty="0">
              <a:ea typeface="+mn-lt"/>
              <a:cs typeface="+mn-lt"/>
            </a:endParaRPr>
          </a:p>
          <a:p>
            <a:pPr algn="ctr"/>
            <a:r>
              <a:rPr lang="en-US" sz="2400" b="1" dirty="0">
                <a:ea typeface="+mn-lt"/>
                <a:cs typeface="+mn-lt"/>
              </a:rPr>
              <a:t> </a:t>
            </a:r>
            <a:endParaRPr lang="fr-FR" sz="3200" dirty="0"/>
          </a:p>
        </p:txBody>
      </p:sp>
    </p:spTree>
    <p:extLst>
      <p:ext uri="{BB962C8B-B14F-4D97-AF65-F5344CB8AC3E}">
        <p14:creationId xmlns="" xmlns:p14="http://schemas.microsoft.com/office/powerpoint/2010/main" val="385385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a typeface="+mn-lt"/>
                <a:cs typeface="+mn-lt"/>
              </a:rPr>
              <a:t>-  Les </a:t>
            </a:r>
            <a:r>
              <a:rPr lang="en-US" b="1" dirty="0" err="1" smtClean="0">
                <a:ea typeface="+mn-lt"/>
                <a:cs typeface="+mn-lt"/>
              </a:rPr>
              <a:t>ischémies</a:t>
            </a:r>
            <a:r>
              <a:rPr lang="en-US" b="1" dirty="0" smtClean="0">
                <a:ea typeface="+mn-lt"/>
                <a:cs typeface="+mn-lt"/>
              </a:rPr>
              <a:t> </a:t>
            </a:r>
            <a:r>
              <a:rPr lang="en-US" b="1" dirty="0" err="1" smtClean="0">
                <a:ea typeface="+mn-lt"/>
                <a:cs typeface="+mn-lt"/>
              </a:rPr>
              <a:t>aigues</a:t>
            </a:r>
            <a:r>
              <a:rPr lang="en-US" b="1" dirty="0" smtClean="0">
                <a:ea typeface="+mn-lt"/>
                <a:cs typeface="+mn-lt"/>
              </a:rPr>
              <a:t> </a:t>
            </a:r>
            <a:r>
              <a:rPr lang="en-US" b="1" dirty="0" err="1" smtClean="0">
                <a:ea typeface="+mn-lt"/>
                <a:cs typeface="+mn-lt"/>
              </a:rPr>
              <a:t>emboliques</a:t>
            </a:r>
            <a:r>
              <a:rPr lang="en-US" b="1" dirty="0" smtClean="0">
                <a:ea typeface="+mn-lt"/>
                <a:cs typeface="+mn-lt"/>
              </a:rPr>
              <a:t> :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9845494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a typeface="+mn-lt"/>
                <a:cs typeface="+mn-lt"/>
              </a:rPr>
              <a:t>-  Les </a:t>
            </a:r>
            <a:r>
              <a:rPr lang="en-US" b="1" dirty="0" err="1" smtClean="0">
                <a:ea typeface="+mn-lt"/>
                <a:cs typeface="+mn-lt"/>
              </a:rPr>
              <a:t>ischémies</a:t>
            </a:r>
            <a:r>
              <a:rPr lang="en-US" b="1" dirty="0" smtClean="0">
                <a:ea typeface="+mn-lt"/>
                <a:cs typeface="+mn-lt"/>
              </a:rPr>
              <a:t> </a:t>
            </a:r>
            <a:r>
              <a:rPr lang="en-US" b="1" dirty="0" err="1" smtClean="0">
                <a:ea typeface="+mn-lt"/>
                <a:cs typeface="+mn-lt"/>
              </a:rPr>
              <a:t>aigues</a:t>
            </a:r>
            <a:r>
              <a:rPr lang="en-US" b="1" dirty="0" smtClean="0">
                <a:ea typeface="+mn-lt"/>
                <a:cs typeface="+mn-lt"/>
              </a:rPr>
              <a:t> </a:t>
            </a:r>
            <a:r>
              <a:rPr lang="en-US" b="1" dirty="0" err="1" smtClean="0">
                <a:ea typeface="+mn-lt"/>
                <a:cs typeface="+mn-lt"/>
              </a:rPr>
              <a:t>emboliques</a:t>
            </a:r>
            <a:r>
              <a:rPr lang="en-US" b="1" dirty="0" smtClean="0">
                <a:ea typeface="+mn-lt"/>
                <a:cs typeface="+mn-lt"/>
              </a:rPr>
              <a:t> :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9845494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ea typeface="+mn-lt"/>
                <a:cs typeface="+mn-lt"/>
              </a:rPr>
              <a:t> Les cardiopathies qui </a:t>
            </a:r>
            <a:r>
              <a:rPr lang="en-US" sz="3200" b="1" dirty="0" err="1">
                <a:ea typeface="+mn-lt"/>
                <a:cs typeface="+mn-lt"/>
              </a:rPr>
              <a:t>peuvent</a:t>
            </a:r>
            <a:r>
              <a:rPr lang="en-US" sz="3200" b="1" dirty="0">
                <a:ea typeface="+mn-lt"/>
                <a:cs typeface="+mn-lt"/>
              </a:rPr>
              <a:t> se    </a:t>
            </a:r>
          </a:p>
          <a:p>
            <a:r>
              <a:rPr lang="en-US" sz="3200" b="1" dirty="0" err="1">
                <a:ea typeface="+mn-lt"/>
                <a:cs typeface="+mn-lt"/>
              </a:rPr>
              <a:t>compliquer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d'ischémie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aigue</a:t>
            </a:r>
            <a:r>
              <a:rPr lang="en-US" sz="3200" b="1" dirty="0">
                <a:ea typeface="+mn-lt"/>
                <a:cs typeface="+mn-lt"/>
              </a:rPr>
              <a:t> des </a:t>
            </a:r>
            <a:r>
              <a:rPr lang="en-US" sz="3200" b="1" dirty="0" err="1">
                <a:ea typeface="+mn-lt"/>
                <a:cs typeface="+mn-lt"/>
              </a:rPr>
              <a:t>membres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sont</a:t>
            </a:r>
            <a:r>
              <a:rPr lang="en-US" sz="3200" b="1" dirty="0">
                <a:ea typeface="+mn-lt"/>
                <a:cs typeface="+mn-lt"/>
              </a:rPr>
              <a:t> : </a:t>
            </a:r>
            <a:endParaRPr lang="fr-FR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02767"/>
          <a:ext cx="10337321" cy="4477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424484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ea typeface="+mn-lt"/>
                <a:cs typeface="+mn-lt"/>
              </a:rPr>
              <a:t> Les cardiopathies qui </a:t>
            </a:r>
            <a:r>
              <a:rPr lang="en-US" sz="3200" b="1" dirty="0" err="1">
                <a:ea typeface="+mn-lt"/>
                <a:cs typeface="+mn-lt"/>
              </a:rPr>
              <a:t>peuvent</a:t>
            </a:r>
            <a:r>
              <a:rPr lang="en-US" sz="3200" b="1" dirty="0">
                <a:ea typeface="+mn-lt"/>
                <a:cs typeface="+mn-lt"/>
              </a:rPr>
              <a:t> se    </a:t>
            </a:r>
          </a:p>
          <a:p>
            <a:r>
              <a:rPr lang="en-US" sz="3200" b="1" dirty="0" err="1">
                <a:ea typeface="+mn-lt"/>
                <a:cs typeface="+mn-lt"/>
              </a:rPr>
              <a:t>compliquer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d'ischémie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aigue</a:t>
            </a:r>
            <a:r>
              <a:rPr lang="en-US" sz="3200" b="1" dirty="0">
                <a:ea typeface="+mn-lt"/>
                <a:cs typeface="+mn-lt"/>
              </a:rPr>
              <a:t> des </a:t>
            </a:r>
            <a:r>
              <a:rPr lang="en-US" sz="3200" b="1" dirty="0" err="1">
                <a:ea typeface="+mn-lt"/>
                <a:cs typeface="+mn-lt"/>
              </a:rPr>
              <a:t>membres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sont</a:t>
            </a:r>
            <a:r>
              <a:rPr lang="en-US" sz="3200" b="1" dirty="0">
                <a:ea typeface="+mn-lt"/>
                <a:cs typeface="+mn-lt"/>
              </a:rPr>
              <a:t> : </a:t>
            </a:r>
            <a:endParaRPr lang="fr-FR" dirty="0">
              <a:cs typeface="Calibri"/>
            </a:endParaRPr>
          </a:p>
        </p:txBody>
      </p:sp>
      <p:graphicFrame>
        <p:nvGraphicFramePr>
          <p:cNvPr id="6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ea typeface="+mn-lt"/>
                <a:cs typeface="+mn-lt"/>
              </a:rPr>
              <a:t> </a:t>
            </a:r>
            <a:r>
              <a:rPr lang="en-US" sz="3200" b="1" dirty="0">
                <a:ea typeface="+mn-lt"/>
                <a:cs typeface="+mn-lt"/>
              </a:rPr>
              <a:t>Parmi les causes de thromboses </a:t>
            </a:r>
            <a:r>
              <a:rPr lang="en-US" sz="3200" b="1" dirty="0" err="1">
                <a:ea typeface="+mn-lt"/>
                <a:cs typeface="+mn-lt"/>
              </a:rPr>
              <a:t>aigues</a:t>
            </a:r>
            <a:r>
              <a:rPr lang="en-US" sz="3200" b="1" dirty="0">
                <a:ea typeface="+mn-lt"/>
                <a:cs typeface="+mn-lt"/>
              </a:rPr>
              <a:t> sur </a:t>
            </a:r>
            <a:r>
              <a:rPr lang="en-US" sz="3200" b="1" dirty="0" err="1">
                <a:ea typeface="+mn-lt"/>
                <a:cs typeface="+mn-lt"/>
              </a:rPr>
              <a:t>artères</a:t>
            </a:r>
            <a:r>
              <a:rPr lang="en-US" sz="3200" b="1" dirty="0">
                <a:ea typeface="+mn-lt"/>
                <a:cs typeface="+mn-lt"/>
              </a:rPr>
              <a:t> saines, on </a:t>
            </a:r>
            <a:r>
              <a:rPr lang="en-US" sz="3200" b="1" dirty="0" err="1">
                <a:ea typeface="+mn-lt"/>
                <a:cs typeface="+mn-lt"/>
              </a:rPr>
              <a:t>peut</a:t>
            </a:r>
            <a:r>
              <a:rPr lang="en-US" sz="3200" b="1" dirty="0">
                <a:ea typeface="+mn-lt"/>
                <a:cs typeface="+mn-lt"/>
              </a:rPr>
              <a:t> citer : </a:t>
            </a:r>
            <a:endParaRPr lang="fr-FR" b="1" dirty="0"/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02767"/>
          <a:ext cx="10337321" cy="4477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72466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787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ea typeface="+mn-lt"/>
                <a:cs typeface="+mn-lt"/>
              </a:rPr>
              <a:t> </a:t>
            </a:r>
            <a:r>
              <a:rPr lang="en-US" sz="3200" b="1" dirty="0">
                <a:latin typeface="+mn-lt"/>
                <a:ea typeface="+mn-ea"/>
                <a:cs typeface="+mn-cs"/>
              </a:rPr>
              <a:t>Parmi les causes de thromboses </a:t>
            </a:r>
            <a:r>
              <a:rPr lang="en-US" sz="3200" b="1" dirty="0" err="1">
                <a:latin typeface="+mn-lt"/>
                <a:ea typeface="+mn-ea"/>
                <a:cs typeface="+mn-cs"/>
              </a:rPr>
              <a:t>aigues</a:t>
            </a:r>
            <a:r>
              <a:rPr lang="en-US" sz="3200" b="1" dirty="0">
                <a:latin typeface="+mn-lt"/>
                <a:ea typeface="+mn-ea"/>
                <a:cs typeface="+mn-cs"/>
              </a:rPr>
              <a:t> sur </a:t>
            </a:r>
            <a:r>
              <a:rPr lang="en-US" sz="3200" b="1" dirty="0" err="1">
                <a:latin typeface="+mn-lt"/>
                <a:ea typeface="+mn-ea"/>
                <a:cs typeface="+mn-cs"/>
              </a:rPr>
              <a:t>artères</a:t>
            </a:r>
            <a:r>
              <a:rPr lang="en-US" sz="3200" b="1" dirty="0">
                <a:latin typeface="+mn-lt"/>
                <a:ea typeface="+mn-ea"/>
                <a:cs typeface="+mn-cs"/>
              </a:rPr>
              <a:t> saines, on </a:t>
            </a:r>
            <a:r>
              <a:rPr lang="en-US" sz="3200" b="1" dirty="0" err="1">
                <a:latin typeface="+mn-lt"/>
                <a:ea typeface="+mn-ea"/>
                <a:cs typeface="+mn-cs"/>
              </a:rPr>
              <a:t>peut</a:t>
            </a:r>
            <a:r>
              <a:rPr lang="en-US" sz="3200" b="1" dirty="0">
                <a:latin typeface="+mn-lt"/>
                <a:ea typeface="+mn-ea"/>
                <a:cs typeface="+mn-cs"/>
              </a:rPr>
              <a:t> citer : </a:t>
            </a:r>
            <a:endParaRPr lang="fr-FR" sz="32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200" b="1" dirty="0" smtClean="0">
                <a:latin typeface="+mn-lt"/>
                <a:ea typeface="+mn-ea"/>
                <a:cs typeface="+mn-cs"/>
              </a:rPr>
              <a:t>La principale complication vasculaire d’une luxation du genou est :</a:t>
            </a:r>
            <a:endParaRPr lang="fr-FR" sz="32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200" b="1" dirty="0" smtClean="0">
                <a:latin typeface="+mn-lt"/>
                <a:ea typeface="+mn-ea"/>
                <a:cs typeface="+mn-cs"/>
              </a:rPr>
              <a:t>La principale complication vasculaire d’une luxation du genou est :</a:t>
            </a:r>
            <a:endParaRPr lang="fr-FR" sz="32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b="1" dirty="0" smtClean="0"/>
              <a:t> 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CA" sz="3600" b="1" dirty="0" smtClean="0">
                <a:latin typeface="+mn-lt"/>
                <a:ea typeface="+mn-ea"/>
                <a:cs typeface="+mn-cs"/>
              </a:rPr>
              <a:t> La ou lesquelles des affections suivantes peut ou peuvent se compliquer d’une ischémie aigue de mécanisme thrombotique ?</a:t>
            </a:r>
            <a:r>
              <a:rPr lang="fr-CA" b="1" dirty="0" smtClean="0"/>
              <a:t> 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b="1" dirty="0" smtClean="0"/>
              <a:t> 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CA" sz="3600" b="1" dirty="0" smtClean="0">
                <a:latin typeface="+mn-lt"/>
                <a:ea typeface="+mn-ea"/>
                <a:cs typeface="+mn-cs"/>
              </a:rPr>
              <a:t>10- La ou lesquelles des affections suivantes peut ou peuvent se compliquer d’une ischémie aigue de mécanisme thrombotique ?</a:t>
            </a:r>
            <a:r>
              <a:rPr lang="fr-CA" b="1" dirty="0" smtClean="0"/>
              <a:t> 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/>
              <a:t> Devant un tableau confirmé d'ischémie aiguë d'un membre inférieur, on retient en faveur d'une étiologie athéromateuse: </a:t>
            </a:r>
            <a:endParaRPr lang="fr-FR" sz="3200" dirty="0"/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74654"/>
          <a:ext cx="10337321" cy="4405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67971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/>
              <a:t> </a:t>
            </a:r>
            <a:r>
              <a:rPr lang="fr-FR" sz="3200" b="1" dirty="0">
                <a:latin typeface="+mn-lt"/>
                <a:ea typeface="+mn-ea"/>
                <a:cs typeface="+mn-cs"/>
              </a:rPr>
              <a:t>Devant un tableau confirmé d'ischémie aiguë d'un membre inférieur, on retient en faveur d'une étiologie athéromateuse: </a:t>
            </a:r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5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/>
              <a:t> Dans les ischémies aigues, les arguments en faveur d’une thrombose athéromateuse sont : </a:t>
            </a:r>
          </a:p>
          <a:p>
            <a:endParaRPr lang="fr-FR" sz="3200" b="1" dirty="0">
              <a:cs typeface="Calibri"/>
            </a:endParaRPr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74654"/>
          <a:ext cx="10337321" cy="4405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53794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/>
              <a:t> </a:t>
            </a:r>
            <a:r>
              <a:rPr lang="fr-FR" sz="3200" b="1" dirty="0">
                <a:latin typeface="+mn-lt"/>
                <a:ea typeface="+mn-ea"/>
                <a:cs typeface="+mn-cs"/>
              </a:rPr>
              <a:t>Dans les ischémies aigues, les arguments en faveur d’une thrombose athéromateuse sont : </a:t>
            </a:r>
          </a:p>
          <a:p>
            <a:endParaRPr lang="fr-FR" sz="3200" b="1" dirty="0">
              <a:cs typeface="Calibri"/>
            </a:endParaRPr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5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200" b="1" dirty="0" smtClean="0">
                <a:latin typeface="+mn-lt"/>
                <a:ea typeface="+mn-ea"/>
                <a:cs typeface="+mn-cs"/>
              </a:rPr>
              <a:t>La ou lesquelles des affections suivantes peut ou peuvent se compliquer d’une ischémie aigue des membres ? </a:t>
            </a:r>
            <a:endParaRPr lang="fr-FR" sz="32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200" b="1" dirty="0" smtClean="0">
                <a:latin typeface="+mn-lt"/>
                <a:ea typeface="+mn-ea"/>
                <a:cs typeface="+mn-cs"/>
              </a:rPr>
              <a:t>La ou lesquelles des affections suivantes peut ou peuvent se compliquer d’une ischémie aigue des membres ? </a:t>
            </a:r>
            <a:endParaRPr lang="fr-FR" sz="32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Diagramme 8">
            <a:extLst>
              <a:ext uri="{FF2B5EF4-FFF2-40B4-BE49-F238E27FC236}">
                <a16:creationId xmlns="" xmlns:a16="http://schemas.microsoft.com/office/drawing/2014/main" id="{461018CA-E933-4048-8269-557DF91DFC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064104111"/>
              </p:ext>
            </p:extLst>
          </p:nvPr>
        </p:nvGraphicFramePr>
        <p:xfrm>
          <a:off x="561860" y="1825625"/>
          <a:ext cx="1079194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 : coins arrondis 5">
            <a:extLst>
              <a:ext uri="{FF2B5EF4-FFF2-40B4-BE49-F238E27FC236}">
                <a16:creationId xmlns="" xmlns:a16="http://schemas.microsoft.com/office/drawing/2014/main" id="{0CDEA161-29F8-4CBB-8575-38BD04229726}"/>
              </a:ext>
            </a:extLst>
          </p:cNvPr>
          <p:cNvSpPr/>
          <p:nvPr/>
        </p:nvSpPr>
        <p:spPr>
          <a:xfrm>
            <a:off x="635479" y="671422"/>
            <a:ext cx="10840525" cy="920150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cs typeface="Calibri"/>
              </a:rPr>
              <a:t>2-Ethiopathogénie</a:t>
            </a:r>
            <a:endParaRPr lang="fr-FR" sz="4000" dirty="0"/>
          </a:p>
        </p:txBody>
      </p:sp>
    </p:spTree>
    <p:extLst>
      <p:ext uri="{BB962C8B-B14F-4D97-AF65-F5344CB8AC3E}">
        <p14:creationId xmlns="" xmlns:p14="http://schemas.microsoft.com/office/powerpoint/2010/main" val="2009517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me 6">
            <a:extLst>
              <a:ext uri="{FF2B5EF4-FFF2-40B4-BE49-F238E27FC236}">
                <a16:creationId xmlns="" xmlns:a16="http://schemas.microsoft.com/office/drawing/2014/main" id="{662EDEAC-DC41-441A-986B-50F47D0B5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37942203"/>
              </p:ext>
            </p:extLst>
          </p:nvPr>
        </p:nvGraphicFramePr>
        <p:xfrm>
          <a:off x="625465" y="2166910"/>
          <a:ext cx="10981824" cy="410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70" name="ZoneTexte 769">
            <a:extLst>
              <a:ext uri="{FF2B5EF4-FFF2-40B4-BE49-F238E27FC236}">
                <a16:creationId xmlns="" xmlns:a16="http://schemas.microsoft.com/office/drawing/2014/main" id="{250C1D2C-69A6-47D5-BC6A-BF2EDB437104}"/>
              </a:ext>
            </a:extLst>
          </p:cNvPr>
          <p:cNvSpPr txBox="1"/>
          <p:nvPr/>
        </p:nvSpPr>
        <p:spPr>
          <a:xfrm>
            <a:off x="567548" y="725698"/>
            <a:ext cx="1093829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000" dirty="0">
                <a:cs typeface="Calibri"/>
              </a:rPr>
              <a:t>Embolie</a:t>
            </a:r>
            <a:endParaRPr lang="fr-FR" dirty="0"/>
          </a:p>
        </p:txBody>
      </p:sp>
      <p:sp>
        <p:nvSpPr>
          <p:cNvPr id="6" name="Rectangle : coins arrondis 25">
            <a:extLst>
              <a:ext uri="{FF2B5EF4-FFF2-40B4-BE49-F238E27FC236}">
                <a16:creationId xmlns="" xmlns:a16="http://schemas.microsoft.com/office/drawing/2014/main" id="{D8A0FAE8-A711-4A9B-B045-08230CC60B43}"/>
              </a:ext>
            </a:extLst>
          </p:cNvPr>
          <p:cNvSpPr/>
          <p:nvPr/>
        </p:nvSpPr>
        <p:spPr>
          <a:xfrm>
            <a:off x="4002969" y="548089"/>
            <a:ext cx="3951209" cy="1181559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dirty="0">
                <a:cs typeface="Calibri"/>
              </a:rPr>
              <a:t>Embolie</a:t>
            </a:r>
            <a:endParaRPr lang="fr-FR" sz="5400" dirty="0"/>
          </a:p>
        </p:txBody>
      </p:sp>
    </p:spTree>
    <p:extLst>
      <p:ext uri="{BB962C8B-B14F-4D97-AF65-F5344CB8AC3E}">
        <p14:creationId xmlns="" xmlns:p14="http://schemas.microsoft.com/office/powerpoint/2010/main" val="661569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="" xmlns:a16="http://schemas.microsoft.com/office/drawing/2014/main" id="{82BAD161-A84E-4D9E-A79B-A2AD1B8475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1109961890"/>
              </p:ext>
            </p:extLst>
          </p:nvPr>
        </p:nvGraphicFramePr>
        <p:xfrm>
          <a:off x="799344" y="2184466"/>
          <a:ext cx="10711908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0" name="ZoneTexte 39">
            <a:extLst>
              <a:ext uri="{FF2B5EF4-FFF2-40B4-BE49-F238E27FC236}">
                <a16:creationId xmlns="" xmlns:a16="http://schemas.microsoft.com/office/drawing/2014/main" id="{C9A3EDEB-B39D-4D91-B445-43F513EA5EC7}"/>
              </a:ext>
            </a:extLst>
          </p:cNvPr>
          <p:cNvSpPr txBox="1"/>
          <p:nvPr/>
        </p:nvSpPr>
        <p:spPr>
          <a:xfrm>
            <a:off x="4206815" y="770626"/>
            <a:ext cx="3505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5400" dirty="0">
                <a:solidFill>
                  <a:schemeClr val="bg1">
                    <a:lumMod val="95000"/>
                  </a:schemeClr>
                </a:solidFill>
                <a:cs typeface="Calibri"/>
              </a:rPr>
              <a:t>Thrombose</a:t>
            </a:r>
          </a:p>
        </p:txBody>
      </p:sp>
      <p:sp>
        <p:nvSpPr>
          <p:cNvPr id="7" name="Rectangle : coins arrondis 25">
            <a:extLst>
              <a:ext uri="{FF2B5EF4-FFF2-40B4-BE49-F238E27FC236}">
                <a16:creationId xmlns="" xmlns:a16="http://schemas.microsoft.com/office/drawing/2014/main" id="{D8A0FAE8-A711-4A9B-B045-08230CC60B43}"/>
              </a:ext>
            </a:extLst>
          </p:cNvPr>
          <p:cNvSpPr/>
          <p:nvPr/>
        </p:nvSpPr>
        <p:spPr>
          <a:xfrm>
            <a:off x="4109291" y="297455"/>
            <a:ext cx="3745735" cy="155337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5400" dirty="0">
                <a:cs typeface="Calibri"/>
              </a:rPr>
              <a:t>thrombose</a:t>
            </a:r>
            <a:endParaRPr lang="fr-FR" sz="5400" dirty="0"/>
          </a:p>
        </p:txBody>
      </p:sp>
    </p:spTree>
    <p:extLst>
      <p:ext uri="{BB962C8B-B14F-4D97-AF65-F5344CB8AC3E}">
        <p14:creationId xmlns="" xmlns:p14="http://schemas.microsoft.com/office/powerpoint/2010/main" val="328738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664754" y="2743200"/>
            <a:ext cx="10808896" cy="200054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4000" b="1" dirty="0" smtClean="0">
              <a:ea typeface="+mn-lt"/>
              <a:cs typeface="+mn-lt"/>
            </a:endParaRPr>
          </a:p>
          <a:p>
            <a:pPr algn="ctr"/>
            <a:r>
              <a:rPr lang="en-US" sz="4400" b="1" dirty="0">
                <a:ea typeface="+mn-lt"/>
                <a:cs typeface="+mn-lt"/>
              </a:rPr>
              <a:t> </a:t>
            </a:r>
            <a:r>
              <a:rPr lang="fr-CA" sz="4400" dirty="0">
                <a:solidFill>
                  <a:schemeClr val="bg2"/>
                </a:solidFill>
              </a:rPr>
              <a:t>3- Physiopathologie </a:t>
            </a:r>
            <a:r>
              <a:rPr lang="fr-CA" sz="4400" dirty="0" smtClean="0">
                <a:solidFill>
                  <a:schemeClr val="bg2"/>
                </a:solidFill>
              </a:rPr>
              <a:t>:</a:t>
            </a:r>
            <a:endParaRPr lang="fr-CA" sz="4000" dirty="0" smtClean="0">
              <a:solidFill>
                <a:schemeClr val="bg2"/>
              </a:solidFill>
            </a:endParaRPr>
          </a:p>
          <a:p>
            <a:pPr algn="ctr"/>
            <a:r>
              <a:rPr lang="fr-CA" sz="4000" dirty="0" smtClean="0">
                <a:solidFill>
                  <a:schemeClr val="bg2"/>
                </a:solidFill>
              </a:rPr>
              <a:t> </a:t>
            </a:r>
            <a:endParaRPr lang="fr-CA" sz="4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741872" y="286603"/>
            <a:ext cx="1080889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Concernant</a:t>
            </a:r>
            <a:r>
              <a:rPr lang="en-US" sz="3200" b="1" dirty="0">
                <a:ea typeface="+mn-lt"/>
                <a:cs typeface="+mn-lt"/>
              </a:rPr>
              <a:t> les </a:t>
            </a:r>
            <a:r>
              <a:rPr lang="en-US" sz="3200" b="1" dirty="0" err="1">
                <a:ea typeface="+mn-lt"/>
                <a:cs typeface="+mn-lt"/>
              </a:rPr>
              <a:t>conséquences</a:t>
            </a:r>
            <a:r>
              <a:rPr lang="en-US" sz="3200" b="1" dirty="0">
                <a:ea typeface="+mn-lt"/>
                <a:cs typeface="+mn-lt"/>
              </a:rPr>
              <a:t> de </a:t>
            </a:r>
            <a:r>
              <a:rPr lang="en-US" sz="3200" b="1" dirty="0" err="1">
                <a:ea typeface="+mn-lt"/>
                <a:cs typeface="+mn-lt"/>
              </a:rPr>
              <a:t>l'interruption</a:t>
            </a:r>
            <a:r>
              <a:rPr lang="en-US" sz="3200" b="1" dirty="0">
                <a:ea typeface="+mn-lt"/>
                <a:cs typeface="+mn-lt"/>
              </a:rPr>
              <a:t> du flux </a:t>
            </a:r>
            <a:r>
              <a:rPr lang="en-US" sz="3200" b="1" dirty="0" err="1">
                <a:ea typeface="+mn-lt"/>
                <a:cs typeface="+mn-lt"/>
              </a:rPr>
              <a:t>artériel</a:t>
            </a:r>
            <a:r>
              <a:rPr lang="en-US" sz="3200" b="1" dirty="0">
                <a:ea typeface="+mn-lt"/>
                <a:cs typeface="+mn-lt"/>
              </a:rPr>
              <a:t> dans les </a:t>
            </a:r>
            <a:r>
              <a:rPr lang="en-US" sz="3200" b="1" dirty="0" err="1">
                <a:ea typeface="+mn-lt"/>
                <a:cs typeface="+mn-lt"/>
              </a:rPr>
              <a:t>ischémies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aigues</a:t>
            </a:r>
            <a:r>
              <a:rPr lang="en-US" sz="3200" b="1" dirty="0">
                <a:ea typeface="+mn-lt"/>
                <a:cs typeface="+mn-lt"/>
              </a:rPr>
              <a:t> des </a:t>
            </a:r>
            <a:r>
              <a:rPr lang="en-US" sz="3200" b="1" dirty="0" err="1">
                <a:ea typeface="+mn-lt"/>
                <a:cs typeface="+mn-lt"/>
              </a:rPr>
              <a:t>membres</a:t>
            </a:r>
            <a:r>
              <a:rPr lang="en-US" sz="3200" b="1" dirty="0">
                <a:ea typeface="+mn-lt"/>
                <a:cs typeface="+mn-lt"/>
              </a:rPr>
              <a:t> : </a:t>
            </a:r>
            <a:endParaRPr lang="fr-FR" dirty="0"/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337716428"/>
              </p:ext>
            </p:extLst>
          </p:nvPr>
        </p:nvGraphicFramePr>
        <p:xfrm>
          <a:off x="682387" y="1378424"/>
          <a:ext cx="10358651" cy="5295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06564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741872" y="286603"/>
            <a:ext cx="1080889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Concernant</a:t>
            </a:r>
            <a:r>
              <a:rPr lang="en-US" sz="3200" b="1" dirty="0">
                <a:ea typeface="+mn-lt"/>
                <a:cs typeface="+mn-lt"/>
              </a:rPr>
              <a:t> les </a:t>
            </a:r>
            <a:r>
              <a:rPr lang="en-US" sz="3200" b="1" dirty="0" err="1">
                <a:ea typeface="+mn-lt"/>
                <a:cs typeface="+mn-lt"/>
              </a:rPr>
              <a:t>conséquences</a:t>
            </a:r>
            <a:r>
              <a:rPr lang="en-US" sz="3200" b="1" dirty="0">
                <a:ea typeface="+mn-lt"/>
                <a:cs typeface="+mn-lt"/>
              </a:rPr>
              <a:t> de </a:t>
            </a:r>
            <a:r>
              <a:rPr lang="en-US" sz="3200" b="1" dirty="0" err="1">
                <a:ea typeface="+mn-lt"/>
                <a:cs typeface="+mn-lt"/>
              </a:rPr>
              <a:t>l'interruption</a:t>
            </a:r>
            <a:r>
              <a:rPr lang="en-US" sz="3200" b="1" dirty="0">
                <a:ea typeface="+mn-lt"/>
                <a:cs typeface="+mn-lt"/>
              </a:rPr>
              <a:t> du flux </a:t>
            </a:r>
            <a:r>
              <a:rPr lang="en-US" sz="3200" b="1" dirty="0" err="1">
                <a:ea typeface="+mn-lt"/>
                <a:cs typeface="+mn-lt"/>
              </a:rPr>
              <a:t>artériel</a:t>
            </a:r>
            <a:r>
              <a:rPr lang="en-US" sz="3200" b="1" dirty="0">
                <a:ea typeface="+mn-lt"/>
                <a:cs typeface="+mn-lt"/>
              </a:rPr>
              <a:t> dans les </a:t>
            </a:r>
            <a:r>
              <a:rPr lang="en-US" sz="3200" b="1" dirty="0" err="1">
                <a:ea typeface="+mn-lt"/>
                <a:cs typeface="+mn-lt"/>
              </a:rPr>
              <a:t>ischémies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aigues</a:t>
            </a:r>
            <a:r>
              <a:rPr lang="en-US" sz="3200" b="1" dirty="0">
                <a:ea typeface="+mn-lt"/>
                <a:cs typeface="+mn-lt"/>
              </a:rPr>
              <a:t> des </a:t>
            </a:r>
            <a:r>
              <a:rPr lang="en-US" sz="3200" b="1" dirty="0" err="1">
                <a:ea typeface="+mn-lt"/>
                <a:cs typeface="+mn-lt"/>
              </a:rPr>
              <a:t>membres</a:t>
            </a:r>
            <a:r>
              <a:rPr lang="en-US" sz="3200" b="1" dirty="0">
                <a:ea typeface="+mn-lt"/>
                <a:cs typeface="+mn-lt"/>
              </a:rPr>
              <a:t> : </a:t>
            </a:r>
            <a:endParaRPr lang="fr-FR" dirty="0"/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337716428"/>
              </p:ext>
            </p:extLst>
          </p:nvPr>
        </p:nvGraphicFramePr>
        <p:xfrm>
          <a:off x="682387" y="1378424"/>
          <a:ext cx="10358651" cy="5295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06564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CA" sz="2800" b="1" dirty="0" err="1" smtClean="0">
                <a:latin typeface="+mn-lt"/>
              </a:rPr>
              <a:t>Pami</a:t>
            </a:r>
            <a:r>
              <a:rPr lang="fr-CA" sz="2800" b="1" dirty="0" smtClean="0">
                <a:latin typeface="+mn-lt"/>
              </a:rPr>
              <a:t> les propositions suivantes, la ou lesquelles retenez-vous concernant le syndrome de </a:t>
            </a:r>
            <a:r>
              <a:rPr lang="fr-CA" sz="2800" b="1" dirty="0" err="1" smtClean="0">
                <a:latin typeface="+mn-lt"/>
              </a:rPr>
              <a:t>dévascularisation</a:t>
            </a:r>
            <a:r>
              <a:rPr lang="fr-CA" sz="2800" b="1" dirty="0" smtClean="0">
                <a:latin typeface="+mn-lt"/>
              </a:rPr>
              <a:t> au cours de l’ischémie aigue des membres ? </a:t>
            </a:r>
            <a:endParaRPr lang="fr-FR" sz="2800" dirty="0">
              <a:latin typeface="+mn-lt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3377164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CA" sz="2800" b="1" dirty="0" err="1" smtClean="0">
                <a:latin typeface="+mn-lt"/>
              </a:rPr>
              <a:t>Pami</a:t>
            </a:r>
            <a:r>
              <a:rPr lang="fr-CA" sz="2800" b="1" dirty="0" smtClean="0">
                <a:latin typeface="+mn-lt"/>
              </a:rPr>
              <a:t> les propositions suivantes, la ou lesquelles retenez-vous concernant le syndrome de </a:t>
            </a:r>
            <a:r>
              <a:rPr lang="fr-CA" sz="2800" b="1" dirty="0" err="1" smtClean="0">
                <a:latin typeface="+mn-lt"/>
              </a:rPr>
              <a:t>dévascularisation</a:t>
            </a:r>
            <a:r>
              <a:rPr lang="fr-CA" sz="2800" b="1" dirty="0" smtClean="0">
                <a:latin typeface="+mn-lt"/>
              </a:rPr>
              <a:t> au cours de l’ischémie aigue des membres ? </a:t>
            </a:r>
            <a:endParaRPr lang="fr-FR" sz="2800" dirty="0">
              <a:latin typeface="+mn-lt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3377164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 : coins arrondis 3">
            <a:extLst>
              <a:ext uri="{FF2B5EF4-FFF2-40B4-BE49-F238E27FC236}">
                <a16:creationId xmlns="" xmlns:a16="http://schemas.microsoft.com/office/drawing/2014/main" id="{D87717A3-2CD7-449E-82CA-D539C669DE5A}"/>
              </a:ext>
            </a:extLst>
          </p:cNvPr>
          <p:cNvSpPr/>
          <p:nvPr/>
        </p:nvSpPr>
        <p:spPr>
          <a:xfrm>
            <a:off x="678611" y="81950"/>
            <a:ext cx="10840525" cy="92015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solidFill>
                  <a:schemeClr val="tx1"/>
                </a:solidFill>
                <a:cs typeface="Calibri"/>
              </a:rPr>
              <a:t>3-physiopathologie</a:t>
            </a:r>
            <a:endParaRPr lang="fr-FR" sz="4000" dirty="0">
              <a:solidFill>
                <a:schemeClr val="tx1"/>
              </a:solidFill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="" xmlns:a16="http://schemas.microsoft.com/office/drawing/2014/main" id="{B3B76C0A-A4DD-452F-9946-99C42BC00C7E}"/>
              </a:ext>
            </a:extLst>
          </p:cNvPr>
          <p:cNvSpPr/>
          <p:nvPr/>
        </p:nvSpPr>
        <p:spPr>
          <a:xfrm>
            <a:off x="5094922" y="1051612"/>
            <a:ext cx="1922821" cy="82125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cs typeface="Calibri"/>
              </a:rPr>
              <a:t>Anoxie tissulaire</a:t>
            </a:r>
            <a:endParaRPr lang="fr-FR" sz="2400" b="1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="" xmlns:a16="http://schemas.microsoft.com/office/drawing/2014/main" id="{5627C768-2CD2-475C-B264-A7B1BCAFDD5F}"/>
              </a:ext>
            </a:extLst>
          </p:cNvPr>
          <p:cNvSpPr/>
          <p:nvPr/>
        </p:nvSpPr>
        <p:spPr>
          <a:xfrm>
            <a:off x="2345486" y="2525202"/>
            <a:ext cx="1797168" cy="63260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cs typeface="Calibri"/>
              </a:rPr>
              <a:t>Lyse cellulaire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="" xmlns:a16="http://schemas.microsoft.com/office/drawing/2014/main" id="{41559A39-E6C7-457B-9179-9CE74664D264}"/>
              </a:ext>
            </a:extLst>
          </p:cNvPr>
          <p:cNvSpPr/>
          <p:nvPr/>
        </p:nvSpPr>
        <p:spPr>
          <a:xfrm>
            <a:off x="5163448" y="2525202"/>
            <a:ext cx="1797168" cy="63260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cs typeface="Calibri"/>
              </a:rPr>
              <a:t>Vasodilatation capillaire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="" xmlns:a16="http://schemas.microsoft.com/office/drawing/2014/main" id="{02375C87-A323-4588-9279-CD74A8D19729}"/>
              </a:ext>
            </a:extLst>
          </p:cNvPr>
          <p:cNvSpPr/>
          <p:nvPr/>
        </p:nvSpPr>
        <p:spPr>
          <a:xfrm>
            <a:off x="9462279" y="2525202"/>
            <a:ext cx="1797168" cy="76199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  <a:cs typeface="Calibri"/>
              </a:rPr>
              <a:t>Relarguage</a:t>
            </a:r>
            <a:r>
              <a:rPr lang="fr-FR" b="1" dirty="0">
                <a:solidFill>
                  <a:schemeClr val="tx1"/>
                </a:solidFill>
                <a:cs typeface="Calibri"/>
              </a:rPr>
              <a:t> de métabolites acides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="" xmlns:a16="http://schemas.microsoft.com/office/drawing/2014/main" id="{3E415A5F-449E-4397-8249-15B84F185233}"/>
              </a:ext>
            </a:extLst>
          </p:cNvPr>
          <p:cNvSpPr/>
          <p:nvPr/>
        </p:nvSpPr>
        <p:spPr>
          <a:xfrm>
            <a:off x="9462278" y="1216862"/>
            <a:ext cx="1797168" cy="63260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cs typeface="Calibri"/>
              </a:rPr>
              <a:t>Anaérobiose cellulaire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="" xmlns:a16="http://schemas.microsoft.com/office/drawing/2014/main" id="{5BFBC0C2-8DA8-4E23-ADD5-E97A6A3BCCF0}"/>
              </a:ext>
            </a:extLst>
          </p:cNvPr>
          <p:cNvSpPr/>
          <p:nvPr/>
        </p:nvSpPr>
        <p:spPr>
          <a:xfrm>
            <a:off x="2402995" y="3819164"/>
            <a:ext cx="1797168" cy="63260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cs typeface="Calibri"/>
              </a:rPr>
              <a:t>Radicaux libres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="" xmlns:a16="http://schemas.microsoft.com/office/drawing/2014/main" id="{3545243E-6509-4EE3-A797-0E145C442B02}"/>
              </a:ext>
            </a:extLst>
          </p:cNvPr>
          <p:cNvSpPr/>
          <p:nvPr/>
        </p:nvSpPr>
        <p:spPr>
          <a:xfrm>
            <a:off x="5105939" y="6119541"/>
            <a:ext cx="1897809" cy="7332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cs typeface="Calibri"/>
              </a:rPr>
              <a:t>Augmentation de la pression interstitielle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="" xmlns:a16="http://schemas.microsoft.com/office/drawing/2014/main" id="{2EAE0A5C-CF05-4FD7-8748-3F74D1EF0F71}"/>
              </a:ext>
            </a:extLst>
          </p:cNvPr>
          <p:cNvSpPr/>
          <p:nvPr/>
        </p:nvSpPr>
        <p:spPr>
          <a:xfrm>
            <a:off x="9347261" y="6076411"/>
            <a:ext cx="1797168" cy="63260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cs typeface="Calibri"/>
              </a:rPr>
              <a:t>Stase </a:t>
            </a:r>
            <a:r>
              <a:rPr lang="fr-FR" b="1" dirty="0" smtClean="0">
                <a:solidFill>
                  <a:schemeClr val="tx1"/>
                </a:solidFill>
                <a:cs typeface="Calibri"/>
              </a:rPr>
              <a:t>veineuse </a:t>
            </a:r>
            <a:r>
              <a:rPr lang="fr-FR" b="1" dirty="0">
                <a:solidFill>
                  <a:schemeClr val="tx1"/>
                </a:solidFill>
                <a:cs typeface="Calibri"/>
              </a:rPr>
              <a:t>lymphatique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="" xmlns:a16="http://schemas.microsoft.com/office/drawing/2014/main" id="{47B0B1CE-9E7C-49E9-91A9-9919136A641E}"/>
              </a:ext>
            </a:extLst>
          </p:cNvPr>
          <p:cNvSpPr/>
          <p:nvPr/>
        </p:nvSpPr>
        <p:spPr>
          <a:xfrm>
            <a:off x="1252807" y="5640637"/>
            <a:ext cx="1797168" cy="99649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cs typeface="Calibri"/>
              </a:rPr>
              <a:t>Arrêt circulatoire local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="" xmlns:a16="http://schemas.microsoft.com/office/drawing/2014/main" id="{DB56528D-9503-4F03-B1C8-E0365A045983}"/>
              </a:ext>
            </a:extLst>
          </p:cNvPr>
          <p:cNvSpPr/>
          <p:nvPr/>
        </p:nvSpPr>
        <p:spPr>
          <a:xfrm>
            <a:off x="5163448" y="4983730"/>
            <a:ext cx="1797168" cy="63260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cs typeface="Calibri"/>
              </a:rPr>
              <a:t>Œdème intra et extra cellulaire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1" name="Flèche : bas 20">
            <a:extLst>
              <a:ext uri="{FF2B5EF4-FFF2-40B4-BE49-F238E27FC236}">
                <a16:creationId xmlns="" xmlns:a16="http://schemas.microsoft.com/office/drawing/2014/main" id="{AD1596D1-1095-43BA-B616-A583EBB9137E}"/>
              </a:ext>
            </a:extLst>
          </p:cNvPr>
          <p:cNvSpPr/>
          <p:nvPr/>
        </p:nvSpPr>
        <p:spPr>
          <a:xfrm>
            <a:off x="5777304" y="1928888"/>
            <a:ext cx="517584" cy="503208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èche : bas 21">
            <a:extLst>
              <a:ext uri="{FF2B5EF4-FFF2-40B4-BE49-F238E27FC236}">
                <a16:creationId xmlns="" xmlns:a16="http://schemas.microsoft.com/office/drawing/2014/main" id="{B8C20FD8-4CF1-4A03-94EF-F490E999D0C3}"/>
              </a:ext>
            </a:extLst>
          </p:cNvPr>
          <p:cNvSpPr/>
          <p:nvPr/>
        </p:nvSpPr>
        <p:spPr>
          <a:xfrm>
            <a:off x="3045605" y="3237227"/>
            <a:ext cx="517584" cy="503208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lèche : bas 22">
            <a:extLst>
              <a:ext uri="{FF2B5EF4-FFF2-40B4-BE49-F238E27FC236}">
                <a16:creationId xmlns="" xmlns:a16="http://schemas.microsoft.com/office/drawing/2014/main" id="{CEE9C2C4-10B1-4678-83C5-C4B0C4D2F08F}"/>
              </a:ext>
            </a:extLst>
          </p:cNvPr>
          <p:cNvSpPr/>
          <p:nvPr/>
        </p:nvSpPr>
        <p:spPr>
          <a:xfrm>
            <a:off x="5834813" y="5609492"/>
            <a:ext cx="517584" cy="503208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bas 23">
            <a:extLst>
              <a:ext uri="{FF2B5EF4-FFF2-40B4-BE49-F238E27FC236}">
                <a16:creationId xmlns="" xmlns:a16="http://schemas.microsoft.com/office/drawing/2014/main" id="{A3410156-D7CC-4500-B6E8-61DF74B2E635}"/>
              </a:ext>
            </a:extLst>
          </p:cNvPr>
          <p:cNvSpPr/>
          <p:nvPr/>
        </p:nvSpPr>
        <p:spPr>
          <a:xfrm>
            <a:off x="5834813" y="4473680"/>
            <a:ext cx="517584" cy="503208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Flèche : bas 24">
            <a:extLst>
              <a:ext uri="{FF2B5EF4-FFF2-40B4-BE49-F238E27FC236}">
                <a16:creationId xmlns="" xmlns:a16="http://schemas.microsoft.com/office/drawing/2014/main" id="{FE4DBAD5-8C9B-4C94-B3E9-7ACDA10737B0}"/>
              </a:ext>
            </a:extLst>
          </p:cNvPr>
          <p:cNvSpPr/>
          <p:nvPr/>
        </p:nvSpPr>
        <p:spPr>
          <a:xfrm>
            <a:off x="5834813" y="3237227"/>
            <a:ext cx="517584" cy="503208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lèche : bas 25">
            <a:extLst>
              <a:ext uri="{FF2B5EF4-FFF2-40B4-BE49-F238E27FC236}">
                <a16:creationId xmlns="" xmlns:a16="http://schemas.microsoft.com/office/drawing/2014/main" id="{965C81EE-91CB-499D-B0C7-C1C535CA6230}"/>
              </a:ext>
            </a:extLst>
          </p:cNvPr>
          <p:cNvSpPr/>
          <p:nvPr/>
        </p:nvSpPr>
        <p:spPr>
          <a:xfrm>
            <a:off x="10104887" y="1928887"/>
            <a:ext cx="517584" cy="503208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droite 26">
            <a:extLst>
              <a:ext uri="{FF2B5EF4-FFF2-40B4-BE49-F238E27FC236}">
                <a16:creationId xmlns="" xmlns:a16="http://schemas.microsoft.com/office/drawing/2014/main" id="{B09C93E0-03B2-4644-87D2-D3B03ADCE9B0}"/>
              </a:ext>
            </a:extLst>
          </p:cNvPr>
          <p:cNvSpPr/>
          <p:nvPr/>
        </p:nvSpPr>
        <p:spPr>
          <a:xfrm>
            <a:off x="7599857" y="1283481"/>
            <a:ext cx="977660" cy="48883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lèche : droite 29">
            <a:extLst>
              <a:ext uri="{FF2B5EF4-FFF2-40B4-BE49-F238E27FC236}">
                <a16:creationId xmlns="" xmlns:a16="http://schemas.microsoft.com/office/drawing/2014/main" id="{2B7C7E8B-3B6B-4863-9C49-2D4CBA758DB9}"/>
              </a:ext>
            </a:extLst>
          </p:cNvPr>
          <p:cNvSpPr/>
          <p:nvPr/>
        </p:nvSpPr>
        <p:spPr>
          <a:xfrm>
            <a:off x="7657366" y="6214914"/>
            <a:ext cx="977660" cy="48883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="" xmlns:a16="http://schemas.microsoft.com/office/drawing/2014/main" id="{0ED0C2C1-D9A5-46CD-ABA3-2B8E56576E43}"/>
              </a:ext>
            </a:extLst>
          </p:cNvPr>
          <p:cNvSpPr/>
          <p:nvPr/>
        </p:nvSpPr>
        <p:spPr>
          <a:xfrm>
            <a:off x="5206579" y="3819163"/>
            <a:ext cx="1797168" cy="63260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cs typeface="Calibri"/>
              </a:rPr>
              <a:t>Trouble de la perméabilité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2" name="Flèche : gauche 31">
            <a:extLst>
              <a:ext uri="{FF2B5EF4-FFF2-40B4-BE49-F238E27FC236}">
                <a16:creationId xmlns="" xmlns:a16="http://schemas.microsoft.com/office/drawing/2014/main" id="{F8C53373-E767-41C2-876B-576A444EC25B}"/>
              </a:ext>
            </a:extLst>
          </p:cNvPr>
          <p:cNvSpPr/>
          <p:nvPr/>
        </p:nvSpPr>
        <p:spPr>
          <a:xfrm>
            <a:off x="3558921" y="6185262"/>
            <a:ext cx="977660" cy="488830"/>
          </a:xfrm>
          <a:prstGeom prst="lef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lèche : angle droit 32">
            <a:extLst>
              <a:ext uri="{FF2B5EF4-FFF2-40B4-BE49-F238E27FC236}">
                <a16:creationId xmlns="" xmlns:a16="http://schemas.microsoft.com/office/drawing/2014/main" id="{D90FA008-55D3-4908-A2CE-40C4F84DEA19}"/>
              </a:ext>
            </a:extLst>
          </p:cNvPr>
          <p:cNvSpPr/>
          <p:nvPr/>
        </p:nvSpPr>
        <p:spPr>
          <a:xfrm>
            <a:off x="11256408" y="3990580"/>
            <a:ext cx="632604" cy="2516037"/>
          </a:xfrm>
          <a:prstGeom prst="bentUp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lèche : gauche 33">
            <a:extLst>
              <a:ext uri="{FF2B5EF4-FFF2-40B4-BE49-F238E27FC236}">
                <a16:creationId xmlns="" xmlns:a16="http://schemas.microsoft.com/office/drawing/2014/main" id="{F3D5E335-9095-4B31-BB00-4182B3AD6330}"/>
              </a:ext>
            </a:extLst>
          </p:cNvPr>
          <p:cNvSpPr/>
          <p:nvPr/>
        </p:nvSpPr>
        <p:spPr>
          <a:xfrm>
            <a:off x="8001524" y="3985525"/>
            <a:ext cx="3450565" cy="316303"/>
          </a:xfrm>
          <a:prstGeom prst="lef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lèche : virage 34">
            <a:extLst>
              <a:ext uri="{FF2B5EF4-FFF2-40B4-BE49-F238E27FC236}">
                <a16:creationId xmlns="" xmlns:a16="http://schemas.microsoft.com/office/drawing/2014/main" id="{C07EAF57-F923-4839-AE74-12FE6268D1A6}"/>
              </a:ext>
            </a:extLst>
          </p:cNvPr>
          <p:cNvSpPr/>
          <p:nvPr/>
        </p:nvSpPr>
        <p:spPr>
          <a:xfrm>
            <a:off x="275118" y="1290044"/>
            <a:ext cx="3680602" cy="776377"/>
          </a:xfrm>
          <a:prstGeom prst="ben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Flèche : haut 35">
            <a:extLst>
              <a:ext uri="{FF2B5EF4-FFF2-40B4-BE49-F238E27FC236}">
                <a16:creationId xmlns="" xmlns:a16="http://schemas.microsoft.com/office/drawing/2014/main" id="{6FAC2959-59BA-4B6A-82C9-927384F7FC8F}"/>
              </a:ext>
            </a:extLst>
          </p:cNvPr>
          <p:cNvSpPr/>
          <p:nvPr/>
        </p:nvSpPr>
        <p:spPr>
          <a:xfrm>
            <a:off x="194396" y="2183188"/>
            <a:ext cx="402566" cy="4212564"/>
          </a:xfrm>
          <a:prstGeom prst="up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èche : gauche 36">
            <a:extLst>
              <a:ext uri="{FF2B5EF4-FFF2-40B4-BE49-F238E27FC236}">
                <a16:creationId xmlns="" xmlns:a16="http://schemas.microsoft.com/office/drawing/2014/main" id="{31E9C41B-2EE8-488B-8F22-9182D75CFBA9}"/>
              </a:ext>
            </a:extLst>
          </p:cNvPr>
          <p:cNvSpPr/>
          <p:nvPr/>
        </p:nvSpPr>
        <p:spPr>
          <a:xfrm>
            <a:off x="496543" y="6127753"/>
            <a:ext cx="531962" cy="503207"/>
          </a:xfrm>
          <a:prstGeom prst="lef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lèche : bas 37">
            <a:extLst>
              <a:ext uri="{FF2B5EF4-FFF2-40B4-BE49-F238E27FC236}">
                <a16:creationId xmlns="" xmlns:a16="http://schemas.microsoft.com/office/drawing/2014/main" id="{6F41AEAE-5728-45DE-8B6B-55DD4E103D45}"/>
              </a:ext>
            </a:extLst>
          </p:cNvPr>
          <p:cNvSpPr/>
          <p:nvPr/>
        </p:nvSpPr>
        <p:spPr>
          <a:xfrm rot="3300000">
            <a:off x="4377309" y="1664704"/>
            <a:ext cx="488830" cy="977660"/>
          </a:xfrm>
          <a:prstGeom prst="down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3632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 : coins arrondis 5">
            <a:extLst>
              <a:ext uri="{FF2B5EF4-FFF2-40B4-BE49-F238E27FC236}">
                <a16:creationId xmlns="" xmlns:a16="http://schemas.microsoft.com/office/drawing/2014/main" id="{545FE8D3-6073-412A-AB57-C7FA6265CED1}"/>
              </a:ext>
            </a:extLst>
          </p:cNvPr>
          <p:cNvSpPr/>
          <p:nvPr/>
        </p:nvSpPr>
        <p:spPr>
          <a:xfrm>
            <a:off x="549215" y="383874"/>
            <a:ext cx="10840525" cy="92015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solidFill>
                  <a:schemeClr val="bg1"/>
                </a:solidFill>
                <a:cs typeface="Calibri"/>
              </a:rPr>
              <a:t>3-physiopathologie: mécanismes pathogéniques</a:t>
            </a:r>
            <a:endParaRPr lang="fr-FR" sz="4000" dirty="0">
              <a:solidFill>
                <a:schemeClr val="bg1"/>
              </a:solidFill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="" xmlns:a16="http://schemas.microsoft.com/office/drawing/2014/main" id="{360D5D44-4800-49F4-82D1-EB2AF5C2D32A}"/>
              </a:ext>
            </a:extLst>
          </p:cNvPr>
          <p:cNvSpPr/>
          <p:nvPr/>
        </p:nvSpPr>
        <p:spPr>
          <a:xfrm>
            <a:off x="247291" y="2091422"/>
            <a:ext cx="11588149" cy="4557619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>
              <a:cs typeface="Calibri"/>
            </a:endParaRPr>
          </a:p>
        </p:txBody>
      </p:sp>
      <p:sp>
        <p:nvSpPr>
          <p:cNvPr id="11" name="ZoneTexte 1">
            <a:extLst>
              <a:ext uri="{FF2B5EF4-FFF2-40B4-BE49-F238E27FC236}">
                <a16:creationId xmlns="" xmlns:a16="http://schemas.microsoft.com/office/drawing/2014/main" id="{317E3507-9766-4F42-B880-9B95E5F1D34C}"/>
              </a:ext>
            </a:extLst>
          </p:cNvPr>
          <p:cNvSpPr txBox="1"/>
          <p:nvPr/>
        </p:nvSpPr>
        <p:spPr>
          <a:xfrm>
            <a:off x="3559834" y="2467154"/>
            <a:ext cx="4842292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b="1" dirty="0">
                <a:solidFill>
                  <a:srgbClr val="FF0000"/>
                </a:solidFill>
                <a:ea typeface="+mn-lt"/>
                <a:cs typeface="+mn-lt"/>
              </a:rPr>
              <a:t>Oblitération d’un vaisseau principal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12" name="ZoneTexte 1">
            <a:extLst>
              <a:ext uri="{FF2B5EF4-FFF2-40B4-BE49-F238E27FC236}">
                <a16:creationId xmlns="" xmlns:a16="http://schemas.microsoft.com/office/drawing/2014/main" id="{AAF888E2-1999-4C97-9803-E1CFB76C67FE}"/>
              </a:ext>
            </a:extLst>
          </p:cNvPr>
          <p:cNvSpPr txBox="1"/>
          <p:nvPr/>
        </p:nvSpPr>
        <p:spPr>
          <a:xfrm>
            <a:off x="1029418" y="3660475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b="1" u="sng">
                <a:solidFill>
                  <a:schemeClr val="bg1"/>
                </a:solidFill>
                <a:ea typeface="+mn-lt"/>
                <a:cs typeface="+mn-lt"/>
              </a:rPr>
              <a:t>Brutale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Embolie sur artère saine</a:t>
            </a:r>
            <a:endParaRPr lang="fr-FR" sz="2000">
              <a:solidFill>
                <a:schemeClr val="bg1"/>
              </a:solidFill>
            </a:endParaRPr>
          </a:p>
        </p:txBody>
      </p:sp>
      <p:sp>
        <p:nvSpPr>
          <p:cNvPr id="13" name="ZoneTexte 1">
            <a:extLst>
              <a:ext uri="{FF2B5EF4-FFF2-40B4-BE49-F238E27FC236}">
                <a16:creationId xmlns="" xmlns:a16="http://schemas.microsoft.com/office/drawing/2014/main" id="{1686B197-04A7-44E5-8121-7E0A3A8BBEF9}"/>
              </a:ext>
            </a:extLst>
          </p:cNvPr>
          <p:cNvSpPr txBox="1"/>
          <p:nvPr/>
        </p:nvSpPr>
        <p:spPr>
          <a:xfrm>
            <a:off x="7613351" y="3515802"/>
            <a:ext cx="3347048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b="1" u="sng">
                <a:solidFill>
                  <a:schemeClr val="bg1"/>
                </a:solidFill>
                <a:ea typeface="+mn-lt"/>
                <a:cs typeface="+mn-lt"/>
              </a:rPr>
              <a:t>Progressive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AOMI</a:t>
            </a:r>
            <a:endParaRPr lang="en-US" sz="200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Collatérales développées</a:t>
            </a:r>
            <a:endParaRPr lang="fr-FR" sz="2000">
              <a:solidFill>
                <a:schemeClr val="bg1"/>
              </a:solidFill>
            </a:endParaRPr>
          </a:p>
        </p:txBody>
      </p:sp>
      <p:sp>
        <p:nvSpPr>
          <p:cNvPr id="14" name="ZoneTexte 1">
            <a:extLst>
              <a:ext uri="{FF2B5EF4-FFF2-40B4-BE49-F238E27FC236}">
                <a16:creationId xmlns="" xmlns:a16="http://schemas.microsoft.com/office/drawing/2014/main" id="{E9E6A6EA-4CCF-4179-AC87-D568EB2F0728}"/>
              </a:ext>
            </a:extLst>
          </p:cNvPr>
          <p:cNvSpPr txBox="1"/>
          <p:nvPr/>
        </p:nvSpPr>
        <p:spPr>
          <a:xfrm>
            <a:off x="3761118" y="5601419"/>
            <a:ext cx="4382217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>
                <a:solidFill>
                  <a:srgbClr val="C00000"/>
                </a:solidFill>
                <a:ea typeface="+mn-lt"/>
                <a:cs typeface="+mn-lt"/>
              </a:rPr>
              <a:t>Siège de l’obstruction +++</a:t>
            </a:r>
            <a:endParaRPr lang="fr-FR" sz="2800" b="1">
              <a:solidFill>
                <a:srgbClr val="C00000"/>
              </a:solidFill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="" xmlns:a16="http://schemas.microsoft.com/office/drawing/2014/main" id="{D374C6A2-9CF0-4ECE-AFC8-0B2E96F10431}"/>
              </a:ext>
            </a:extLst>
          </p:cNvPr>
          <p:cNvCxnSpPr/>
          <p:nvPr/>
        </p:nvCxnSpPr>
        <p:spPr>
          <a:xfrm flipH="1">
            <a:off x="3159503" y="3183131"/>
            <a:ext cx="1829198" cy="4898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="" xmlns:a16="http://schemas.microsoft.com/office/drawing/2014/main" id="{88AD085A-3E63-4F03-807B-7D3467B47E44}"/>
              </a:ext>
            </a:extLst>
          </p:cNvPr>
          <p:cNvCxnSpPr/>
          <p:nvPr/>
        </p:nvCxnSpPr>
        <p:spPr>
          <a:xfrm>
            <a:off x="6383305" y="3183130"/>
            <a:ext cx="1979085" cy="48153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476797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 : coins arrondis 5">
            <a:extLst>
              <a:ext uri="{FF2B5EF4-FFF2-40B4-BE49-F238E27FC236}">
                <a16:creationId xmlns="" xmlns:a16="http://schemas.microsoft.com/office/drawing/2014/main" id="{545FE8D3-6073-412A-AB57-C7FA6265CED1}"/>
              </a:ext>
            </a:extLst>
          </p:cNvPr>
          <p:cNvSpPr/>
          <p:nvPr/>
        </p:nvSpPr>
        <p:spPr>
          <a:xfrm>
            <a:off x="527182" y="401439"/>
            <a:ext cx="10840525" cy="155275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sz="3600" dirty="0">
              <a:cs typeface="Calibri"/>
            </a:endParaRPr>
          </a:p>
          <a:p>
            <a:pPr algn="ctr"/>
            <a:r>
              <a:rPr lang="fr-FR" sz="3600" b="1" dirty="0">
                <a:solidFill>
                  <a:schemeClr val="bg1"/>
                </a:solidFill>
                <a:cs typeface="Calibri"/>
              </a:rPr>
              <a:t>3-physiopathologie</a:t>
            </a:r>
            <a:r>
              <a:rPr lang="fr-FR" sz="3600" dirty="0">
                <a:solidFill>
                  <a:schemeClr val="bg1"/>
                </a:solidFill>
                <a:cs typeface="Calibri"/>
              </a:rPr>
              <a:t>: </a:t>
            </a:r>
            <a:endParaRPr lang="fr-FR" sz="3600" b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ctr"/>
            <a:endParaRPr lang="fr-FR" sz="4000" dirty="0">
              <a:cs typeface="Calibri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="" xmlns:a16="http://schemas.microsoft.com/office/drawing/2014/main" id="{D3ADC214-27D2-49DB-832D-03D66CD2C786}"/>
              </a:ext>
            </a:extLst>
          </p:cNvPr>
          <p:cNvSpPr/>
          <p:nvPr/>
        </p:nvSpPr>
        <p:spPr>
          <a:xfrm>
            <a:off x="549217" y="2339198"/>
            <a:ext cx="11027432" cy="4298827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b="1">
              <a:solidFill>
                <a:srgbClr val="C00000"/>
              </a:solidFill>
              <a:cs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="" xmlns:a16="http://schemas.microsoft.com/office/drawing/2014/main" id="{D867BCAB-CA79-4863-92B4-E0BA97550051}"/>
              </a:ext>
            </a:extLst>
          </p:cNvPr>
          <p:cNvSpPr txBox="1"/>
          <p:nvPr/>
        </p:nvSpPr>
        <p:spPr>
          <a:xfrm>
            <a:off x="3890514" y="2797833"/>
            <a:ext cx="50004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3600" b="1" dirty="0">
                <a:solidFill>
                  <a:srgbClr val="FF0000"/>
                </a:solidFill>
                <a:ea typeface="+mn-lt"/>
                <a:cs typeface="+mn-lt"/>
              </a:rPr>
              <a:t>ANOXIE TISSULAIRE</a:t>
            </a:r>
            <a:endParaRPr lang="fr-FR" sz="3600" dirty="0">
              <a:solidFill>
                <a:srgbClr val="FF000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="" xmlns:a16="http://schemas.microsoft.com/office/drawing/2014/main" id="{2F30D6FE-98CF-4790-8221-22BFB11707FE}"/>
              </a:ext>
            </a:extLst>
          </p:cNvPr>
          <p:cNvSpPr txBox="1"/>
          <p:nvPr/>
        </p:nvSpPr>
        <p:spPr>
          <a:xfrm>
            <a:off x="1173193" y="3761117"/>
            <a:ext cx="27432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CA" sz="2400" b="1" dirty="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Ischémie</a:t>
            </a:r>
            <a:r>
              <a:rPr lang="en-CA" sz="2400" b="1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</a:t>
            </a:r>
            <a:r>
              <a:rPr lang="en-CA" sz="2400" b="1" dirty="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nerveuse</a:t>
            </a:r>
            <a:r>
              <a:rPr lang="en-CA" sz="2400" b="1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 </a:t>
            </a:r>
            <a:endParaRPr lang="en-US" sz="2400" dirty="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>
              <a:spcBef>
                <a:spcPct val="50000"/>
              </a:spcBef>
            </a:pPr>
            <a:r>
              <a:rPr lang="en-CA" sz="24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2 – 5 h</a:t>
            </a:r>
            <a:endParaRPr lang="en-US" sz="2400" dirty="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>
              <a:spcBef>
                <a:spcPct val="50000"/>
              </a:spcBef>
            </a:pPr>
            <a:r>
              <a:rPr lang="en-CA" sz="2400" dirty="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Axonotmésis</a:t>
            </a:r>
            <a:r>
              <a:rPr lang="en-CA" sz="24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</a:t>
            </a:r>
            <a:endParaRPr lang="fr-FR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="" xmlns:a16="http://schemas.microsoft.com/office/drawing/2014/main" id="{DA7ED9CE-EB8E-4665-B0A2-33E091C1CEA2}"/>
              </a:ext>
            </a:extLst>
          </p:cNvPr>
          <p:cNvSpPr txBox="1"/>
          <p:nvPr/>
        </p:nvSpPr>
        <p:spPr>
          <a:xfrm>
            <a:off x="4523117" y="3789871"/>
            <a:ext cx="3203275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CA" sz="2400" b="1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Ischémie</a:t>
            </a:r>
            <a:r>
              <a:rPr lang="en-CA" sz="2400" b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</a:t>
            </a:r>
            <a:r>
              <a:rPr lang="en-CA" sz="2400" b="1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musculaire</a:t>
            </a:r>
            <a:endParaRPr lang="en-CA" sz="240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>
              <a:spcBef>
                <a:spcPct val="50000"/>
              </a:spcBef>
            </a:pPr>
            <a:r>
              <a:rPr lang="en-CA" sz="240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Métabolisme</a:t>
            </a:r>
            <a:r>
              <a:rPr lang="en-CA" sz="240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</a:t>
            </a:r>
            <a:r>
              <a:rPr lang="en-CA" sz="240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anaérobie</a:t>
            </a:r>
            <a:endParaRPr lang="en-CA" sz="240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>
              <a:spcBef>
                <a:spcPct val="50000"/>
              </a:spcBef>
            </a:pPr>
            <a:r>
              <a:rPr lang="en-CA" sz="240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Acidose</a:t>
            </a:r>
            <a:r>
              <a:rPr lang="en-CA" sz="240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</a:t>
            </a:r>
            <a:r>
              <a:rPr lang="en-CA" sz="240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métabolique</a:t>
            </a:r>
            <a:endParaRPr lang="en-CA" sz="240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>
              <a:spcBef>
                <a:spcPct val="50000"/>
              </a:spcBef>
            </a:pPr>
            <a:r>
              <a:rPr lang="en-CA" sz="240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Rhabdomyolyse</a:t>
            </a:r>
            <a:r>
              <a:rPr lang="en-CA" sz="240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 &gt; 6h</a:t>
            </a:r>
            <a:endParaRPr lang="fr-FR" sz="240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98B756D5-2D85-4776-B1FA-20A6EAD4E60F}"/>
              </a:ext>
            </a:extLst>
          </p:cNvPr>
          <p:cNvSpPr txBox="1"/>
          <p:nvPr/>
        </p:nvSpPr>
        <p:spPr>
          <a:xfrm>
            <a:off x="8002438" y="3789871"/>
            <a:ext cx="27432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CA" sz="2400" b="1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Ischémie</a:t>
            </a:r>
            <a:r>
              <a:rPr lang="en-CA" sz="2400" b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</a:t>
            </a:r>
            <a:r>
              <a:rPr lang="en-CA" sz="2400" b="1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cutanée</a:t>
            </a:r>
            <a:endParaRPr lang="en-CA" sz="240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pPr>
              <a:spcBef>
                <a:spcPct val="50000"/>
              </a:spcBef>
            </a:pPr>
            <a:r>
              <a:rPr lang="en-CA" sz="240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Nécrose</a:t>
            </a:r>
            <a:r>
              <a:rPr lang="en-CA" sz="240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, </a:t>
            </a:r>
            <a:r>
              <a:rPr lang="en-CA" sz="240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gangrène</a:t>
            </a:r>
            <a:r>
              <a:rPr lang="en-CA" sz="240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 &gt; 12h</a:t>
            </a:r>
            <a:endParaRPr lang="fr-FR" sz="240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2" name="Connecteur droit 11"/>
          <p:cNvCxnSpPr/>
          <p:nvPr/>
        </p:nvCxnSpPr>
        <p:spPr>
          <a:xfrm rot="16200000" flipH="1">
            <a:off x="2803793" y="4896997"/>
            <a:ext cx="2456761" cy="220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rot="16200000" flipH="1">
            <a:off x="6588087" y="4891489"/>
            <a:ext cx="2335576" cy="22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74803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16166" y="2222233"/>
            <a:ext cx="10515600" cy="26930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buNone/>
            </a:pPr>
            <a:endParaRPr lang="fr-CA" sz="4000" dirty="0" smtClean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CA" sz="4000" dirty="0" smtClean="0">
                <a:solidFill>
                  <a:schemeClr val="bg1"/>
                </a:solidFill>
              </a:rPr>
              <a:t>4- </a:t>
            </a:r>
            <a:r>
              <a:rPr lang="fr-CA" sz="4000" dirty="0">
                <a:solidFill>
                  <a:schemeClr val="bg1"/>
                </a:solidFill>
              </a:rPr>
              <a:t>Syndrome de revascularisation </a:t>
            </a:r>
            <a:r>
              <a:rPr lang="fr-CA" sz="4000" dirty="0" smtClean="0">
                <a:solidFill>
                  <a:schemeClr val="bg1"/>
                </a:solidFill>
              </a:rPr>
              <a:t>:</a:t>
            </a:r>
          </a:p>
          <a:p>
            <a:pPr algn="ctr">
              <a:buNone/>
            </a:pPr>
            <a:r>
              <a:rPr lang="fr-CA" sz="4000" dirty="0" smtClean="0">
                <a:solidFill>
                  <a:schemeClr val="bg1"/>
                </a:solidFill>
              </a:rPr>
              <a:t> </a:t>
            </a:r>
            <a:r>
              <a:rPr lang="fr-CA" sz="4000" dirty="0">
                <a:solidFill>
                  <a:schemeClr val="bg1"/>
                </a:solidFill>
              </a:rPr>
              <a:t>mécanismes et conséquences : </a:t>
            </a:r>
            <a:endParaRPr lang="fr-CA" sz="4000" dirty="0" smtClean="0">
              <a:solidFill>
                <a:schemeClr val="bg1"/>
              </a:solidFill>
            </a:endParaRPr>
          </a:p>
          <a:p>
            <a:endParaRPr lang="fr-CA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741872" y="914400"/>
            <a:ext cx="1080889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CA" sz="2800" b="1" dirty="0" smtClean="0"/>
              <a:t>Au décours de l’ischémie aigue des membres, le syndrome de </a:t>
            </a:r>
            <a:r>
              <a:rPr lang="fr-CA" sz="2800" b="1" dirty="0" err="1" smtClean="0"/>
              <a:t>reperfusion</a:t>
            </a:r>
            <a:r>
              <a:rPr lang="fr-CA" sz="2800" b="1" dirty="0" smtClean="0"/>
              <a:t> peut s’accompagner : </a:t>
            </a:r>
            <a:endParaRPr lang="fr-FR" sz="2800" dirty="0"/>
          </a:p>
        </p:txBody>
      </p:sp>
      <p:graphicFrame>
        <p:nvGraphicFramePr>
          <p:cNvPr id="7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337716428"/>
              </p:ext>
            </p:extLst>
          </p:nvPr>
        </p:nvGraphicFramePr>
        <p:xfrm>
          <a:off x="849217" y="197986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18230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741872" y="914400"/>
            <a:ext cx="1080889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CA" sz="2800" b="1" dirty="0" smtClean="0"/>
              <a:t>Au décours de l’ischémie aigue des membres, le syndrome de </a:t>
            </a:r>
            <a:r>
              <a:rPr lang="fr-CA" sz="2800" b="1" dirty="0" err="1" smtClean="0"/>
              <a:t>reperfusion</a:t>
            </a:r>
            <a:r>
              <a:rPr lang="fr-CA" sz="2800" b="1" dirty="0" smtClean="0"/>
              <a:t> peut s’accompagner : </a:t>
            </a:r>
            <a:endParaRPr lang="fr-FR" sz="2800" dirty="0"/>
          </a:p>
        </p:txBody>
      </p:sp>
      <p:graphicFrame>
        <p:nvGraphicFramePr>
          <p:cNvPr id="7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337716428"/>
              </p:ext>
            </p:extLst>
          </p:nvPr>
        </p:nvGraphicFramePr>
        <p:xfrm>
          <a:off x="849217" y="197986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18230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 : coins arrondis 5">
            <a:extLst>
              <a:ext uri="{FF2B5EF4-FFF2-40B4-BE49-F238E27FC236}">
                <a16:creationId xmlns="" xmlns:a16="http://schemas.microsoft.com/office/drawing/2014/main" id="{545FE8D3-6073-412A-AB57-C7FA6265CED1}"/>
              </a:ext>
            </a:extLst>
          </p:cNvPr>
          <p:cNvSpPr/>
          <p:nvPr/>
        </p:nvSpPr>
        <p:spPr>
          <a:xfrm>
            <a:off x="560232" y="434489"/>
            <a:ext cx="10840525" cy="1552753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sz="3600" dirty="0">
              <a:cs typeface="Calibri"/>
            </a:endParaRPr>
          </a:p>
          <a:p>
            <a:pPr algn="ctr"/>
            <a:r>
              <a:rPr lang="fr-FR" sz="3600" b="1" dirty="0">
                <a:solidFill>
                  <a:schemeClr val="bg1"/>
                </a:solidFill>
                <a:ea typeface="+mn-lt"/>
                <a:cs typeface="+mn-lt"/>
              </a:rPr>
              <a:t>4- Syndrome de revascularisation: physiopathologie et conséquences </a:t>
            </a:r>
            <a:r>
              <a:rPr lang="fr-FR" sz="3600" b="1" dirty="0">
                <a:solidFill>
                  <a:schemeClr val="accent2"/>
                </a:solidFill>
                <a:ea typeface="+mn-lt"/>
                <a:cs typeface="+mn-lt"/>
              </a:rPr>
              <a:t>locales</a:t>
            </a:r>
          </a:p>
          <a:p>
            <a:pPr algn="ctr"/>
            <a:endParaRPr lang="fr-FR" sz="4000" dirty="0">
              <a:cs typeface="Calibri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="" xmlns:a16="http://schemas.microsoft.com/office/drawing/2014/main" id="{D3ADC214-27D2-49DB-832D-03D66CD2C786}"/>
              </a:ext>
            </a:extLst>
          </p:cNvPr>
          <p:cNvSpPr/>
          <p:nvPr/>
        </p:nvSpPr>
        <p:spPr>
          <a:xfrm>
            <a:off x="549217" y="2339198"/>
            <a:ext cx="11027432" cy="4298827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b="1">
              <a:solidFill>
                <a:srgbClr val="C00000"/>
              </a:solidFill>
              <a:cs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="" xmlns:a16="http://schemas.microsoft.com/office/drawing/2014/main" id="{D867BCAB-CA79-4863-92B4-E0BA97550051}"/>
              </a:ext>
            </a:extLst>
          </p:cNvPr>
          <p:cNvSpPr txBox="1"/>
          <p:nvPr/>
        </p:nvSpPr>
        <p:spPr>
          <a:xfrm>
            <a:off x="1101306" y="2596550"/>
            <a:ext cx="99175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3600" b="1" dirty="0" err="1">
                <a:solidFill>
                  <a:schemeClr val="accent2"/>
                </a:solidFill>
                <a:cs typeface="Calibri"/>
              </a:rPr>
              <a:t>Oedème</a:t>
            </a:r>
            <a:r>
              <a:rPr lang="en-CA" sz="3600" b="1" dirty="0">
                <a:solidFill>
                  <a:schemeClr val="accent2"/>
                </a:solidFill>
                <a:cs typeface="Calibri"/>
              </a:rPr>
              <a:t> par </a:t>
            </a:r>
            <a:r>
              <a:rPr lang="en-CA" sz="3600" b="1" dirty="0" err="1">
                <a:solidFill>
                  <a:schemeClr val="accent2"/>
                </a:solidFill>
                <a:cs typeface="Calibri"/>
              </a:rPr>
              <a:t>altération</a:t>
            </a:r>
            <a:r>
              <a:rPr lang="en-CA" sz="3600" b="1" dirty="0">
                <a:solidFill>
                  <a:schemeClr val="accent2"/>
                </a:solidFill>
                <a:cs typeface="Calibri"/>
              </a:rPr>
              <a:t> de la membrane </a:t>
            </a:r>
            <a:r>
              <a:rPr lang="en-CA" sz="3600" b="1" dirty="0" err="1">
                <a:solidFill>
                  <a:schemeClr val="accent2"/>
                </a:solidFill>
                <a:cs typeface="Calibri"/>
              </a:rPr>
              <a:t>capillaire</a:t>
            </a:r>
            <a:endParaRPr lang="en-CA" sz="3600" b="1" dirty="0">
              <a:solidFill>
                <a:schemeClr val="accent2"/>
              </a:solidFill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="" xmlns:a16="http://schemas.microsoft.com/office/drawing/2014/main" id="{2F30D6FE-98CF-4790-8221-22BFB11707FE}"/>
              </a:ext>
            </a:extLst>
          </p:cNvPr>
          <p:cNvSpPr txBox="1"/>
          <p:nvPr/>
        </p:nvSpPr>
        <p:spPr>
          <a:xfrm>
            <a:off x="3617343" y="3430437"/>
            <a:ext cx="732957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CA" sz="2400" b="1" dirty="0" smtClean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Obstacle </a:t>
            </a:r>
            <a:r>
              <a:rPr lang="en-CA" sz="24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au retour </a:t>
            </a:r>
            <a:r>
              <a:rPr lang="en-CA" sz="24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veineux</a:t>
            </a:r>
            <a:endParaRPr lang="en-CA" sz="2400" b="1" dirty="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spcBef>
                <a:spcPct val="50000"/>
              </a:spcBef>
            </a:pPr>
            <a:r>
              <a:rPr lang="en-CA" sz="2400" b="1" dirty="0" smtClean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n-CA" sz="24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Compression </a:t>
            </a:r>
            <a:r>
              <a:rPr lang="en-CA" sz="24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musculaire</a:t>
            </a:r>
            <a:r>
              <a:rPr lang="en-CA" sz="24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n-CA" sz="24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aggravant</a:t>
            </a:r>
            <a:r>
              <a:rPr lang="en-CA" sz="24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la </a:t>
            </a:r>
            <a:r>
              <a:rPr lang="en-CA" sz="24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rhabdomyolyse</a:t>
            </a:r>
            <a:endParaRPr lang="en-CA" sz="2400" b="1" dirty="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spcBef>
                <a:spcPct val="50000"/>
              </a:spcBef>
            </a:pPr>
            <a:r>
              <a:rPr lang="en-CA" sz="2400" b="1" dirty="0" smtClean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n-CA" sz="24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Garrot</a:t>
            </a:r>
            <a:r>
              <a:rPr lang="en-CA" sz="24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interne</a:t>
            </a:r>
          </a:p>
          <a:p>
            <a:pPr>
              <a:spcBef>
                <a:spcPct val="50000"/>
              </a:spcBef>
            </a:pPr>
            <a:endParaRPr lang="en-CA" sz="2400" b="1" dirty="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98B756D5-2D85-4776-B1FA-20A6EAD4E60F}"/>
              </a:ext>
            </a:extLst>
          </p:cNvPr>
          <p:cNvSpPr txBox="1"/>
          <p:nvPr/>
        </p:nvSpPr>
        <p:spPr>
          <a:xfrm>
            <a:off x="3459192" y="5630173"/>
            <a:ext cx="517297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CA" sz="2800" b="1">
                <a:solidFill>
                  <a:srgbClr val="FF0000"/>
                </a:solidFill>
                <a:cs typeface="Calibri" panose="020F0502020204030204"/>
              </a:rPr>
              <a:t>Aponévrotomie de décharge +++</a:t>
            </a:r>
          </a:p>
        </p:txBody>
      </p:sp>
      <p:sp>
        <p:nvSpPr>
          <p:cNvPr id="11" name="Flèche droite 10"/>
          <p:cNvSpPr/>
          <p:nvPr/>
        </p:nvSpPr>
        <p:spPr>
          <a:xfrm>
            <a:off x="3095740" y="3481330"/>
            <a:ext cx="440674" cy="341523"/>
          </a:xfrm>
          <a:prstGeom prst="rightArrow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2"/>
              </a:solidFill>
            </a:endParaRPr>
          </a:p>
        </p:txBody>
      </p:sp>
      <p:sp>
        <p:nvSpPr>
          <p:cNvPr id="12" name="Flèche droite 11"/>
          <p:cNvSpPr/>
          <p:nvPr/>
        </p:nvSpPr>
        <p:spPr>
          <a:xfrm>
            <a:off x="3082887" y="4030337"/>
            <a:ext cx="440674" cy="341523"/>
          </a:xfrm>
          <a:prstGeom prst="rightArrow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2"/>
              </a:solidFill>
            </a:endParaRPr>
          </a:p>
        </p:txBody>
      </p:sp>
      <p:sp>
        <p:nvSpPr>
          <p:cNvPr id="13" name="Flèche droite 12"/>
          <p:cNvSpPr/>
          <p:nvPr/>
        </p:nvSpPr>
        <p:spPr>
          <a:xfrm>
            <a:off x="3081051" y="4601378"/>
            <a:ext cx="440674" cy="341523"/>
          </a:xfrm>
          <a:prstGeom prst="rightArrow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2734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 : coins arrondis 5">
            <a:extLst>
              <a:ext uri="{FF2B5EF4-FFF2-40B4-BE49-F238E27FC236}">
                <a16:creationId xmlns="" xmlns:a16="http://schemas.microsoft.com/office/drawing/2014/main" id="{545FE8D3-6073-412A-AB57-C7FA6265CED1}"/>
              </a:ext>
            </a:extLst>
          </p:cNvPr>
          <p:cNvSpPr/>
          <p:nvPr/>
        </p:nvSpPr>
        <p:spPr>
          <a:xfrm>
            <a:off x="549215" y="81950"/>
            <a:ext cx="10840525" cy="1552753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sz="3600" dirty="0">
              <a:cs typeface="Calibri"/>
            </a:endParaRPr>
          </a:p>
          <a:p>
            <a:pPr algn="ctr"/>
            <a:r>
              <a:rPr lang="fr-FR" sz="3600" b="1" dirty="0">
                <a:solidFill>
                  <a:schemeClr val="bg1"/>
                </a:solidFill>
                <a:ea typeface="+mn-lt"/>
                <a:cs typeface="+mn-lt"/>
              </a:rPr>
              <a:t>4- Syndrome de revascularisation: physiopathologie et conséquences </a:t>
            </a:r>
            <a:r>
              <a:rPr lang="fr-FR" sz="3600" b="1" dirty="0">
                <a:solidFill>
                  <a:schemeClr val="accent2"/>
                </a:solidFill>
                <a:ea typeface="+mn-lt"/>
                <a:cs typeface="+mn-lt"/>
              </a:rPr>
              <a:t>générales</a:t>
            </a:r>
          </a:p>
          <a:p>
            <a:pPr algn="ctr"/>
            <a:endParaRPr lang="fr-FR" sz="4000" dirty="0">
              <a:cs typeface="Calibri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="" xmlns:a16="http://schemas.microsoft.com/office/drawing/2014/main" id="{D3ADC214-27D2-49DB-832D-03D66CD2C786}"/>
              </a:ext>
            </a:extLst>
          </p:cNvPr>
          <p:cNvSpPr/>
          <p:nvPr/>
        </p:nvSpPr>
        <p:spPr>
          <a:xfrm>
            <a:off x="549217" y="2339198"/>
            <a:ext cx="11027432" cy="4298827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r-FR" b="1">
              <a:solidFill>
                <a:srgbClr val="C00000"/>
              </a:solidFill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="" xmlns:a16="http://schemas.microsoft.com/office/drawing/2014/main" id="{2F30D6FE-98CF-4790-8221-22BFB11707FE}"/>
              </a:ext>
            </a:extLst>
          </p:cNvPr>
          <p:cNvSpPr txBox="1"/>
          <p:nvPr/>
        </p:nvSpPr>
        <p:spPr>
          <a:xfrm>
            <a:off x="2150853" y="3042248"/>
            <a:ext cx="9773727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-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libération</a:t>
            </a: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de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métabolites</a:t>
            </a: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intracellulaires</a:t>
            </a:r>
            <a:endParaRPr lang="en-CA" sz="2800" b="1" dirty="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spcBef>
                <a:spcPct val="50000"/>
              </a:spcBef>
            </a:pP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-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Acidose</a:t>
            </a: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métabolique</a:t>
            </a: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,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hyperkaliémie</a:t>
            </a:r>
            <a:endParaRPr lang="en-CA" sz="2800" b="1" dirty="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spcBef>
                <a:spcPct val="50000"/>
              </a:spcBef>
            </a:pP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-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Myoglobinémie</a:t>
            </a: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: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tubulopathie</a:t>
            </a: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rénale</a:t>
            </a: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n-CA" sz="2800" b="1" dirty="0" err="1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aigue</a:t>
            </a:r>
            <a:endParaRPr lang="en-CA" sz="2800" b="1" dirty="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spcBef>
                <a:spcPct val="50000"/>
              </a:spcBef>
            </a:pPr>
            <a:r>
              <a:rPr lang="en-CA" sz="2800" b="1" dirty="0">
                <a:solidFill>
                  <a:schemeClr val="bg1">
                    <a:lumMod val="95000"/>
                    <a:lumOff val="5000"/>
                  </a:schemeClr>
                </a:solidFill>
                <a:cs typeface="Calibri"/>
              </a:rPr>
              <a:t>- SDRA: rare</a:t>
            </a:r>
          </a:p>
          <a:p>
            <a:pPr>
              <a:spcBef>
                <a:spcPct val="50000"/>
              </a:spcBef>
            </a:pPr>
            <a:endParaRPr lang="en-CA" sz="2400" b="1" dirty="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7" name="Flèche droite 6"/>
          <p:cNvSpPr/>
          <p:nvPr/>
        </p:nvSpPr>
        <p:spPr>
          <a:xfrm>
            <a:off x="1983038" y="3172858"/>
            <a:ext cx="440674" cy="341523"/>
          </a:xfrm>
          <a:prstGeom prst="rightArrow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2"/>
              </a:solidFill>
            </a:endParaRPr>
          </a:p>
        </p:txBody>
      </p:sp>
      <p:sp>
        <p:nvSpPr>
          <p:cNvPr id="8" name="Flèche droite 7"/>
          <p:cNvSpPr/>
          <p:nvPr/>
        </p:nvSpPr>
        <p:spPr>
          <a:xfrm>
            <a:off x="1961002" y="3800819"/>
            <a:ext cx="440674" cy="341523"/>
          </a:xfrm>
          <a:prstGeom prst="rightArrow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2"/>
              </a:solidFill>
            </a:endParaRPr>
          </a:p>
        </p:txBody>
      </p:sp>
      <p:sp>
        <p:nvSpPr>
          <p:cNvPr id="9" name="Flèche droite 8"/>
          <p:cNvSpPr/>
          <p:nvPr/>
        </p:nvSpPr>
        <p:spPr>
          <a:xfrm>
            <a:off x="1981200" y="5098973"/>
            <a:ext cx="440674" cy="341523"/>
          </a:xfrm>
          <a:prstGeom prst="rightArrow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2"/>
              </a:solidFill>
            </a:endParaRPr>
          </a:p>
        </p:txBody>
      </p:sp>
      <p:sp>
        <p:nvSpPr>
          <p:cNvPr id="11" name="Flèche droite 10"/>
          <p:cNvSpPr/>
          <p:nvPr/>
        </p:nvSpPr>
        <p:spPr>
          <a:xfrm>
            <a:off x="1968348" y="4436126"/>
            <a:ext cx="440674" cy="341523"/>
          </a:xfrm>
          <a:prstGeom prst="rightArrow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12137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05150" y="2288333"/>
            <a:ext cx="10515600" cy="252684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fr-CA" sz="4000" dirty="0" smtClean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CA" sz="4000" dirty="0" smtClean="0">
                <a:solidFill>
                  <a:schemeClr val="bg1"/>
                </a:solidFill>
              </a:rPr>
              <a:t>5- </a:t>
            </a:r>
            <a:r>
              <a:rPr lang="fr-CA" sz="4000" dirty="0">
                <a:solidFill>
                  <a:schemeClr val="bg1"/>
                </a:solidFill>
              </a:rPr>
              <a:t>Signes cliniques et biologiques de gravité</a:t>
            </a:r>
            <a:r>
              <a:rPr lang="fr-CA" sz="4000" dirty="0" smtClean="0">
                <a:solidFill>
                  <a:schemeClr val="bg1"/>
                </a:solidFill>
              </a:rPr>
              <a:t>:</a:t>
            </a:r>
          </a:p>
          <a:p>
            <a:pPr>
              <a:buNone/>
            </a:pPr>
            <a:endParaRPr lang="fr-FR" sz="4000" b="1" dirty="0">
              <a:solidFill>
                <a:schemeClr val="bg1"/>
              </a:solidFill>
            </a:endParaRPr>
          </a:p>
          <a:p>
            <a:pPr>
              <a:buNone/>
            </a:pPr>
            <a:endParaRPr lang="fr-FR" b="1" dirty="0"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/>
              <a:t> Selon la classification de Rutherford, lors d'une ischémie aigue de type IIB :</a:t>
            </a:r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02767"/>
          <a:ext cx="10337321" cy="4477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67892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/>
              <a:t> Selon la classification de Rutherford, lors d'une ischémie aigue de type IIB :</a:t>
            </a:r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02767"/>
          <a:ext cx="10337321" cy="4477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67892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 smtClean="0">
                <a:latin typeface="+mn-lt"/>
                <a:ea typeface="+mn-ea"/>
                <a:cs typeface="+mn-cs"/>
              </a:rPr>
              <a:t> Le diagnostic de gravité d’une ischémie aigue est évalué grâce à la classification de Rutherford, le membre est dit viable lorsque : </a:t>
            </a:r>
            <a:endParaRPr lang="fr-FR" sz="32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 smtClean="0">
                <a:latin typeface="+mn-lt"/>
                <a:ea typeface="+mn-ea"/>
                <a:cs typeface="+mn-cs"/>
              </a:rPr>
              <a:t> Le diagnostic de gravité d’une ischémie aigue est évalué grâce à la classification de Rutherford, le membre est dit viable lorsque : </a:t>
            </a:r>
            <a:endParaRPr lang="fr-FR" sz="3200" b="1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1424" y="22190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latin typeface="+mn-lt"/>
                <a:ea typeface="+mn-ea"/>
                <a:cs typeface="+mn-cs"/>
              </a:rPr>
              <a:t>Le diagnostic de gravité d’une ischémie aigue est évalué grâce à la classification de Rutherford, dans l’ischémie irréversible </a:t>
            </a:r>
            <a:r>
              <a:rPr lang="fr-FR" b="1" dirty="0" smtClean="0"/>
              <a:t>: </a:t>
            </a: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1424" y="22190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>
                <a:latin typeface="+mn-lt"/>
                <a:ea typeface="+mn-ea"/>
                <a:cs typeface="+mn-cs"/>
              </a:rPr>
              <a:t>Le diagnostic de gravité d’une ischémie aigue est évalué grâce à la classification de Rutherford, dans l’ischémie irréversible </a:t>
            </a:r>
            <a:r>
              <a:rPr lang="fr-FR" b="1" dirty="0" smtClean="0"/>
              <a:t>: </a:t>
            </a: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 : coins arrondis 7">
            <a:extLst>
              <a:ext uri="{FF2B5EF4-FFF2-40B4-BE49-F238E27FC236}">
                <a16:creationId xmlns="" xmlns:a16="http://schemas.microsoft.com/office/drawing/2014/main" id="{10B50F40-9848-40B7-9C6E-72B7DB106DCF}"/>
              </a:ext>
            </a:extLst>
          </p:cNvPr>
          <p:cNvSpPr/>
          <p:nvPr/>
        </p:nvSpPr>
        <p:spPr>
          <a:xfrm>
            <a:off x="678611" y="240101"/>
            <a:ext cx="10840525" cy="920150"/>
          </a:xfrm>
          <a:prstGeom prst="roundRect">
            <a:avLst/>
          </a:prstGeom>
          <a:solidFill>
            <a:schemeClr val="tx1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cs typeface="Calibri"/>
              </a:rPr>
              <a:t>5- Signes  cliniques de gravité</a:t>
            </a:r>
          </a:p>
        </p:txBody>
      </p:sp>
      <p:pic>
        <p:nvPicPr>
          <p:cNvPr id="2" name="Image 7" descr="Une image contenant table&#10;&#10;Description générée automatiquement">
            <a:extLst>
              <a:ext uri="{FF2B5EF4-FFF2-40B4-BE49-F238E27FC236}">
                <a16:creationId xmlns="" xmlns:a16="http://schemas.microsoft.com/office/drawing/2014/main" id="{AC4893E4-6057-4EC6-8E27-6E37BF719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604" y="1298513"/>
            <a:ext cx="11696499" cy="5213979"/>
          </a:xfrm>
        </p:spPr>
      </p:pic>
    </p:spTree>
    <p:extLst>
      <p:ext uri="{BB962C8B-B14F-4D97-AF65-F5344CB8AC3E}">
        <p14:creationId xmlns="" xmlns:p14="http://schemas.microsoft.com/office/powerpoint/2010/main" val="3332226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83C8A03-BB8B-B1A7-D9F0-585D90AA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52" y="231355"/>
            <a:ext cx="10515600" cy="1325563"/>
          </a:xfrm>
          <a:solidFill>
            <a:schemeClr val="accent2">
              <a:lumMod val="75000"/>
            </a:schemeClr>
          </a:solidFill>
        </p:spPr>
        <p:txBody>
          <a:bodyPr/>
          <a:lstStyle/>
          <a:p>
            <a:r>
              <a:rPr lang="fr-CA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6- Signes cliniques pour établir le diagnostic: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="" xmlns:a16="http://schemas.microsoft.com/office/drawing/2014/main" id="{AAAFE427-F9B6-F3F1-D61A-46E077222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372" y="1644694"/>
            <a:ext cx="2531816" cy="4351338"/>
          </a:xfrm>
        </p:spPr>
      </p:pic>
      <p:sp>
        <p:nvSpPr>
          <p:cNvPr id="7" name="ZoneTexte 6">
            <a:extLst>
              <a:ext uri="{FF2B5EF4-FFF2-40B4-BE49-F238E27FC236}">
                <a16:creationId xmlns="" xmlns:a16="http://schemas.microsoft.com/office/drawing/2014/main" id="{9F64FF0E-420F-EF31-FE0A-253EB21D5CFF}"/>
              </a:ext>
            </a:extLst>
          </p:cNvPr>
          <p:cNvSpPr txBox="1"/>
          <p:nvPr/>
        </p:nvSpPr>
        <p:spPr>
          <a:xfrm>
            <a:off x="403485" y="1848416"/>
            <a:ext cx="856389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/>
              <a:t>L’apparition brutale d’une douleur et d’une froideur de la jambe droite avec abolition du pouls poplité droit et des pouls distaux homolatéraux (pouls fémoral </a:t>
            </a:r>
            <a:r>
              <a:rPr lang="fr-CA" sz="2400" b="1" dirty="0" smtClean="0"/>
              <a:t>droit </a:t>
            </a:r>
            <a:r>
              <a:rPr lang="fr-CA" sz="2400" b="1" dirty="0"/>
              <a:t>présent) chez une jeune femme évoque une occlusion aigue de :</a:t>
            </a:r>
          </a:p>
          <a:p>
            <a:endParaRPr lang="fr-CA" dirty="0"/>
          </a:p>
          <a:p>
            <a:r>
              <a:rPr lang="fr-CA" sz="2400" dirty="0"/>
              <a:t>A. L’artère iliaque interne droite</a:t>
            </a:r>
          </a:p>
          <a:p>
            <a:r>
              <a:rPr lang="fr-CA" sz="2400" dirty="0"/>
              <a:t>B. L’artère fémorale profonde droite</a:t>
            </a:r>
          </a:p>
          <a:p>
            <a:r>
              <a:rPr lang="fr-CA" sz="2400" dirty="0"/>
              <a:t>C. L’artère fémorale superficielle droite</a:t>
            </a:r>
          </a:p>
          <a:p>
            <a:r>
              <a:rPr lang="fr-CA" sz="2400" dirty="0"/>
              <a:t>D. L’artère pédieuse droite</a:t>
            </a:r>
          </a:p>
          <a:p>
            <a:r>
              <a:rPr lang="fr-CA" sz="2400" dirty="0"/>
              <a:t>E. L’artère poplitée droite</a:t>
            </a:r>
          </a:p>
        </p:txBody>
      </p:sp>
    </p:spTree>
    <p:extLst>
      <p:ext uri="{BB962C8B-B14F-4D97-AF65-F5344CB8AC3E}">
        <p14:creationId xmlns="" xmlns:p14="http://schemas.microsoft.com/office/powerpoint/2010/main" val="92629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83C8A03-BB8B-B1A7-D9F0-585D90AA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52" y="231355"/>
            <a:ext cx="10515600" cy="1325563"/>
          </a:xfrm>
          <a:solidFill>
            <a:schemeClr val="accent2">
              <a:lumMod val="75000"/>
            </a:schemeClr>
          </a:solidFill>
        </p:spPr>
        <p:txBody>
          <a:bodyPr/>
          <a:lstStyle/>
          <a:p>
            <a:r>
              <a:rPr lang="fr-CA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6- Signes cliniques pour établir le diagnostic: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="" xmlns:a16="http://schemas.microsoft.com/office/drawing/2014/main" id="{AAAFE427-F9B6-F3F1-D61A-46E077222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372" y="1644694"/>
            <a:ext cx="2531816" cy="4351338"/>
          </a:xfrm>
        </p:spPr>
      </p:pic>
      <p:sp>
        <p:nvSpPr>
          <p:cNvPr id="7" name="ZoneTexte 6">
            <a:extLst>
              <a:ext uri="{FF2B5EF4-FFF2-40B4-BE49-F238E27FC236}">
                <a16:creationId xmlns="" xmlns:a16="http://schemas.microsoft.com/office/drawing/2014/main" id="{9F64FF0E-420F-EF31-FE0A-253EB21D5CFF}"/>
              </a:ext>
            </a:extLst>
          </p:cNvPr>
          <p:cNvSpPr txBox="1"/>
          <p:nvPr/>
        </p:nvSpPr>
        <p:spPr>
          <a:xfrm>
            <a:off x="403485" y="1848416"/>
            <a:ext cx="856389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/>
              <a:t>L’apparition brutale d’une douleur et d’une froideur de la jambe droite avec abolition du pouls poplité droit et des pouls distaux homolatéraux (pouls fémoral </a:t>
            </a:r>
            <a:r>
              <a:rPr lang="fr-CA" sz="2400" b="1" dirty="0" smtClean="0"/>
              <a:t>droit </a:t>
            </a:r>
            <a:r>
              <a:rPr lang="fr-CA" sz="2400" b="1" dirty="0"/>
              <a:t>présent) chez une jeune femme évoque une occlusion aigue de :</a:t>
            </a:r>
          </a:p>
          <a:p>
            <a:endParaRPr lang="fr-CA" dirty="0"/>
          </a:p>
          <a:p>
            <a:r>
              <a:rPr lang="fr-CA" sz="2400" dirty="0"/>
              <a:t>A. L’artère iliaque interne droite</a:t>
            </a:r>
          </a:p>
          <a:p>
            <a:r>
              <a:rPr lang="fr-CA" sz="2400" dirty="0"/>
              <a:t>B. L’artère fémorale profonde droite</a:t>
            </a:r>
          </a:p>
          <a:p>
            <a:r>
              <a:rPr lang="fr-CA" sz="2400" b="1" dirty="0">
                <a:solidFill>
                  <a:schemeClr val="accent6">
                    <a:lumMod val="75000"/>
                  </a:schemeClr>
                </a:solidFill>
              </a:rPr>
              <a:t>C. L’artère fémorale superficielle droite</a:t>
            </a:r>
          </a:p>
          <a:p>
            <a:r>
              <a:rPr lang="fr-CA" sz="2400" dirty="0"/>
              <a:t>D. L’artère pédieuse droite</a:t>
            </a:r>
          </a:p>
          <a:p>
            <a:r>
              <a:rPr lang="fr-CA" sz="2400" b="1" dirty="0">
                <a:solidFill>
                  <a:schemeClr val="accent6">
                    <a:lumMod val="75000"/>
                  </a:schemeClr>
                </a:solidFill>
              </a:rPr>
              <a:t>E. L’artère poplitée droite</a:t>
            </a:r>
          </a:p>
        </p:txBody>
      </p:sp>
    </p:spTree>
    <p:extLst>
      <p:ext uri="{BB962C8B-B14F-4D97-AF65-F5344CB8AC3E}">
        <p14:creationId xmlns="" xmlns:p14="http://schemas.microsoft.com/office/powerpoint/2010/main" val="92629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741872" y="914400"/>
            <a:ext cx="1080889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 Une thrombose de </a:t>
            </a:r>
            <a:r>
              <a:rPr lang="en-US" sz="2800" b="1" dirty="0" err="1"/>
              <a:t>l’artère</a:t>
            </a:r>
            <a:r>
              <a:rPr lang="en-US" sz="2800" b="1" dirty="0"/>
              <a:t> </a:t>
            </a:r>
            <a:r>
              <a:rPr lang="en-US" sz="2800" b="1" dirty="0" err="1"/>
              <a:t>fémorale</a:t>
            </a:r>
            <a:r>
              <a:rPr lang="en-US" sz="2800" b="1" dirty="0"/>
              <a:t> profonde </a:t>
            </a:r>
            <a:r>
              <a:rPr lang="en-US" sz="2800" b="1" dirty="0" err="1"/>
              <a:t>s’accompagne</a:t>
            </a:r>
            <a:r>
              <a:rPr lang="en-US" sz="2800" b="1" dirty="0"/>
              <a:t> d’ :</a:t>
            </a:r>
            <a:endParaRPr lang="en-US" sz="2800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780699549"/>
              </p:ext>
            </p:extLst>
          </p:nvPr>
        </p:nvGraphicFramePr>
        <p:xfrm>
          <a:off x="833886" y="2304691"/>
          <a:ext cx="10251057" cy="3628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8389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741872" y="914400"/>
            <a:ext cx="1080889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 Une thrombose de </a:t>
            </a:r>
            <a:r>
              <a:rPr lang="en-US" sz="2800" b="1" dirty="0" err="1"/>
              <a:t>l’artère</a:t>
            </a:r>
            <a:r>
              <a:rPr lang="en-US" sz="2800" b="1" dirty="0"/>
              <a:t> </a:t>
            </a:r>
            <a:r>
              <a:rPr lang="en-US" sz="2800" b="1" dirty="0" err="1"/>
              <a:t>fémorale</a:t>
            </a:r>
            <a:r>
              <a:rPr lang="en-US" sz="2800" b="1" dirty="0"/>
              <a:t> profonde </a:t>
            </a:r>
            <a:r>
              <a:rPr lang="en-US" sz="2800" b="1" dirty="0" err="1"/>
              <a:t>s’accompagne</a:t>
            </a:r>
            <a:r>
              <a:rPr lang="en-US" sz="2800" b="1" dirty="0"/>
              <a:t> d’ :</a:t>
            </a:r>
            <a:endParaRPr lang="en-US" sz="2800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780699549"/>
              </p:ext>
            </p:extLst>
          </p:nvPr>
        </p:nvGraphicFramePr>
        <p:xfrm>
          <a:off x="833886" y="2304691"/>
          <a:ext cx="10251057" cy="3628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8389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741872" y="914400"/>
            <a:ext cx="108088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ea typeface="+mn-lt"/>
                <a:cs typeface="+mn-lt"/>
              </a:rPr>
              <a:t> Une thrombose de </a:t>
            </a:r>
            <a:r>
              <a:rPr lang="en-US" sz="3200" b="1" dirty="0" err="1">
                <a:ea typeface="+mn-lt"/>
                <a:cs typeface="+mn-lt"/>
              </a:rPr>
              <a:t>l’artère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brachiale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s’accompagne</a:t>
            </a:r>
            <a:r>
              <a:rPr lang="en-US" sz="3200" b="1" dirty="0">
                <a:ea typeface="+mn-lt"/>
                <a:cs typeface="+mn-lt"/>
              </a:rPr>
              <a:t> de : </a:t>
            </a:r>
            <a:endParaRPr lang="fr-FR" dirty="0"/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833886" y="2304691"/>
          <a:ext cx="10251057" cy="3628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74852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741872" y="914400"/>
            <a:ext cx="108088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ea typeface="+mn-lt"/>
                <a:cs typeface="+mn-lt"/>
              </a:rPr>
              <a:t> Une thrombose de </a:t>
            </a:r>
            <a:r>
              <a:rPr lang="en-US" sz="3200" b="1" dirty="0" err="1">
                <a:ea typeface="+mn-lt"/>
                <a:cs typeface="+mn-lt"/>
              </a:rPr>
              <a:t>l’artère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brachiale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s’accompagne</a:t>
            </a:r>
            <a:r>
              <a:rPr lang="en-US" sz="3200" b="1" dirty="0">
                <a:ea typeface="+mn-lt"/>
                <a:cs typeface="+mn-lt"/>
              </a:rPr>
              <a:t> de : </a:t>
            </a:r>
            <a:endParaRPr lang="fr-FR" dirty="0"/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833886" y="2304691"/>
          <a:ext cx="10251057" cy="3628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74852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200" b="1" dirty="0" smtClean="0">
                <a:latin typeface="+mn-lt"/>
                <a:ea typeface="+mn-lt"/>
                <a:cs typeface="+mn-lt"/>
              </a:rPr>
              <a:t>Au cours de l’ischémie aigue des membres inférieurs secondaire à une occlusion de la bifurcation aortique : </a:t>
            </a:r>
            <a:endParaRPr lang="fr-FR" sz="3200" b="1" dirty="0">
              <a:latin typeface="+mn-lt"/>
              <a:ea typeface="+mn-lt"/>
              <a:cs typeface="+mn-lt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200" b="1" dirty="0" smtClean="0">
                <a:latin typeface="+mn-lt"/>
                <a:ea typeface="+mn-lt"/>
                <a:cs typeface="+mn-lt"/>
              </a:rPr>
              <a:t>Au cours de l’ischémie aigue des membres inférieurs secondaire à une occlusion de la bifurcation aortique : </a:t>
            </a:r>
            <a:endParaRPr lang="fr-FR" sz="3200" b="1" dirty="0">
              <a:latin typeface="+mn-lt"/>
              <a:ea typeface="+mn-lt"/>
              <a:cs typeface="+mn-lt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 : coins arrondis 7">
            <a:extLst>
              <a:ext uri="{FF2B5EF4-FFF2-40B4-BE49-F238E27FC236}">
                <a16:creationId xmlns="" xmlns:a16="http://schemas.microsoft.com/office/drawing/2014/main" id="{9B62F374-4B7E-4FAE-9D6D-08CEB393FC63}"/>
              </a:ext>
            </a:extLst>
          </p:cNvPr>
          <p:cNvSpPr/>
          <p:nvPr/>
        </p:nvSpPr>
        <p:spPr>
          <a:xfrm>
            <a:off x="678611" y="240101"/>
            <a:ext cx="10840525" cy="9201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cs typeface="Calibri"/>
              </a:rPr>
              <a:t>6- clinique: diagnostic positif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="" xmlns:a16="http://schemas.microsoft.com/office/drawing/2014/main" id="{4E6DCE24-0879-462F-B41B-0AA69D87C4F8}"/>
              </a:ext>
            </a:extLst>
          </p:cNvPr>
          <p:cNvSpPr txBox="1"/>
          <p:nvPr/>
        </p:nvSpPr>
        <p:spPr>
          <a:xfrm>
            <a:off x="4335032" y="1695629"/>
            <a:ext cx="274320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fr-FR" sz="3600" b="1" dirty="0">
                <a:cs typeface="Calibri"/>
              </a:rPr>
              <a:t>Les 5 P</a:t>
            </a:r>
          </a:p>
        </p:txBody>
      </p:sp>
      <p:graphicFrame>
        <p:nvGraphicFramePr>
          <p:cNvPr id="14" name="Diagramme 3">
            <a:extLst>
              <a:ext uri="{FF2B5EF4-FFF2-40B4-BE49-F238E27FC236}">
                <a16:creationId xmlns="" xmlns:a16="http://schemas.microsoft.com/office/drawing/2014/main" id="{794C0111-B884-4816-8C0E-DC514CA2595C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930021490"/>
              </p:ext>
            </p:extLst>
          </p:nvPr>
        </p:nvGraphicFramePr>
        <p:xfrm>
          <a:off x="3581210" y="2687648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610187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 : coins arrondis 5">
            <a:extLst>
              <a:ext uri="{FF2B5EF4-FFF2-40B4-BE49-F238E27FC236}">
                <a16:creationId xmlns="" xmlns:a16="http://schemas.microsoft.com/office/drawing/2014/main" id="{658911CE-E4C2-4BA2-AD21-F265200DF7AA}"/>
              </a:ext>
            </a:extLst>
          </p:cNvPr>
          <p:cNvSpPr/>
          <p:nvPr/>
        </p:nvSpPr>
        <p:spPr>
          <a:xfrm>
            <a:off x="678611" y="240101"/>
            <a:ext cx="10840525" cy="9201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cs typeface="Calibri"/>
              </a:rPr>
              <a:t>6- clinique: examen physique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="" xmlns:a16="http://schemas.microsoft.com/office/drawing/2014/main" id="{C70F8812-8AC6-4DBD-A5CE-FAF2857B4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42286790"/>
              </p:ext>
            </p:extLst>
          </p:nvPr>
        </p:nvGraphicFramePr>
        <p:xfrm>
          <a:off x="589471" y="1524000"/>
          <a:ext cx="11085848" cy="508591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730433">
                  <a:extLst>
                    <a:ext uri="{9D8B030D-6E8A-4147-A177-3AD203B41FA5}">
                      <a16:colId xmlns="" xmlns:a16="http://schemas.microsoft.com/office/drawing/2014/main" val="4145226933"/>
                    </a:ext>
                  </a:extLst>
                </a:gridCol>
                <a:gridCol w="3453618">
                  <a:extLst>
                    <a:ext uri="{9D8B030D-6E8A-4147-A177-3AD203B41FA5}">
                      <a16:colId xmlns="" xmlns:a16="http://schemas.microsoft.com/office/drawing/2014/main" val="3898096084"/>
                    </a:ext>
                  </a:extLst>
                </a:gridCol>
                <a:gridCol w="3901797">
                  <a:extLst>
                    <a:ext uri="{9D8B030D-6E8A-4147-A177-3AD203B41FA5}">
                      <a16:colId xmlns="" xmlns:a16="http://schemas.microsoft.com/office/drawing/2014/main" val="3311657628"/>
                    </a:ext>
                  </a:extLst>
                </a:gridCol>
              </a:tblGrid>
              <a:tr h="589671">
                <a:tc>
                  <a:txBody>
                    <a:bodyPr/>
                    <a:lstStyle/>
                    <a:p>
                      <a:pPr algn="ctr" fontAlgn="auto"/>
                      <a:r>
                        <a:rPr lang="fr-CA" sz="1400" dirty="0">
                          <a:effectLst/>
                        </a:rPr>
                        <a:t>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 dirty="0">
                          <a:effectLst/>
                        </a:rPr>
                        <a:t>Embolie​</a:t>
                      </a:r>
                      <a:endParaRPr lang="fr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Thrombose​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153575541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Âge​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Plutôt jeune​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Âgé​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535263932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 dirty="0">
                          <a:effectLst/>
                        </a:rPr>
                        <a:t>Apparition​</a:t>
                      </a:r>
                      <a:endParaRPr lang="fr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Brutale​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Progressive ou rapide​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80964454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Douleur​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Aiguë, sévère​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Plus modérée​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699457439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Température cutanée​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Fortement diminuée​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Diminuée inégalement​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537061500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Anomalie cardiaque​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Présente​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Absente​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446851827"/>
                  </a:ext>
                </a:extLst>
              </a:tr>
              <a:tr h="589671"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Facteurs favorisants​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Passage en AC/FA​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Bas débit, hyperviscosité​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26429841"/>
                  </a:ext>
                </a:extLst>
              </a:tr>
              <a:tr h="958215"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Artériographie​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>
                          <a:effectLst/>
                        </a:rPr>
                        <a:t>Arrêt en cupule​</a:t>
                      </a:r>
                      <a:endParaRPr lang="fr-CA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400" dirty="0">
                          <a:effectLst/>
                        </a:rPr>
                        <a:t>Arrêt irrégulier​</a:t>
                      </a:r>
                      <a:endParaRPr lang="fr-CA" dirty="0">
                        <a:effectLst/>
                      </a:endParaRPr>
                    </a:p>
                    <a:p>
                      <a:pPr algn="ctr" fontAlgn="base"/>
                      <a:r>
                        <a:rPr lang="fr-CA" sz="1400" dirty="0">
                          <a:effectLst/>
                        </a:rPr>
                        <a:t>Athérosclérose​</a:t>
                      </a:r>
                      <a:endParaRPr lang="fr-CA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98809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419054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Rectangle : coins arrondis 7">
            <a:extLst>
              <a:ext uri="{FF2B5EF4-FFF2-40B4-BE49-F238E27FC236}">
                <a16:creationId xmlns="" xmlns:a16="http://schemas.microsoft.com/office/drawing/2014/main" id="{10B50F40-9848-40B7-9C6E-72B7DB106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98" y="1974776"/>
            <a:ext cx="10972800" cy="252010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None/>
            </a:pPr>
            <a:r>
              <a:rPr lang="fr-FR" sz="4000" dirty="0">
                <a:cs typeface="Calibri"/>
              </a:rPr>
              <a:t>6- Examens paracliniques: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/>
              <a:t>Lors d'une ischémie aigue, les critères </a:t>
            </a:r>
            <a:r>
              <a:rPr lang="fr-FR" sz="3200" b="1" dirty="0" err="1"/>
              <a:t>artériographiques</a:t>
            </a:r>
            <a:r>
              <a:rPr lang="fr-FR" sz="3200" b="1" dirty="0"/>
              <a:t> suivants sont en faveur de l'origine embolique : </a:t>
            </a:r>
            <a:endParaRPr lang="fr-FR" b="1" dirty="0"/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74654"/>
          <a:ext cx="10337321" cy="4405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81302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/>
              <a:t>Lors d'une ischémie aigue, les critères </a:t>
            </a:r>
            <a:r>
              <a:rPr lang="fr-FR" sz="3200" b="1" dirty="0" err="1"/>
              <a:t>artériographiques</a:t>
            </a:r>
            <a:r>
              <a:rPr lang="fr-FR" sz="3200" b="1" dirty="0"/>
              <a:t> suivants sont en faveur de l'origine embolique : </a:t>
            </a:r>
            <a:endParaRPr lang="fr-FR" b="1" dirty="0"/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74654"/>
          <a:ext cx="10337321" cy="4405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81302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 : coins arrondis 7">
            <a:extLst>
              <a:ext uri="{FF2B5EF4-FFF2-40B4-BE49-F238E27FC236}">
                <a16:creationId xmlns="" xmlns:a16="http://schemas.microsoft.com/office/drawing/2014/main" id="{10B50F40-9848-40B7-9C6E-72B7DB106DCF}"/>
              </a:ext>
            </a:extLst>
          </p:cNvPr>
          <p:cNvSpPr/>
          <p:nvPr/>
        </p:nvSpPr>
        <p:spPr>
          <a:xfrm>
            <a:off x="678611" y="240101"/>
            <a:ext cx="10840525" cy="9201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cs typeface="Calibri"/>
              </a:rPr>
              <a:t>6- Examens paracliniques: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="" xmlns:a16="http://schemas.microsoft.com/office/drawing/2014/main" id="{EDD59829-3331-4D56-ACC6-77A42A533352}"/>
              </a:ext>
            </a:extLst>
          </p:cNvPr>
          <p:cNvSpPr>
            <a:spLocks noGrp="1"/>
          </p:cNvSpPr>
          <p:nvPr/>
        </p:nvSpPr>
        <p:spPr>
          <a:xfrm>
            <a:off x="726416" y="1650400"/>
            <a:ext cx="9933422" cy="25550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/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ECG : AC/FA</a:t>
            </a:r>
          </a:p>
          <a:p>
            <a:pPr indent="-228600"/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Écho-doppler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: </a:t>
            </a:r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très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peu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contributif</a:t>
            </a:r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pPr indent="-228600"/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Artériographie</a:t>
            </a:r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pPr indent="-228600"/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Angioscanner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 ++</a:t>
            </a:r>
          </a:p>
          <a:p>
            <a:endParaRPr lang="fr-FR" sz="1700" dirty="0">
              <a:solidFill>
                <a:schemeClr val="bg1"/>
              </a:solidFill>
              <a:cs typeface="Calibri"/>
            </a:endParaRPr>
          </a:p>
        </p:txBody>
      </p:sp>
      <p:pic>
        <p:nvPicPr>
          <p:cNvPr id="12" name="Image 12" descr="Attention Exclamation Mark Sign · Free vector graphic on ...">
            <a:extLst>
              <a:ext uri="{FF2B5EF4-FFF2-40B4-BE49-F238E27FC236}">
                <a16:creationId xmlns="" xmlns:a16="http://schemas.microsoft.com/office/drawing/2014/main" id="{74C02654-622A-4FE8-BFED-D27299A74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76" y="4107630"/>
            <a:ext cx="2743199" cy="2471969"/>
          </a:xfrm>
          <a:prstGeom prst="rect">
            <a:avLst/>
          </a:prstGeom>
        </p:spPr>
      </p:pic>
      <p:sp>
        <p:nvSpPr>
          <p:cNvPr id="14" name="ZoneTexte 1">
            <a:extLst>
              <a:ext uri="{FF2B5EF4-FFF2-40B4-BE49-F238E27FC236}">
                <a16:creationId xmlns="" xmlns:a16="http://schemas.microsoft.com/office/drawing/2014/main" id="{E6D7432E-511D-435D-9E8D-53E6A82D9169}"/>
              </a:ext>
            </a:extLst>
          </p:cNvPr>
          <p:cNvSpPr txBox="1"/>
          <p:nvPr/>
        </p:nvSpPr>
        <p:spPr>
          <a:xfrm>
            <a:off x="4094950" y="4328001"/>
            <a:ext cx="5934971" cy="196977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,Sans-Serif"/>
              <a:buChar char="•"/>
            </a:pPr>
            <a:endParaRPr lang="en-US" b="1" dirty="0">
              <a:latin typeface="Batang" pitchFamily="18" charset="-127"/>
              <a:ea typeface="Batang" pitchFamily="18" charset="-127"/>
              <a:cs typeface="+mn-lt"/>
            </a:endParaRPr>
          </a:p>
          <a:p>
            <a:pPr marL="285750" indent="-228600"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i="1" dirty="0" err="1">
                <a:solidFill>
                  <a:srgbClr val="C00000"/>
                </a:solidFill>
                <a:ea typeface="+mn-lt"/>
                <a:cs typeface="+mn-lt"/>
              </a:rPr>
              <a:t>Aucun</a:t>
            </a:r>
            <a:r>
              <a:rPr lang="en-US" sz="2800" b="1" i="1" dirty="0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sz="2800" b="1" i="1" dirty="0" err="1">
                <a:solidFill>
                  <a:srgbClr val="C00000"/>
                </a:solidFill>
                <a:ea typeface="+mn-lt"/>
                <a:cs typeface="+mn-lt"/>
              </a:rPr>
              <a:t>examen</a:t>
            </a:r>
            <a:r>
              <a:rPr lang="en-US" sz="2800" b="1" i="1" dirty="0">
                <a:solidFill>
                  <a:srgbClr val="C00000"/>
                </a:solidFill>
                <a:ea typeface="+mn-lt"/>
                <a:cs typeface="+mn-lt"/>
              </a:rPr>
              <a:t> </a:t>
            </a:r>
            <a:r>
              <a:rPr lang="en-US" sz="2800" b="1" i="1" dirty="0" err="1">
                <a:solidFill>
                  <a:srgbClr val="C00000"/>
                </a:solidFill>
                <a:ea typeface="+mn-lt"/>
                <a:cs typeface="+mn-lt"/>
              </a:rPr>
              <a:t>complémentaire</a:t>
            </a:r>
            <a:r>
              <a:rPr lang="en-US" sz="2800" b="1" i="1" dirty="0">
                <a:solidFill>
                  <a:srgbClr val="C00000"/>
                </a:solidFill>
                <a:ea typeface="+mn-lt"/>
                <a:cs typeface="+mn-lt"/>
              </a:rPr>
              <a:t>  </a:t>
            </a:r>
            <a:r>
              <a:rPr lang="en-US" sz="2800" b="1" i="1" dirty="0" smtClean="0">
                <a:solidFill>
                  <a:srgbClr val="C00000"/>
                </a:solidFill>
                <a:ea typeface="+mn-lt"/>
                <a:cs typeface="+mn-lt"/>
              </a:rPr>
              <a:t>ne </a:t>
            </a:r>
            <a:r>
              <a:rPr lang="en-US" sz="2800" b="1" i="1" dirty="0" err="1" smtClean="0">
                <a:solidFill>
                  <a:srgbClr val="C00000"/>
                </a:solidFill>
                <a:ea typeface="+mn-lt"/>
                <a:cs typeface="+mn-lt"/>
              </a:rPr>
              <a:t>doit</a:t>
            </a:r>
            <a:r>
              <a:rPr lang="en-US" sz="2800" b="1" i="1" dirty="0" smtClean="0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sz="2800" b="1" i="1" dirty="0">
                <a:solidFill>
                  <a:srgbClr val="C00000"/>
                </a:solidFill>
                <a:ea typeface="+mn-lt"/>
                <a:cs typeface="+mn-lt"/>
              </a:rPr>
              <a:t>retarder la </a:t>
            </a:r>
            <a:r>
              <a:rPr lang="en-US" sz="2800" b="1" i="1" dirty="0" err="1">
                <a:solidFill>
                  <a:srgbClr val="C00000"/>
                </a:solidFill>
                <a:ea typeface="+mn-lt"/>
                <a:cs typeface="+mn-lt"/>
              </a:rPr>
              <a:t>prise</a:t>
            </a:r>
            <a:r>
              <a:rPr lang="en-US" sz="2800" b="1" i="1" dirty="0">
                <a:solidFill>
                  <a:srgbClr val="C00000"/>
                </a:solidFill>
                <a:ea typeface="+mn-lt"/>
                <a:cs typeface="+mn-lt"/>
              </a:rPr>
              <a:t> en charge </a:t>
            </a:r>
            <a:r>
              <a:rPr lang="en-US" sz="2800" b="1" i="1" dirty="0" err="1">
                <a:solidFill>
                  <a:srgbClr val="C00000"/>
                </a:solidFill>
                <a:ea typeface="+mn-lt"/>
                <a:cs typeface="+mn-lt"/>
              </a:rPr>
              <a:t>d’une</a:t>
            </a:r>
            <a:r>
              <a:rPr lang="en-US" sz="2800" b="1" i="1" dirty="0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sz="2800" b="1" i="1" dirty="0" err="1">
                <a:solidFill>
                  <a:srgbClr val="C00000"/>
                </a:solidFill>
                <a:ea typeface="+mn-lt"/>
                <a:cs typeface="+mn-lt"/>
              </a:rPr>
              <a:t>ischémie</a:t>
            </a:r>
            <a:r>
              <a:rPr lang="en-US" sz="2800" b="1" i="1" dirty="0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sz="2800" b="1" i="1" dirty="0" err="1">
                <a:solidFill>
                  <a:srgbClr val="C00000"/>
                </a:solidFill>
                <a:ea typeface="+mn-lt"/>
                <a:cs typeface="+mn-lt"/>
              </a:rPr>
              <a:t>aigue</a:t>
            </a:r>
            <a:r>
              <a:rPr lang="en-US" sz="2800" b="1" i="1" dirty="0">
                <a:solidFill>
                  <a:srgbClr val="C00000"/>
                </a:solidFill>
                <a:ea typeface="+mn-lt"/>
                <a:cs typeface="+mn-lt"/>
              </a:rPr>
              <a:t> </a:t>
            </a:r>
            <a:r>
              <a:rPr lang="en-US" sz="2800" b="1" i="1" dirty="0" err="1">
                <a:solidFill>
                  <a:srgbClr val="C00000"/>
                </a:solidFill>
                <a:ea typeface="+mn-lt"/>
                <a:cs typeface="+mn-lt"/>
              </a:rPr>
              <a:t>sensitivo-motrice</a:t>
            </a:r>
            <a:r>
              <a:rPr lang="en-US" sz="2800" b="1" i="1" dirty="0">
                <a:solidFill>
                  <a:srgbClr val="C00000"/>
                </a:solidFill>
                <a:ea typeface="+mn-lt"/>
                <a:cs typeface="+mn-lt"/>
              </a:rPr>
              <a:t> </a:t>
            </a:r>
            <a:r>
              <a:rPr lang="en-US" sz="2800" b="1" i="1" dirty="0" err="1">
                <a:solidFill>
                  <a:srgbClr val="C00000"/>
                </a:solidFill>
                <a:ea typeface="+mn-lt"/>
                <a:cs typeface="+mn-lt"/>
              </a:rPr>
              <a:t>complète</a:t>
            </a:r>
            <a:endParaRPr lang="fr-FR" sz="2800" b="1" i="1" dirty="0">
              <a:solidFill>
                <a:srgbClr val="C00000"/>
              </a:solidFill>
              <a:cs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78280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="" xmlns:a16="http://schemas.microsoft.com/office/drawing/2014/main" id="{38036D9A-6262-43CB-9848-58B5942791D4}"/>
              </a:ext>
            </a:extLst>
          </p:cNvPr>
          <p:cNvSpPr>
            <a:spLocks noGrp="1"/>
          </p:cNvSpPr>
          <p:nvPr/>
        </p:nvSpPr>
        <p:spPr>
          <a:xfrm>
            <a:off x="675355" y="1984809"/>
            <a:ext cx="10846157" cy="40555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>
                <a:solidFill>
                  <a:schemeClr val="bg1">
                    <a:lumMod val="95000"/>
                    <a:lumOff val="5000"/>
                  </a:schemeClr>
                </a:solidFill>
              </a:rPr>
              <a:t>Artère iliaque</a:t>
            </a:r>
            <a:endParaRPr lang="fr-FR" sz="360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r>
              <a:rPr lang="fr-FR" sz="3600">
                <a:solidFill>
                  <a:schemeClr val="bg1">
                    <a:lumMod val="95000"/>
                    <a:lumOff val="5000"/>
                  </a:schemeClr>
                </a:solidFill>
              </a:rPr>
              <a:t>Artère fémorale commune </a:t>
            </a:r>
            <a:endParaRPr lang="fr-FR" sz="360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r>
              <a:rPr lang="fr-FR" sz="3600">
                <a:solidFill>
                  <a:schemeClr val="bg1">
                    <a:lumMod val="95000"/>
                    <a:lumOff val="5000"/>
                  </a:schemeClr>
                </a:solidFill>
              </a:rPr>
              <a:t>Artère fémorale superficielle</a:t>
            </a:r>
            <a:endParaRPr lang="fr-FR" sz="360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r>
              <a:rPr lang="fr-FR" sz="3600">
                <a:solidFill>
                  <a:schemeClr val="bg1">
                    <a:lumMod val="95000"/>
                    <a:lumOff val="5000"/>
                  </a:schemeClr>
                </a:solidFill>
              </a:rPr>
              <a:t>Artère fémorale profonde</a:t>
            </a:r>
            <a:endParaRPr lang="fr-FR" sz="360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r>
              <a:rPr lang="fr-FR" sz="3600">
                <a:solidFill>
                  <a:schemeClr val="bg1">
                    <a:lumMod val="95000"/>
                    <a:lumOff val="5000"/>
                  </a:schemeClr>
                </a:solidFill>
              </a:rPr>
              <a:t>Artère poplitée sous-</a:t>
            </a:r>
            <a:r>
              <a:rPr lang="fr-FR" sz="3600" err="1">
                <a:solidFill>
                  <a:schemeClr val="bg1">
                    <a:lumMod val="95000"/>
                    <a:lumOff val="5000"/>
                  </a:schemeClr>
                </a:solidFill>
              </a:rPr>
              <a:t>gonale</a:t>
            </a:r>
            <a:endParaRPr lang="fr-FR" sz="360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r>
              <a:rPr lang="fr-FR" sz="3600">
                <a:solidFill>
                  <a:schemeClr val="bg1">
                    <a:lumMod val="95000"/>
                    <a:lumOff val="5000"/>
                  </a:schemeClr>
                </a:solidFill>
              </a:rPr>
              <a:t>Artères jambières</a:t>
            </a:r>
            <a:endParaRPr lang="fr-FR" sz="3600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="" xmlns:a16="http://schemas.microsoft.com/office/drawing/2014/main" id="{10B50F40-9848-40B7-9C6E-72B7DB106DCF}"/>
              </a:ext>
            </a:extLst>
          </p:cNvPr>
          <p:cNvSpPr/>
          <p:nvPr/>
        </p:nvSpPr>
        <p:spPr>
          <a:xfrm>
            <a:off x="678611" y="240101"/>
            <a:ext cx="10840525" cy="9201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cs typeface="Calibri"/>
              </a:rPr>
              <a:t>6- Formes cliniques: formes topographiques</a:t>
            </a:r>
          </a:p>
        </p:txBody>
      </p:sp>
    </p:spTree>
    <p:extLst>
      <p:ext uri="{BB962C8B-B14F-4D97-AF65-F5344CB8AC3E}">
        <p14:creationId xmlns="" xmlns:p14="http://schemas.microsoft.com/office/powerpoint/2010/main" val="3686070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3667" y="2371382"/>
            <a:ext cx="10972800" cy="203748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buNone/>
            </a:pPr>
            <a:endParaRPr lang="fr-CA" sz="4000" dirty="0" smtClean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fr-CA" sz="4000" dirty="0" smtClean="0">
                <a:solidFill>
                  <a:schemeClr val="bg1"/>
                </a:solidFill>
              </a:rPr>
              <a:t>9-Moyens </a:t>
            </a:r>
            <a:r>
              <a:rPr lang="fr-CA" sz="4000" dirty="0">
                <a:solidFill>
                  <a:schemeClr val="bg1"/>
                </a:solidFill>
              </a:rPr>
              <a:t>thérapeutiques:</a:t>
            </a:r>
            <a:endParaRPr lang="fr-FR" sz="40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None/>
            </a:pPr>
            <a:endParaRPr lang="fr-FR" sz="3200" b="1" dirty="0"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>
                <a:ea typeface="+mn-lt"/>
                <a:cs typeface="+mn-lt"/>
              </a:rPr>
              <a:t>La prise en charge thérapeutique d'une ischémie aigue de membre peut comporter : </a:t>
            </a:r>
            <a:endParaRPr lang="fr-FR" dirty="0"/>
          </a:p>
          <a:p>
            <a:endParaRPr lang="fr-FR" sz="3200" b="1" dirty="0">
              <a:cs typeface="Calibri"/>
            </a:endParaRPr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74654"/>
          <a:ext cx="10337321" cy="4405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20929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598098" y="296174"/>
            <a:ext cx="1080889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200" b="1" dirty="0">
                <a:ea typeface="+mn-lt"/>
                <a:cs typeface="+mn-lt"/>
              </a:rPr>
              <a:t>La prise en charge thérapeutique d'une ischémie aigue de membre peut comporter : </a:t>
            </a:r>
            <a:endParaRPr lang="fr-FR" dirty="0"/>
          </a:p>
          <a:p>
            <a:endParaRPr lang="fr-FR" sz="3200" b="1" dirty="0">
              <a:cs typeface="Calibri"/>
            </a:endParaRPr>
          </a:p>
          <a:p>
            <a:endParaRPr lang="fr-FR" b="1" dirty="0">
              <a:cs typeface="Calibri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/>
        </p:nvGraphicFramePr>
        <p:xfrm>
          <a:off x="675735" y="2074654"/>
          <a:ext cx="10337321" cy="4405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20929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686787" y="506776"/>
            <a:ext cx="1080889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ea typeface="+mn-lt"/>
                <a:cs typeface="+mn-lt"/>
              </a:rPr>
              <a:t> Dans les </a:t>
            </a:r>
            <a:r>
              <a:rPr lang="en-US" sz="3200" b="1" dirty="0" err="1">
                <a:ea typeface="+mn-lt"/>
                <a:cs typeface="+mn-lt"/>
              </a:rPr>
              <a:t>ischémies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aigues</a:t>
            </a:r>
            <a:r>
              <a:rPr lang="en-US" sz="3200" b="1" dirty="0">
                <a:ea typeface="+mn-lt"/>
                <a:cs typeface="+mn-lt"/>
              </a:rPr>
              <a:t> des </a:t>
            </a:r>
            <a:r>
              <a:rPr lang="en-US" sz="3200" b="1" dirty="0" err="1">
                <a:ea typeface="+mn-lt"/>
                <a:cs typeface="+mn-lt"/>
              </a:rPr>
              <a:t>membres</a:t>
            </a:r>
            <a:r>
              <a:rPr lang="en-US" sz="3200" b="1" dirty="0">
                <a:ea typeface="+mn-lt"/>
                <a:cs typeface="+mn-lt"/>
              </a:rPr>
              <a:t>, le </a:t>
            </a:r>
            <a:r>
              <a:rPr lang="en-US" sz="3200" b="1" dirty="0" err="1">
                <a:ea typeface="+mn-lt"/>
                <a:cs typeface="+mn-lt"/>
              </a:rPr>
              <a:t>lavage</a:t>
            </a:r>
            <a:r>
              <a:rPr lang="en-US" sz="3200" b="1" dirty="0">
                <a:ea typeface="+mn-lt"/>
                <a:cs typeface="+mn-lt"/>
              </a:rPr>
              <a:t> </a:t>
            </a:r>
            <a:r>
              <a:rPr lang="en-US" sz="3200" b="1" dirty="0" smtClean="0">
                <a:ea typeface="+mn-lt"/>
                <a:cs typeface="+mn-lt"/>
              </a:rPr>
              <a:t>du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membre</a:t>
            </a:r>
            <a:r>
              <a:rPr lang="en-US" sz="3200" b="1" dirty="0">
                <a:ea typeface="+mn-lt"/>
                <a:cs typeface="+mn-lt"/>
              </a:rPr>
              <a:t> :</a:t>
            </a:r>
            <a:endParaRPr lang="fr-FR" dirty="0">
              <a:ea typeface="+mn-lt"/>
              <a:cs typeface="+mn-lt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328133816"/>
              </p:ext>
            </p:extLst>
          </p:nvPr>
        </p:nvGraphicFramePr>
        <p:xfrm>
          <a:off x="675735" y="1637731"/>
          <a:ext cx="10337321" cy="4664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57736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="" xmlns:a16="http://schemas.microsoft.com/office/drawing/2014/main" id="{23E51BBB-8DB5-475D-A3A1-752E08DEB053}"/>
              </a:ext>
            </a:extLst>
          </p:cNvPr>
          <p:cNvSpPr txBox="1"/>
          <p:nvPr/>
        </p:nvSpPr>
        <p:spPr>
          <a:xfrm>
            <a:off x="686787" y="506776"/>
            <a:ext cx="1080889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ea typeface="+mn-lt"/>
                <a:cs typeface="+mn-lt"/>
              </a:rPr>
              <a:t> Dans les </a:t>
            </a:r>
            <a:r>
              <a:rPr lang="en-US" sz="3200" b="1" dirty="0" err="1">
                <a:ea typeface="+mn-lt"/>
                <a:cs typeface="+mn-lt"/>
              </a:rPr>
              <a:t>ischémies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aigues</a:t>
            </a:r>
            <a:r>
              <a:rPr lang="en-US" sz="3200" b="1" dirty="0">
                <a:ea typeface="+mn-lt"/>
                <a:cs typeface="+mn-lt"/>
              </a:rPr>
              <a:t> des </a:t>
            </a:r>
            <a:r>
              <a:rPr lang="en-US" sz="3200" b="1" dirty="0" err="1">
                <a:ea typeface="+mn-lt"/>
                <a:cs typeface="+mn-lt"/>
              </a:rPr>
              <a:t>membres</a:t>
            </a:r>
            <a:r>
              <a:rPr lang="en-US" sz="3200" b="1" dirty="0">
                <a:ea typeface="+mn-lt"/>
                <a:cs typeface="+mn-lt"/>
              </a:rPr>
              <a:t>, le </a:t>
            </a:r>
            <a:r>
              <a:rPr lang="en-US" sz="3200" b="1" dirty="0" err="1">
                <a:ea typeface="+mn-lt"/>
                <a:cs typeface="+mn-lt"/>
              </a:rPr>
              <a:t>lavage</a:t>
            </a:r>
            <a:r>
              <a:rPr lang="en-US" sz="3200" b="1" dirty="0">
                <a:ea typeface="+mn-lt"/>
                <a:cs typeface="+mn-lt"/>
              </a:rPr>
              <a:t> </a:t>
            </a:r>
            <a:r>
              <a:rPr lang="en-US" sz="3200" b="1" dirty="0" smtClean="0">
                <a:ea typeface="+mn-lt"/>
                <a:cs typeface="+mn-lt"/>
              </a:rPr>
              <a:t>du</a:t>
            </a:r>
            <a:r>
              <a:rPr lang="en-US" sz="3200" b="1" dirty="0">
                <a:ea typeface="+mn-lt"/>
                <a:cs typeface="+mn-lt"/>
              </a:rPr>
              <a:t> </a:t>
            </a:r>
            <a:r>
              <a:rPr lang="en-US" sz="3200" b="1" dirty="0" err="1">
                <a:ea typeface="+mn-lt"/>
                <a:cs typeface="+mn-lt"/>
              </a:rPr>
              <a:t>membre</a:t>
            </a:r>
            <a:r>
              <a:rPr lang="en-US" sz="3200" b="1" dirty="0">
                <a:ea typeface="+mn-lt"/>
                <a:cs typeface="+mn-lt"/>
              </a:rPr>
              <a:t> :</a:t>
            </a:r>
            <a:endParaRPr lang="fr-FR" dirty="0">
              <a:ea typeface="+mn-lt"/>
              <a:cs typeface="+mn-lt"/>
            </a:endParaRPr>
          </a:p>
        </p:txBody>
      </p:sp>
      <p:graphicFrame>
        <p:nvGraphicFramePr>
          <p:cNvPr id="3" name="Diagramme 3">
            <a:extLst>
              <a:ext uri="{FF2B5EF4-FFF2-40B4-BE49-F238E27FC236}">
                <a16:creationId xmlns="" xmlns:a16="http://schemas.microsoft.com/office/drawing/2014/main" id="{3B128981-27E6-4551-915A-2A604E3C17E5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328133816"/>
              </p:ext>
            </p:extLst>
          </p:nvPr>
        </p:nvGraphicFramePr>
        <p:xfrm>
          <a:off x="675735" y="1637731"/>
          <a:ext cx="10337321" cy="4664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257736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="" xmlns:a16="http://schemas.microsoft.com/office/drawing/2014/main" id="{38036D9A-6262-43CB-9848-58B5942791D4}"/>
              </a:ext>
            </a:extLst>
          </p:cNvPr>
          <p:cNvSpPr>
            <a:spLocks noGrp="1"/>
          </p:cNvSpPr>
          <p:nvPr/>
        </p:nvSpPr>
        <p:spPr>
          <a:xfrm>
            <a:off x="642304" y="1698371"/>
            <a:ext cx="10846157" cy="411853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>
                <a:solidFill>
                  <a:schemeClr val="bg1"/>
                </a:solidFill>
                <a:ea typeface="+mn-lt"/>
                <a:cs typeface="+mn-lt"/>
              </a:rPr>
              <a:t>Héparinothérapie +++</a:t>
            </a:r>
            <a:endParaRPr lang="fr-FR" sz="2800">
              <a:solidFill>
                <a:schemeClr val="bg1"/>
              </a:solidFill>
              <a:ea typeface="+mn-lt"/>
              <a:cs typeface="+mn-lt"/>
            </a:endParaRPr>
          </a:p>
          <a:p>
            <a:endParaRPr lang="fr-FR" sz="2800">
              <a:ea typeface="+mn-lt"/>
              <a:cs typeface="+mn-lt"/>
            </a:endParaRPr>
          </a:p>
          <a:p>
            <a:r>
              <a:rPr lang="fr-FR" sz="2800">
                <a:solidFill>
                  <a:schemeClr val="bg1"/>
                </a:solidFill>
                <a:ea typeface="+mn-lt"/>
                <a:cs typeface="+mn-lt"/>
              </a:rPr>
              <a:t>Correction des désordres métaboliques</a:t>
            </a:r>
          </a:p>
          <a:p>
            <a:endParaRPr lang="fr-FR" sz="2800">
              <a:ea typeface="+mn-lt"/>
              <a:cs typeface="+mn-lt"/>
            </a:endParaRPr>
          </a:p>
          <a:p>
            <a:r>
              <a:rPr lang="fr-FR" sz="2800">
                <a:solidFill>
                  <a:schemeClr val="bg1"/>
                </a:solidFill>
                <a:ea typeface="+mn-lt"/>
                <a:cs typeface="+mn-lt"/>
              </a:rPr>
              <a:t>Vasodilatateurs</a:t>
            </a:r>
          </a:p>
          <a:p>
            <a:endParaRPr lang="fr-FR" sz="2800">
              <a:ea typeface="+mn-lt"/>
              <a:cs typeface="+mn-lt"/>
            </a:endParaRPr>
          </a:p>
          <a:p>
            <a:r>
              <a:rPr lang="fr-FR" sz="2800">
                <a:solidFill>
                  <a:schemeClr val="bg1"/>
                </a:solidFill>
                <a:ea typeface="+mn-lt"/>
                <a:cs typeface="+mn-lt"/>
              </a:rPr>
              <a:t>Fibrinolyse intra-artérielle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="" xmlns:a16="http://schemas.microsoft.com/office/drawing/2014/main" id="{10B50F40-9848-40B7-9C6E-72B7DB106DCF}"/>
              </a:ext>
            </a:extLst>
          </p:cNvPr>
          <p:cNvSpPr/>
          <p:nvPr/>
        </p:nvSpPr>
        <p:spPr>
          <a:xfrm>
            <a:off x="678611" y="240101"/>
            <a:ext cx="10840525" cy="9201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 dirty="0">
                <a:cs typeface="Calibri"/>
              </a:rPr>
              <a:t>9- Traitement: médical</a:t>
            </a:r>
          </a:p>
        </p:txBody>
      </p:sp>
    </p:spTree>
    <p:extLst>
      <p:ext uri="{BB962C8B-B14F-4D97-AF65-F5344CB8AC3E}">
        <p14:creationId xmlns="" xmlns:p14="http://schemas.microsoft.com/office/powerpoint/2010/main" val="4264164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5" descr="Anatomy 1080P, 2K, 4K, 5K HD wallpapers free download ...">
            <a:extLst>
              <a:ext uri="{FF2B5EF4-FFF2-40B4-BE49-F238E27FC236}">
                <a16:creationId xmlns="" xmlns:a16="http://schemas.microsoft.com/office/drawing/2014/main" id="{FB44C1EA-A1A9-4248-A339-43CD43683D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18818" r="829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9" name="Espace réservé du contenu 2">
            <a:extLst>
              <a:ext uri="{FF2B5EF4-FFF2-40B4-BE49-F238E27FC236}">
                <a16:creationId xmlns="" xmlns:a16="http://schemas.microsoft.com/office/drawing/2014/main" id="{38036D9A-6262-43CB-9848-58B5942791D4}"/>
              </a:ext>
            </a:extLst>
          </p:cNvPr>
          <p:cNvSpPr>
            <a:spLocks noGrp="1"/>
          </p:cNvSpPr>
          <p:nvPr/>
        </p:nvSpPr>
        <p:spPr>
          <a:xfrm>
            <a:off x="697388" y="1742438"/>
            <a:ext cx="10846157" cy="46881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u="sng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Traitement de l’obstruction</a:t>
            </a:r>
            <a:endParaRPr lang="fr-FR" sz="2800" dirty="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r>
              <a:rPr lang="fr-FR" sz="28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     </a:t>
            </a:r>
            <a:r>
              <a:rPr lang="fr-FR" sz="2800" dirty="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Embolectomie</a:t>
            </a:r>
            <a:r>
              <a:rPr lang="fr-FR" sz="28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à la sonde de </a:t>
            </a:r>
            <a:r>
              <a:rPr lang="fr-FR" sz="2800" dirty="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Fogarty</a:t>
            </a:r>
            <a:endParaRPr lang="fr-FR" sz="2800" dirty="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r>
              <a:rPr lang="fr-FR" sz="28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     </a:t>
            </a:r>
            <a:r>
              <a:rPr lang="fr-FR" sz="2800" dirty="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Thrombectomie</a:t>
            </a:r>
            <a:r>
              <a:rPr lang="fr-FR" sz="28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à la sonde de </a:t>
            </a:r>
            <a:r>
              <a:rPr lang="fr-FR" sz="2800" dirty="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Fogarty</a:t>
            </a:r>
            <a:endParaRPr lang="fr-FR" sz="2800" dirty="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r>
              <a:rPr lang="fr-FR" sz="28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      Pontages</a:t>
            </a:r>
          </a:p>
          <a:p>
            <a:r>
              <a:rPr lang="fr-FR" sz="2800" b="1" u="sng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Traitement du syndrome de revascularisation</a:t>
            </a:r>
            <a:endParaRPr lang="fr-FR" sz="2800" dirty="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r>
              <a:rPr lang="fr-FR" sz="28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     </a:t>
            </a:r>
            <a:r>
              <a:rPr lang="fr-FR" sz="2800" dirty="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Aponévrotomies</a:t>
            </a:r>
            <a:r>
              <a:rPr lang="fr-FR" sz="28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de décharge</a:t>
            </a:r>
          </a:p>
          <a:p>
            <a:r>
              <a:rPr lang="fr-FR" sz="2800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      Lavage du membre</a:t>
            </a:r>
          </a:p>
          <a:p>
            <a:r>
              <a:rPr lang="fr-FR" sz="2800" b="1" u="sng" dirty="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Amputations</a:t>
            </a:r>
            <a:endParaRPr lang="fr-FR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="" xmlns:a16="http://schemas.microsoft.com/office/drawing/2014/main" id="{10B50F40-9848-40B7-9C6E-72B7DB106DCF}"/>
              </a:ext>
            </a:extLst>
          </p:cNvPr>
          <p:cNvSpPr/>
          <p:nvPr/>
        </p:nvSpPr>
        <p:spPr>
          <a:xfrm>
            <a:off x="678611" y="240101"/>
            <a:ext cx="10840525" cy="9201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>
                <a:cs typeface="Calibri"/>
              </a:rPr>
              <a:t>Traitement: chirurgical</a:t>
            </a:r>
          </a:p>
        </p:txBody>
      </p:sp>
    </p:spTree>
    <p:extLst>
      <p:ext uri="{BB962C8B-B14F-4D97-AF65-F5344CB8AC3E}">
        <p14:creationId xmlns="" xmlns:p14="http://schemas.microsoft.com/office/powerpoint/2010/main" val="2874010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8A8EAB8-D2FF-444D-B34B-7D32F106AD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52651" y="448721"/>
            <a:ext cx="8002111" cy="12256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200" err="1">
                <a:solidFill>
                  <a:schemeClr val="bg1"/>
                </a:solidFill>
              </a:rPr>
              <a:t>Embolectomie</a:t>
            </a:r>
            <a:r>
              <a:rPr lang="en-CA" sz="3200">
                <a:solidFill>
                  <a:schemeClr val="bg1"/>
                </a:solidFill>
              </a:rPr>
              <a:t> à la </a:t>
            </a:r>
            <a:r>
              <a:rPr lang="en-CA" sz="3200" err="1">
                <a:solidFill>
                  <a:schemeClr val="bg1"/>
                </a:solidFill>
              </a:rPr>
              <a:t>sonde</a:t>
            </a:r>
            <a:r>
              <a:rPr lang="en-CA" sz="3200">
                <a:solidFill>
                  <a:schemeClr val="bg1"/>
                </a:solidFill>
              </a:rPr>
              <a:t> de Fogarty</a:t>
            </a:r>
            <a:r>
              <a:rPr lang="fr-CA" sz="2600"/>
              <a:t/>
            </a:r>
            <a:br>
              <a:rPr lang="fr-CA" sz="2600"/>
            </a:br>
            <a:endParaRPr lang="fr-FR" sz="260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EA38897-7BA3-4408-8083-3235339C4A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H="1">
            <a:off x="2147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F11AD06B-AB20-4097-8606-5DA00DBACE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H="1">
            <a:off x="2149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90506" y="1756726"/>
            <a:ext cx="8045533" cy="43365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35624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</a:blip>
          <a:srcRect l="10101" r="-1" b="-1"/>
          <a:stretch/>
        </p:blipFill>
        <p:spPr bwMode="auto">
          <a:xfrm>
            <a:off x="1524021" y="10"/>
            <a:ext cx="9143979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88951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</a:blip>
          <a:srcRect r="19665" b="-1"/>
          <a:stretch/>
        </p:blipFill>
        <p:spPr bwMode="auto">
          <a:xfrm>
            <a:off x="1524002" y="10"/>
            <a:ext cx="9143998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31934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96CF2A2B-0745-440C-9224-C5C6A0A428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75BE6D6B-84C9-4D2B-97EB-773B7369EF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>
            <a:alphaModFix amt="60000"/>
          </a:blip>
          <a:srcRect t="8000" b="3818"/>
          <a:stretch/>
        </p:blipFill>
        <p:spPr bwMode="auto">
          <a:xfrm>
            <a:off x="1524020" y="10"/>
            <a:ext cx="9143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8634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25840" y="97127"/>
            <a:ext cx="8897189" cy="66493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9349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17771" y="-460"/>
            <a:ext cx="9156458" cy="68589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78282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space réservé du contenu 2">
            <a:extLst>
              <a:ext uri="{FF2B5EF4-FFF2-40B4-BE49-F238E27FC236}">
                <a16:creationId xmlns="" xmlns:a16="http://schemas.microsoft.com/office/drawing/2014/main" id="{38036D9A-6262-43CB-9848-58B5942791D4}"/>
              </a:ext>
            </a:extLst>
          </p:cNvPr>
          <p:cNvSpPr>
            <a:spLocks noGrp="1"/>
          </p:cNvSpPr>
          <p:nvPr/>
        </p:nvSpPr>
        <p:spPr>
          <a:xfrm>
            <a:off x="675355" y="1984809"/>
            <a:ext cx="10846157" cy="46881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80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endParaRPr lang="fr-FR" sz="280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r>
              <a:rPr lang="fr-FR" sz="2800" err="1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Thrombo</a:t>
            </a:r>
            <a:r>
              <a:rPr lang="fr-FR" sz="280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-aspiration</a:t>
            </a:r>
            <a:endParaRPr lang="fr-FR">
              <a:solidFill>
                <a:schemeClr val="bg1">
                  <a:lumMod val="95000"/>
                  <a:lumOff val="5000"/>
                </a:schemeClr>
              </a:solidFill>
              <a:cs typeface="Calibri"/>
            </a:endParaRPr>
          </a:p>
          <a:p>
            <a:endParaRPr lang="fr-FR" sz="280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r>
              <a:rPr lang="fr-FR" sz="280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Thrombolyse in-situ</a:t>
            </a:r>
          </a:p>
          <a:p>
            <a:endParaRPr lang="fr-FR" sz="2800">
              <a:solidFill>
                <a:schemeClr val="bg1">
                  <a:lumMod val="95000"/>
                  <a:lumOff val="5000"/>
                </a:schemeClr>
              </a:solidFill>
              <a:ea typeface="+mn-lt"/>
              <a:cs typeface="+mn-lt"/>
            </a:endParaRPr>
          </a:p>
          <a:p>
            <a:r>
              <a:rPr lang="fr-FR" sz="2800">
                <a:solidFill>
                  <a:schemeClr val="bg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Angioplastie transluminal</a:t>
            </a:r>
            <a:r>
              <a:rPr lang="fr-FR" sz="2800">
                <a:ea typeface="+mn-lt"/>
                <a:cs typeface="+mn-lt"/>
              </a:rPr>
              <a:t>e</a:t>
            </a:r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="" xmlns:a16="http://schemas.microsoft.com/office/drawing/2014/main" id="{10B50F40-9848-40B7-9C6E-72B7DB106DCF}"/>
              </a:ext>
            </a:extLst>
          </p:cNvPr>
          <p:cNvSpPr/>
          <p:nvPr/>
        </p:nvSpPr>
        <p:spPr>
          <a:xfrm>
            <a:off x="678611" y="240101"/>
            <a:ext cx="10840525" cy="92015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4000">
                <a:cs typeface="Calibri"/>
              </a:rPr>
              <a:t>Traitement: endovasculaire</a:t>
            </a:r>
          </a:p>
        </p:txBody>
      </p:sp>
    </p:spTree>
    <p:extLst>
      <p:ext uri="{BB962C8B-B14F-4D97-AF65-F5344CB8AC3E}">
        <p14:creationId xmlns="" xmlns:p14="http://schemas.microsoft.com/office/powerpoint/2010/main" val="426351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="" xmlns:a16="http://schemas.microsoft.com/office/drawing/2014/main" id="{8537B233-9CDD-4A90-AABB-A8963DEE4F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1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Tw Cen MT" panose="020B0602020104020603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7283" y="517793"/>
            <a:ext cx="4362678" cy="327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800" b="1" dirty="0" err="1">
                <a:solidFill>
                  <a:schemeClr val="bg1"/>
                </a:solidFill>
                <a:latin typeface="+mn-lt"/>
              </a:rPr>
              <a:t>Thrombo</a:t>
            </a:r>
            <a:r>
              <a:rPr lang="en-US" sz="3800" b="1" dirty="0">
                <a:solidFill>
                  <a:schemeClr val="bg1"/>
                </a:solidFill>
                <a:latin typeface="+mn-lt"/>
              </a:rPr>
              <a:t>-aspiration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040575EE-C594-4566-BC00-663004E52A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096674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 descr="thrombo-aspiration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32509" y="1564413"/>
            <a:ext cx="4827411" cy="37291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57162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="" xmlns:a16="http://schemas.microsoft.com/office/drawing/2014/main" id="{9228552E-C8B1-4A80-8448-0787CE0FC7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90FDFCEA-A1A6-8843-B5D9-7BEFB9AD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fr-FR" sz="5400" b="1" dirty="0">
                <a:solidFill>
                  <a:schemeClr val="bg1"/>
                </a:solidFill>
                <a:ea typeface="+mj-lt"/>
                <a:cs typeface="+mj-lt"/>
              </a:rPr>
              <a:t>Indications </a:t>
            </a:r>
            <a:endParaRPr lang="fr-FR" sz="5400" b="1" dirty="0">
              <a:solidFill>
                <a:schemeClr val="bg1"/>
              </a:solidFill>
            </a:endParaRPr>
          </a:p>
        </p:txBody>
      </p:sp>
      <p:sp>
        <p:nvSpPr>
          <p:cNvPr id="9" name="Espace réservé du contenu 8">
            <a:extLst>
              <a:ext uri="{FF2B5EF4-FFF2-40B4-BE49-F238E27FC236}">
                <a16:creationId xmlns="" xmlns:a16="http://schemas.microsoft.com/office/drawing/2014/main" id="{E10AEA03-DAB0-46E6-A8B1-D8944276D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557" y="1825625"/>
            <a:ext cx="6731305" cy="45641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b="1" dirty="0">
                <a:solidFill>
                  <a:schemeClr val="bg1"/>
                </a:solidFill>
                <a:ea typeface="+mn-lt"/>
                <a:cs typeface="+mn-lt"/>
              </a:rPr>
              <a:t>Embolie sur artère saine:</a:t>
            </a: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 </a:t>
            </a:r>
            <a:r>
              <a:rPr lang="fr-FR" dirty="0" err="1">
                <a:solidFill>
                  <a:schemeClr val="bg1"/>
                </a:solidFill>
                <a:ea typeface="+mn-lt"/>
                <a:cs typeface="+mn-lt"/>
              </a:rPr>
              <a:t>embolectomie</a:t>
            </a: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 à la sonde de </a:t>
            </a:r>
            <a:r>
              <a:rPr lang="fr-FR" dirty="0" err="1">
                <a:solidFill>
                  <a:schemeClr val="bg1"/>
                </a:solidFill>
                <a:ea typeface="+mn-lt"/>
                <a:cs typeface="+mn-lt"/>
              </a:rPr>
              <a:t>fogarty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b="1" dirty="0">
                <a:solidFill>
                  <a:schemeClr val="bg1"/>
                </a:solidFill>
                <a:ea typeface="+mn-lt"/>
                <a:cs typeface="+mn-lt"/>
              </a:rPr>
              <a:t>Embolie ou thrombose sur artère pathologique:</a:t>
            </a: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 chirurgie restauratrice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b="1" dirty="0">
                <a:solidFill>
                  <a:schemeClr val="bg1"/>
                </a:solidFill>
                <a:ea typeface="+mn-lt"/>
                <a:cs typeface="+mn-lt"/>
              </a:rPr>
              <a:t>Traumatisme: </a:t>
            </a: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réparation artérielle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fr-FR" b="1" dirty="0">
                <a:solidFill>
                  <a:schemeClr val="bg1"/>
                </a:solidFill>
                <a:ea typeface="+mn-lt"/>
                <a:cs typeface="+mn-lt"/>
              </a:rPr>
              <a:t>IAM vue tardivement:</a:t>
            </a: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 amputation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fr-FR" dirty="0">
              <a:cs typeface="Calibri"/>
            </a:endParaRPr>
          </a:p>
        </p:txBody>
      </p:sp>
      <p:pic>
        <p:nvPicPr>
          <p:cNvPr id="3" name="Image 4" descr="Une image contenant personne, intérieur&#10;&#10;Description générée automatiquement">
            <a:extLst>
              <a:ext uri="{FF2B5EF4-FFF2-40B4-BE49-F238E27FC236}">
                <a16:creationId xmlns="" xmlns:a16="http://schemas.microsoft.com/office/drawing/2014/main" id="{DAD9FAF6-3E05-4D48-A58A-CA515ED7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651" y="2313092"/>
            <a:ext cx="4247955" cy="356337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43633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=""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30CAEB15-521B-4271-8C2C-4325C5B61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880" y="515344"/>
            <a:ext cx="5696465" cy="5660604"/>
          </a:xfrm>
          <a:solidFill>
            <a:schemeClr val="bg2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3200" dirty="0">
                <a:cs typeface="Calibri"/>
              </a:rPr>
              <a:t>C'est une </a:t>
            </a:r>
            <a:r>
              <a:rPr lang="fr-FR" sz="3200" b="1" dirty="0">
                <a:cs typeface="Calibri"/>
              </a:rPr>
              <a:t>urgence </a:t>
            </a:r>
            <a:r>
              <a:rPr lang="fr-FR" sz="3200" b="1" dirty="0" smtClean="0">
                <a:cs typeface="Calibri"/>
              </a:rPr>
              <a:t>médico-chirurgicale</a:t>
            </a:r>
            <a:endParaRPr lang="fr-FR" sz="3200" b="1" dirty="0">
              <a:cs typeface="Calibri"/>
            </a:endParaRPr>
          </a:p>
          <a:p>
            <a:r>
              <a:rPr lang="fr-FR" sz="3200" dirty="0">
                <a:cs typeface="Calibri"/>
              </a:rPr>
              <a:t>Le diagnostic et la prise en charge doivent être </a:t>
            </a:r>
            <a:r>
              <a:rPr lang="fr-FR" sz="3200" b="1" dirty="0">
                <a:cs typeface="Calibri"/>
              </a:rPr>
              <a:t>précoces</a:t>
            </a:r>
          </a:p>
          <a:p>
            <a:r>
              <a:rPr lang="fr-FR" sz="3200" dirty="0">
                <a:cs typeface="Calibri"/>
              </a:rPr>
              <a:t>Le diagnostic est </a:t>
            </a:r>
            <a:r>
              <a:rPr lang="fr-FR" sz="3200" b="1" dirty="0">
                <a:cs typeface="Calibri"/>
              </a:rPr>
              <a:t>clinique</a:t>
            </a:r>
          </a:p>
          <a:p>
            <a:r>
              <a:rPr lang="fr-FR" sz="3200" dirty="0">
                <a:cs typeface="Calibri"/>
              </a:rPr>
              <a:t>La complication majeure: </a:t>
            </a:r>
            <a:r>
              <a:rPr lang="fr-FR" sz="3200" b="1" dirty="0">
                <a:cs typeface="Calibri"/>
              </a:rPr>
              <a:t>syndrome de revascularisation</a:t>
            </a:r>
          </a:p>
          <a:p>
            <a:r>
              <a:rPr lang="fr-FR" sz="3200" b="1" dirty="0">
                <a:cs typeface="Calibri"/>
              </a:rPr>
              <a:t>Surveillance</a:t>
            </a:r>
            <a:r>
              <a:rPr lang="fr-FR" sz="3200" dirty="0">
                <a:cs typeface="Calibri"/>
              </a:rPr>
              <a:t> clinique et biologique post opératoire +++</a:t>
            </a:r>
          </a:p>
          <a:p>
            <a:r>
              <a:rPr lang="fr-FR" sz="3200" dirty="0">
                <a:cs typeface="Calibri"/>
              </a:rPr>
              <a:t>Taux d'amputation 20%</a:t>
            </a:r>
          </a:p>
          <a:p>
            <a:r>
              <a:rPr lang="fr-FR" sz="3200" dirty="0">
                <a:cs typeface="Calibri"/>
              </a:rPr>
              <a:t>Taux de mortalité 10%</a:t>
            </a:r>
          </a:p>
        </p:txBody>
      </p:sp>
      <p:grpSp>
        <p:nvGrpSpPr>
          <p:cNvPr id="16" name="Group 18">
            <a:extLst>
              <a:ext uri="{FF2B5EF4-FFF2-40B4-BE49-F238E27FC236}">
                <a16:creationId xmlns="" xmlns:a16="http://schemas.microsoft.com/office/drawing/2014/main" id="{23705FF7-CAB4-430F-A07B-AF2245F17F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6096000" y="4138312"/>
            <a:ext cx="5260975" cy="1410656"/>
            <a:chOff x="6096000" y="4138312"/>
            <a:chExt cx="5260975" cy="1410656"/>
          </a:xfrm>
        </p:grpSpPr>
        <p:sp>
          <p:nvSpPr>
            <p:cNvPr id="20" name="Freeform: Shape 19">
              <a:extLst>
                <a:ext uri="{FF2B5EF4-FFF2-40B4-BE49-F238E27FC236}">
                  <a16:creationId xmlns="" xmlns:a16="http://schemas.microsoft.com/office/drawing/2014/main" id="{6BFFE2ED-DBB9-4090-905D-1939650FC54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096000" y="4138312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20">
              <a:extLst>
                <a:ext uri="{FF2B5EF4-FFF2-40B4-BE49-F238E27FC236}">
                  <a16:creationId xmlns="" xmlns:a16="http://schemas.microsoft.com/office/drawing/2014/main" id="{E4D1EC16-E672-4366-A091-73675BE5485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6096000" y="4138312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="" xmlns:a16="http://schemas.microsoft.com/office/drawing/2014/main" id="{012576EB-FCE8-4FC4-B847-8B32A9D02AF1}"/>
              </a:ext>
            </a:extLst>
          </p:cNvPr>
          <p:cNvSpPr txBox="1"/>
          <p:nvPr/>
        </p:nvSpPr>
        <p:spPr>
          <a:xfrm>
            <a:off x="9464971" y="6657945"/>
            <a:ext cx="2727029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Cette photo</a:t>
            </a:r>
            <a:r>
              <a:rPr lang="en-US" sz="700">
                <a:solidFill>
                  <a:srgbClr val="FFFFFF"/>
                </a:solidFill>
              </a:rPr>
              <a:t> de Auteur inconnu </a:t>
            </a:r>
            <a:r>
              <a:rPr lang="en-US" sz="700" err="1">
                <a:solidFill>
                  <a:srgbClr val="FFFFFF"/>
                </a:solidFill>
              </a:rPr>
              <a:t>est</a:t>
            </a:r>
            <a:r>
              <a:rPr lang="en-US" sz="700">
                <a:solidFill>
                  <a:srgbClr val="FFFFFF"/>
                </a:solidFill>
              </a:rPr>
              <a:t> </a:t>
            </a:r>
            <a:r>
              <a:rPr lang="en-US" sz="700" err="1">
                <a:solidFill>
                  <a:srgbClr val="FFFFFF"/>
                </a:solidFill>
              </a:rPr>
              <a:t>fournie</a:t>
            </a:r>
            <a:r>
              <a:rPr lang="en-US" sz="700">
                <a:solidFill>
                  <a:srgbClr val="FFFFFF"/>
                </a:solidFill>
              </a:rPr>
              <a:t> sous </a:t>
            </a:r>
            <a:r>
              <a:rPr lang="en-US" sz="700" err="1">
                <a:solidFill>
                  <a:srgbClr val="FFFFFF"/>
                </a:solidFill>
              </a:rPr>
              <a:t>licence</a:t>
            </a:r>
            <a:r>
              <a:rPr lang="en-US" sz="700">
                <a:solidFill>
                  <a:srgbClr val="FFFFFF"/>
                </a:solidFill>
              </a:rPr>
              <a:t>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CC BY-NC-ND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6830457" y="2258458"/>
            <a:ext cx="48694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smtClean="0"/>
              <a:t>TAKE HOME MESSAGES</a:t>
            </a:r>
            <a:endParaRPr lang="fr-FR" sz="4000" b="1" dirty="0"/>
          </a:p>
        </p:txBody>
      </p:sp>
    </p:spTree>
    <p:extLst>
      <p:ext uri="{BB962C8B-B14F-4D97-AF65-F5344CB8AC3E}">
        <p14:creationId xmlns="" xmlns:p14="http://schemas.microsoft.com/office/powerpoint/2010/main" val="386958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5" descr="Anatomy 1080P, 2K, 4K, 5K HD wallpapers free download ...">
            <a:extLst>
              <a:ext uri="{FF2B5EF4-FFF2-40B4-BE49-F238E27FC236}">
                <a16:creationId xmlns="" xmlns:a16="http://schemas.microsoft.com/office/drawing/2014/main" id="{4819A299-81D9-4C75-BDE8-3619240000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12" r="8285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="" xmlns:a16="http://schemas.microsoft.com/office/drawing/2014/main" id="{450F3716-054B-488E-8C1C-1960200013C8}"/>
              </a:ext>
            </a:extLst>
          </p:cNvPr>
          <p:cNvSpPr txBox="1"/>
          <p:nvPr/>
        </p:nvSpPr>
        <p:spPr>
          <a:xfrm>
            <a:off x="3876135" y="2812211"/>
            <a:ext cx="475602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8000" b="1" dirty="0">
                <a:solidFill>
                  <a:schemeClr val="bg1">
                    <a:lumMod val="95000"/>
                  </a:schemeClr>
                </a:solidFill>
                <a:cs typeface="Calibri"/>
              </a:rPr>
              <a:t>Evaluation</a:t>
            </a:r>
          </a:p>
        </p:txBody>
      </p:sp>
    </p:spTree>
    <p:extLst>
      <p:ext uri="{BB962C8B-B14F-4D97-AF65-F5344CB8AC3E}">
        <p14:creationId xmlns="" xmlns:p14="http://schemas.microsoft.com/office/powerpoint/2010/main" val="124243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="" xmlns:a16="http://schemas.microsoft.com/office/drawing/2014/main" id="{BCFB314F-B110-4866-A2C0-809953FE9FC2}"/>
              </a:ext>
            </a:extLst>
          </p:cNvPr>
          <p:cNvSpPr txBox="1"/>
          <p:nvPr/>
        </p:nvSpPr>
        <p:spPr>
          <a:xfrm>
            <a:off x="418382" y="428178"/>
            <a:ext cx="11355236" cy="550920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 u="sng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Cas</a:t>
            </a:r>
            <a:r>
              <a:rPr lang="en-US" sz="3200" b="1" i="1" u="sng" dirty="0">
                <a:cs typeface="Times New Roman"/>
              </a:rPr>
              <a:t> </a:t>
            </a:r>
            <a:r>
              <a:rPr lang="en-US" sz="3200" b="1" i="1" u="sng" dirty="0" err="1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clinique</a:t>
            </a:r>
            <a:r>
              <a:rPr lang="en-US" sz="3200" b="1" i="1" u="sng" dirty="0">
                <a:cs typeface="Times New Roman"/>
              </a:rPr>
              <a:t> </a:t>
            </a:r>
          </a:p>
          <a:p>
            <a:endParaRPr lang="en-US" sz="3200" dirty="0">
              <a:latin typeface="Times New Roman"/>
              <a:cs typeface="Times New Roman"/>
            </a:endParaRPr>
          </a:p>
          <a:p>
            <a:r>
              <a:rPr lang="en-US" sz="3200" dirty="0">
                <a:cs typeface="Times New Roman"/>
              </a:rPr>
              <a:t>Mme J-M </a:t>
            </a:r>
          </a:p>
          <a:p>
            <a:r>
              <a:rPr lang="en-US" sz="3200" dirty="0">
                <a:cs typeface="Times New Roman"/>
              </a:rPr>
              <a:t>30 </a:t>
            </a:r>
            <a:r>
              <a:rPr lang="en-US" sz="3200" dirty="0" err="1">
                <a:cs typeface="Times New Roman"/>
              </a:rPr>
              <a:t>ans</a:t>
            </a:r>
            <a:endParaRPr lang="en-US" sz="3200" dirty="0">
              <a:cs typeface="Times New Roman"/>
            </a:endParaRPr>
          </a:p>
          <a:p>
            <a:r>
              <a:rPr lang="en-US" sz="3200" b="1" u="sng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ATCD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: </a:t>
            </a:r>
            <a:r>
              <a:rPr lang="en-US" sz="3200" dirty="0">
                <a:cs typeface="Times New Roman"/>
              </a:rPr>
              <a:t>RAA /</a:t>
            </a:r>
            <a:r>
              <a:rPr lang="en-US" sz="3200" dirty="0" err="1">
                <a:cs typeface="Times New Roman"/>
              </a:rPr>
              <a:t>dyspnée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d’effort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stade</a:t>
            </a:r>
            <a:r>
              <a:rPr lang="en-US" sz="3200" dirty="0">
                <a:cs typeface="Times New Roman"/>
              </a:rPr>
              <a:t> II</a:t>
            </a:r>
          </a:p>
          <a:p>
            <a:r>
              <a:rPr lang="en-US" sz="3200" b="1" u="sng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Motif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: </a:t>
            </a:r>
            <a:r>
              <a:rPr lang="en-US" sz="3200" dirty="0" err="1">
                <a:cs typeface="Times New Roman"/>
              </a:rPr>
              <a:t>Douleur</a:t>
            </a:r>
            <a:r>
              <a:rPr lang="en-US" sz="3200" dirty="0">
                <a:cs typeface="Times New Roman"/>
              </a:rPr>
              <a:t> du </a:t>
            </a:r>
            <a:r>
              <a:rPr lang="en-US" sz="3200" dirty="0" err="1">
                <a:cs typeface="Times New Roman"/>
              </a:rPr>
              <a:t>membre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inferieur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droit</a:t>
            </a:r>
            <a:r>
              <a:rPr lang="en-US" sz="3200" dirty="0">
                <a:cs typeface="Times New Roman"/>
              </a:rPr>
              <a:t> à type de </a:t>
            </a:r>
            <a:r>
              <a:rPr lang="en-US" sz="3200" dirty="0" err="1">
                <a:cs typeface="Times New Roman"/>
              </a:rPr>
              <a:t>broiement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évoluant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depuis</a:t>
            </a:r>
            <a:r>
              <a:rPr lang="en-US" sz="3200" dirty="0">
                <a:cs typeface="Times New Roman"/>
              </a:rPr>
              <a:t> 5 </a:t>
            </a:r>
            <a:r>
              <a:rPr lang="en-US" sz="3200" dirty="0" err="1">
                <a:cs typeface="Times New Roman"/>
              </a:rPr>
              <a:t>heures</a:t>
            </a:r>
            <a:r>
              <a:rPr lang="en-US" sz="3200" dirty="0">
                <a:cs typeface="Times New Roman"/>
              </a:rPr>
              <a:t>, </a:t>
            </a:r>
          </a:p>
          <a:p>
            <a:r>
              <a:rPr lang="en-US" sz="3200" b="1" u="sng" dirty="0" err="1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Examen</a:t>
            </a:r>
            <a:r>
              <a:rPr lang="en-US" sz="3200" b="1" u="sng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: </a:t>
            </a:r>
            <a:r>
              <a:rPr lang="en-US" sz="3200" dirty="0">
                <a:cs typeface="Times New Roman"/>
              </a:rPr>
              <a:t>MID </a:t>
            </a:r>
            <a:r>
              <a:rPr lang="en-US" sz="3200" dirty="0" err="1">
                <a:cs typeface="Times New Roman"/>
              </a:rPr>
              <a:t>froid</a:t>
            </a:r>
            <a:r>
              <a:rPr lang="en-US" sz="3200" dirty="0">
                <a:cs typeface="Times New Roman"/>
              </a:rPr>
              <a:t>/</a:t>
            </a:r>
            <a:r>
              <a:rPr lang="en-US" sz="3200" dirty="0" err="1">
                <a:cs typeface="Times New Roman"/>
              </a:rPr>
              <a:t>cyanose</a:t>
            </a:r>
            <a:r>
              <a:rPr lang="en-US" sz="3200" dirty="0">
                <a:cs typeface="Times New Roman"/>
              </a:rPr>
              <a:t>́, </a:t>
            </a:r>
            <a:r>
              <a:rPr lang="en-US" sz="3200" dirty="0" err="1">
                <a:cs typeface="Times New Roman"/>
              </a:rPr>
              <a:t>déficit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sensitivomotrice</a:t>
            </a:r>
            <a:r>
              <a:rPr lang="en-US" sz="3200" dirty="0">
                <a:cs typeface="Times New Roman"/>
              </a:rPr>
              <a:t> avec abolition du </a:t>
            </a:r>
            <a:r>
              <a:rPr lang="en-US" sz="3200" dirty="0" err="1">
                <a:cs typeface="Times New Roman"/>
              </a:rPr>
              <a:t>pouls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fémoral</a:t>
            </a:r>
            <a:r>
              <a:rPr lang="en-US" sz="3200" dirty="0">
                <a:cs typeface="Times New Roman"/>
              </a:rPr>
              <a:t>, TA 120/70 mm Hg, </a:t>
            </a:r>
            <a:r>
              <a:rPr lang="en-US" sz="3200" dirty="0" err="1">
                <a:cs typeface="Times New Roman"/>
              </a:rPr>
              <a:t>souffle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diastolique</a:t>
            </a:r>
            <a:r>
              <a:rPr lang="en-US" sz="3200" dirty="0">
                <a:cs typeface="Times New Roman"/>
              </a:rPr>
              <a:t> à </a:t>
            </a:r>
            <a:r>
              <a:rPr lang="en-US" sz="3200" dirty="0" err="1">
                <a:cs typeface="Times New Roman"/>
              </a:rPr>
              <a:t>l’apex</a:t>
            </a:r>
            <a:r>
              <a:rPr lang="en-US" sz="3200" dirty="0">
                <a:cs typeface="Times New Roman"/>
              </a:rPr>
              <a:t>,</a:t>
            </a:r>
          </a:p>
          <a:p>
            <a:r>
              <a:rPr lang="en-US" sz="3200" b="1" u="sng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ECG: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 </a:t>
            </a:r>
            <a:r>
              <a:rPr lang="en-US" sz="3200" dirty="0">
                <a:cs typeface="Times New Roman"/>
              </a:rPr>
              <a:t>AC/FA </a:t>
            </a:r>
            <a:r>
              <a:rPr lang="en-US" sz="3200" dirty="0" err="1">
                <a:cs typeface="Times New Roman"/>
              </a:rPr>
              <a:t>rapide</a:t>
            </a:r>
            <a:r>
              <a:rPr lang="en-US" sz="3200" dirty="0">
                <a:cs typeface="Times New Roman"/>
              </a:rPr>
              <a:t> à 110 </a:t>
            </a:r>
            <a:r>
              <a:rPr lang="en-US" sz="3200" dirty="0" err="1">
                <a:cs typeface="Times New Roman"/>
              </a:rPr>
              <a:t>bpm</a:t>
            </a:r>
            <a:r>
              <a:rPr lang="en-US" sz="3200" dirty="0">
                <a:cs typeface="Times New Roman"/>
              </a:rPr>
              <a:t> </a:t>
            </a:r>
          </a:p>
          <a:p>
            <a:r>
              <a:rPr lang="en-US" sz="3200" b="1" u="sng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RX thorax: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dédoublement</a:t>
            </a:r>
            <a:r>
              <a:rPr lang="en-US" sz="3200" dirty="0">
                <a:cs typeface="Times New Roman"/>
              </a:rPr>
              <a:t> de </a:t>
            </a:r>
            <a:r>
              <a:rPr lang="en-US" sz="3200" dirty="0" err="1">
                <a:cs typeface="Times New Roman"/>
              </a:rPr>
              <a:t>l’arc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inferieur</a:t>
            </a:r>
            <a:r>
              <a:rPr lang="en-US" sz="3200" dirty="0">
                <a:cs typeface="Times New Roman"/>
              </a:rPr>
              <a:t> </a:t>
            </a:r>
            <a:r>
              <a:rPr lang="en-US" sz="3200" dirty="0" err="1">
                <a:cs typeface="Times New Roman"/>
              </a:rPr>
              <a:t>droit</a:t>
            </a:r>
            <a:r>
              <a:rPr lang="en-US" sz="3200" dirty="0"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314596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7501DFAC-2C4E-4860-BF90-051E51EC7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634" y="365125"/>
            <a:ext cx="11234467" cy="1771260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+mn-lt"/>
                <a:ea typeface="+mj-lt"/>
                <a:cs typeface="+mj-lt"/>
              </a:rPr>
              <a:t>Vous posez le diagnostic d’une ischémie aigue embolique, le premier geste thérapeutique à réaliser avant son admission en milieu spécialisé est :</a:t>
            </a:r>
            <a:endParaRPr lang="fr-FR" sz="3200" b="1" dirty="0">
              <a:latin typeface="+mn-lt"/>
            </a:endParaRPr>
          </a:p>
        </p:txBody>
      </p:sp>
      <p:graphicFrame>
        <p:nvGraphicFramePr>
          <p:cNvPr id="6" name="Diagramme 6">
            <a:extLst>
              <a:ext uri="{FF2B5EF4-FFF2-40B4-BE49-F238E27FC236}">
                <a16:creationId xmlns="" xmlns:a16="http://schemas.microsoft.com/office/drawing/2014/main" id="{17B9BB70-2E2B-40F2-93B2-A19A53AFCE9C}"/>
              </a:ext>
            </a:extLst>
          </p:cNvPr>
          <p:cNvGraphicFramePr/>
          <p:nvPr/>
        </p:nvGraphicFramePr>
        <p:xfrm>
          <a:off x="503208" y="2218426"/>
          <a:ext cx="10021018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49513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7501DFAC-2C4E-4860-BF90-051E51EC7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634" y="365125"/>
            <a:ext cx="11234467" cy="1771260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+mn-lt"/>
                <a:ea typeface="+mj-lt"/>
                <a:cs typeface="+mj-lt"/>
              </a:rPr>
              <a:t>Vous posez le diagnostic d’une ischémie aigue embolique, le premier geste thérapeutique à réaliser avant son admission en milieu spécialisé est :</a:t>
            </a:r>
            <a:endParaRPr lang="fr-FR" sz="3200" b="1" dirty="0">
              <a:latin typeface="+mn-lt"/>
            </a:endParaRPr>
          </a:p>
        </p:txBody>
      </p:sp>
      <p:graphicFrame>
        <p:nvGraphicFramePr>
          <p:cNvPr id="6" name="Diagramme 6">
            <a:extLst>
              <a:ext uri="{FF2B5EF4-FFF2-40B4-BE49-F238E27FC236}">
                <a16:creationId xmlns="" xmlns:a16="http://schemas.microsoft.com/office/drawing/2014/main" id="{17B9BB70-2E2B-40F2-93B2-A19A53AFCE9C}"/>
              </a:ext>
            </a:extLst>
          </p:cNvPr>
          <p:cNvGraphicFramePr/>
          <p:nvPr/>
        </p:nvGraphicFramePr>
        <p:xfrm>
          <a:off x="503208" y="2218426"/>
          <a:ext cx="10021018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49513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260194"/>
            <a:ext cx="10749196" cy="1325563"/>
          </a:xfrm>
        </p:spPr>
        <p:txBody>
          <a:bodyPr>
            <a:normAutofit/>
          </a:bodyPr>
          <a:lstStyle/>
          <a:p>
            <a:r>
              <a:rPr lang="fr-FR" sz="3600" b="1" dirty="0">
                <a:latin typeface="+mn-lt"/>
              </a:rPr>
              <a:t>Les signes de gravité que présente cette patiente sont :</a:t>
            </a:r>
          </a:p>
        </p:txBody>
      </p:sp>
      <p:graphicFrame>
        <p:nvGraphicFramePr>
          <p:cNvPr id="4" name="Diagramme 6">
            <a:extLst>
              <a:ext uri="{FF2B5EF4-FFF2-40B4-BE49-F238E27FC236}">
                <a16:creationId xmlns="" xmlns:a16="http://schemas.microsoft.com/office/drawing/2014/main" id="{17B9BB70-2E2B-40F2-93B2-A19A53AFCE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260194"/>
            <a:ext cx="10749196" cy="1325563"/>
          </a:xfrm>
        </p:spPr>
        <p:txBody>
          <a:bodyPr>
            <a:normAutofit/>
          </a:bodyPr>
          <a:lstStyle/>
          <a:p>
            <a:r>
              <a:rPr lang="fr-FR" sz="3600" b="1" dirty="0">
                <a:latin typeface="+mn-lt"/>
              </a:rPr>
              <a:t>Les signes de gravité que présente cette patiente sont :</a:t>
            </a:r>
          </a:p>
        </p:txBody>
      </p:sp>
      <p:graphicFrame>
        <p:nvGraphicFramePr>
          <p:cNvPr id="4" name="Diagramme 6">
            <a:extLst>
              <a:ext uri="{FF2B5EF4-FFF2-40B4-BE49-F238E27FC236}">
                <a16:creationId xmlns="" xmlns:a16="http://schemas.microsoft.com/office/drawing/2014/main" id="{17B9BB70-2E2B-40F2-93B2-A19A53AFCE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7EE95C4-2997-4930-89EF-975D6435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latin typeface="+mn-lt"/>
                <a:ea typeface="+mj-lt"/>
                <a:cs typeface="+mj-lt"/>
              </a:rPr>
              <a:t>L’</a:t>
            </a:r>
            <a:r>
              <a:rPr lang="fr-FR" sz="3200" b="1" dirty="0" err="1">
                <a:latin typeface="+mn-lt"/>
                <a:ea typeface="+mj-lt"/>
                <a:cs typeface="+mj-lt"/>
              </a:rPr>
              <a:t>étiologie</a:t>
            </a:r>
            <a:r>
              <a:rPr lang="fr-FR" sz="3200" b="1" dirty="0">
                <a:latin typeface="+mn-lt"/>
                <a:ea typeface="+mj-lt"/>
                <a:cs typeface="+mj-lt"/>
              </a:rPr>
              <a:t> la plus probable de cette </a:t>
            </a:r>
            <a:r>
              <a:rPr lang="fr-FR" sz="3200" b="1" dirty="0" err="1">
                <a:latin typeface="+mn-lt"/>
                <a:ea typeface="+mj-lt"/>
                <a:cs typeface="+mj-lt"/>
              </a:rPr>
              <a:t>ischémie</a:t>
            </a:r>
            <a:r>
              <a:rPr lang="fr-FR" sz="3200" b="1" dirty="0">
                <a:latin typeface="+mn-lt"/>
                <a:ea typeface="+mj-lt"/>
                <a:cs typeface="+mj-lt"/>
              </a:rPr>
              <a:t> aigue est </a:t>
            </a:r>
            <a:r>
              <a:rPr lang="fr-FR" sz="3200" dirty="0">
                <a:ea typeface="+mj-lt"/>
                <a:cs typeface="+mj-lt"/>
              </a:rPr>
              <a:t>:</a:t>
            </a:r>
            <a:endParaRPr lang="fr-FR" sz="3200" dirty="0"/>
          </a:p>
        </p:txBody>
      </p:sp>
      <p:graphicFrame>
        <p:nvGraphicFramePr>
          <p:cNvPr id="4" name="Diagramme 4">
            <a:extLst>
              <a:ext uri="{FF2B5EF4-FFF2-40B4-BE49-F238E27FC236}">
                <a16:creationId xmlns="" xmlns:a16="http://schemas.microsoft.com/office/drawing/2014/main" id="{78B358FC-62CD-4EB1-B7A2-C57A04682907}"/>
              </a:ext>
            </a:extLst>
          </p:cNvPr>
          <p:cNvGraphicFramePr/>
          <p:nvPr/>
        </p:nvGraphicFramePr>
        <p:xfrm>
          <a:off x="934528" y="2089030"/>
          <a:ext cx="10423584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3908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7EE95C4-2997-4930-89EF-975D6435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>
                <a:latin typeface="+mn-lt"/>
                <a:ea typeface="+mj-lt"/>
                <a:cs typeface="+mj-lt"/>
              </a:rPr>
              <a:t>L’</a:t>
            </a:r>
            <a:r>
              <a:rPr lang="fr-FR" sz="3200" b="1" dirty="0" err="1">
                <a:latin typeface="+mn-lt"/>
                <a:ea typeface="+mj-lt"/>
                <a:cs typeface="+mj-lt"/>
              </a:rPr>
              <a:t>étiologie</a:t>
            </a:r>
            <a:r>
              <a:rPr lang="fr-FR" sz="3200" b="1" dirty="0">
                <a:latin typeface="+mn-lt"/>
                <a:ea typeface="+mj-lt"/>
                <a:cs typeface="+mj-lt"/>
              </a:rPr>
              <a:t> la plus probable de cette </a:t>
            </a:r>
            <a:r>
              <a:rPr lang="fr-FR" sz="3200" b="1" dirty="0" err="1">
                <a:latin typeface="+mn-lt"/>
                <a:ea typeface="+mj-lt"/>
                <a:cs typeface="+mj-lt"/>
              </a:rPr>
              <a:t>ischémie</a:t>
            </a:r>
            <a:r>
              <a:rPr lang="fr-FR" sz="3200" b="1" dirty="0">
                <a:latin typeface="+mn-lt"/>
                <a:ea typeface="+mj-lt"/>
                <a:cs typeface="+mj-lt"/>
              </a:rPr>
              <a:t> aigue est </a:t>
            </a:r>
            <a:r>
              <a:rPr lang="fr-FR" sz="3200" dirty="0">
                <a:ea typeface="+mj-lt"/>
                <a:cs typeface="+mj-lt"/>
              </a:rPr>
              <a:t>:</a:t>
            </a:r>
            <a:endParaRPr lang="fr-FR" sz="3200" dirty="0"/>
          </a:p>
        </p:txBody>
      </p:sp>
      <p:graphicFrame>
        <p:nvGraphicFramePr>
          <p:cNvPr id="4" name="Diagramme 4">
            <a:extLst>
              <a:ext uri="{FF2B5EF4-FFF2-40B4-BE49-F238E27FC236}">
                <a16:creationId xmlns="" xmlns:a16="http://schemas.microsoft.com/office/drawing/2014/main" id="{78B358FC-62CD-4EB1-B7A2-C57A04682907}"/>
              </a:ext>
            </a:extLst>
          </p:cNvPr>
          <p:cNvGraphicFramePr/>
          <p:nvPr/>
        </p:nvGraphicFramePr>
        <p:xfrm>
          <a:off x="934528" y="2089030"/>
          <a:ext cx="10423584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13908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dirty="0">
                <a:ea typeface="+mj-lt"/>
                <a:cs typeface="+mj-lt"/>
              </a:rPr>
              <a:t>L’examen complémentaire à demander pour chercher l’</a:t>
            </a:r>
            <a:r>
              <a:rPr lang="fr-FR" sz="3600" b="1" dirty="0" err="1">
                <a:ea typeface="+mj-lt"/>
                <a:cs typeface="+mj-lt"/>
              </a:rPr>
              <a:t>étiologie</a:t>
            </a:r>
            <a:r>
              <a:rPr lang="fr-FR" sz="3600" b="1" dirty="0">
                <a:ea typeface="+mj-lt"/>
                <a:cs typeface="+mj-lt"/>
              </a:rPr>
              <a:t> de cette </a:t>
            </a:r>
            <a:r>
              <a:rPr lang="fr-FR" sz="3600" b="1" dirty="0" err="1">
                <a:ea typeface="+mj-lt"/>
                <a:cs typeface="+mj-lt"/>
              </a:rPr>
              <a:t>ischémie</a:t>
            </a:r>
            <a:r>
              <a:rPr lang="fr-FR" sz="3600" b="1" dirty="0">
                <a:ea typeface="+mj-lt"/>
                <a:cs typeface="+mj-lt"/>
              </a:rPr>
              <a:t> aigue est :</a:t>
            </a:r>
            <a:endParaRPr lang="fr-FR" sz="3600" b="1" dirty="0"/>
          </a:p>
        </p:txBody>
      </p:sp>
      <p:graphicFrame>
        <p:nvGraphicFramePr>
          <p:cNvPr id="4" name="Diagramme 4">
            <a:extLst>
              <a:ext uri="{FF2B5EF4-FFF2-40B4-BE49-F238E27FC236}">
                <a16:creationId xmlns="" xmlns:a16="http://schemas.microsoft.com/office/drawing/2014/main" id="{78B358FC-62CD-4EB1-B7A2-C57A046829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dirty="0">
                <a:ea typeface="+mj-lt"/>
                <a:cs typeface="+mj-lt"/>
              </a:rPr>
              <a:t>L’examen complémentaire à demander pour chercher l’</a:t>
            </a:r>
            <a:r>
              <a:rPr lang="fr-FR" sz="3600" b="1" dirty="0" err="1">
                <a:ea typeface="+mj-lt"/>
                <a:cs typeface="+mj-lt"/>
              </a:rPr>
              <a:t>étiologie</a:t>
            </a:r>
            <a:r>
              <a:rPr lang="fr-FR" sz="3600" b="1" dirty="0">
                <a:ea typeface="+mj-lt"/>
                <a:cs typeface="+mj-lt"/>
              </a:rPr>
              <a:t> de cette </a:t>
            </a:r>
            <a:r>
              <a:rPr lang="fr-FR" sz="3600" b="1" dirty="0" err="1">
                <a:ea typeface="+mj-lt"/>
                <a:cs typeface="+mj-lt"/>
              </a:rPr>
              <a:t>ischémie</a:t>
            </a:r>
            <a:r>
              <a:rPr lang="fr-FR" sz="3600" b="1" dirty="0">
                <a:ea typeface="+mj-lt"/>
                <a:cs typeface="+mj-lt"/>
              </a:rPr>
              <a:t> aigue est :</a:t>
            </a:r>
            <a:endParaRPr lang="fr-FR" sz="3600" b="1" dirty="0"/>
          </a:p>
        </p:txBody>
      </p:sp>
      <p:graphicFrame>
        <p:nvGraphicFramePr>
          <p:cNvPr id="4" name="Diagramme 4">
            <a:extLst>
              <a:ext uri="{FF2B5EF4-FFF2-40B4-BE49-F238E27FC236}">
                <a16:creationId xmlns="" xmlns:a16="http://schemas.microsoft.com/office/drawing/2014/main" id="{78B358FC-62CD-4EB1-B7A2-C57A046829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/>
              <a:t>Le traitement à proposer est :</a:t>
            </a:r>
          </a:p>
        </p:txBody>
      </p:sp>
      <p:graphicFrame>
        <p:nvGraphicFramePr>
          <p:cNvPr id="4" name="Diagramme 4">
            <a:extLst>
              <a:ext uri="{FF2B5EF4-FFF2-40B4-BE49-F238E27FC236}">
                <a16:creationId xmlns="" xmlns:a16="http://schemas.microsoft.com/office/drawing/2014/main" id="{78B358FC-62CD-4EB1-B7A2-C57A046829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/>
              <a:t>Le traitement à proposer est :</a:t>
            </a:r>
          </a:p>
        </p:txBody>
      </p:sp>
      <p:graphicFrame>
        <p:nvGraphicFramePr>
          <p:cNvPr id="4" name="Diagramme 4">
            <a:extLst>
              <a:ext uri="{FF2B5EF4-FFF2-40B4-BE49-F238E27FC236}">
                <a16:creationId xmlns="" xmlns:a16="http://schemas.microsoft.com/office/drawing/2014/main" id="{78B358FC-62CD-4EB1-B7A2-C57A046829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B951B0D1-F2BA-4FB5-A02D-F29C4BBC4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767" y="531663"/>
            <a:ext cx="10875033" cy="56453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  <a:ea typeface="+mn-lt"/>
                <a:cs typeface="+mn-lt"/>
              </a:rPr>
              <a:t>Cas clinique 2 :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Un jeune homme</a:t>
            </a:r>
          </a:p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19 ans </a:t>
            </a:r>
          </a:p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 victime d'un accident de la voie publique</a:t>
            </a:r>
          </a:p>
          <a:p>
            <a:pPr>
              <a:lnSpc>
                <a:spcPct val="100000"/>
              </a:lnSpc>
            </a:pPr>
            <a:r>
              <a:rPr lang="fr-FR" dirty="0">
                <a:solidFill>
                  <a:schemeClr val="accent2">
                    <a:lumMod val="75000"/>
                  </a:schemeClr>
                </a:solidFill>
                <a:ea typeface="+mn-lt"/>
                <a:cs typeface="+mn-lt"/>
              </a:rPr>
              <a:t> </a:t>
            </a:r>
            <a:r>
              <a:rPr lang="fr-FR" b="1" u="sng" dirty="0">
                <a:solidFill>
                  <a:schemeClr val="accent2">
                    <a:lumMod val="75000"/>
                  </a:schemeClr>
                </a:solidFill>
                <a:ea typeface="+mn-lt"/>
                <a:cs typeface="+mn-lt"/>
              </a:rPr>
              <a:t>Bilan initial : </a:t>
            </a:r>
            <a:r>
              <a:rPr lang="fr-FR" dirty="0">
                <a:ea typeface="+mn-lt"/>
                <a:cs typeface="+mn-lt"/>
              </a:rPr>
              <a:t>luxation postérieure du genou gauche.</a:t>
            </a:r>
          </a:p>
          <a:p>
            <a:pPr>
              <a:lnSpc>
                <a:spcPct val="100000"/>
              </a:lnSpc>
              <a:buNone/>
            </a:pPr>
            <a:r>
              <a:rPr lang="fr-FR" dirty="0">
                <a:ea typeface="+mn-lt"/>
                <a:cs typeface="+mn-lt"/>
                <a:sym typeface="Wingdings" pitchFamily="2" charset="2"/>
              </a:rPr>
              <a:t>R</a:t>
            </a:r>
            <a:r>
              <a:rPr lang="fr-FR" dirty="0">
                <a:ea typeface="+mn-lt"/>
                <a:cs typeface="+mn-lt"/>
              </a:rPr>
              <a:t>éduction non chirurgicale de sa luxation + plâtre </a:t>
            </a:r>
            <a:r>
              <a:rPr lang="fr-FR" dirty="0" err="1">
                <a:ea typeface="+mn-lt"/>
                <a:cs typeface="+mn-lt"/>
              </a:rPr>
              <a:t>cruro</a:t>
            </a:r>
            <a:r>
              <a:rPr lang="fr-FR" dirty="0">
                <a:ea typeface="+mn-lt"/>
                <a:cs typeface="+mn-lt"/>
              </a:rPr>
              <a:t>-pédieux</a:t>
            </a:r>
          </a:p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36 heures après: douleur importante persistante du membre inférieur gauche /anesthésie complète du tiers inférieur de la jambe gauche</a:t>
            </a:r>
          </a:p>
          <a:p>
            <a:pPr>
              <a:lnSpc>
                <a:spcPct val="100000"/>
              </a:lnSpc>
            </a:pPr>
            <a:r>
              <a:rPr lang="fr-FR" b="1" u="sng" dirty="0">
                <a:solidFill>
                  <a:schemeClr val="accent2">
                    <a:lumMod val="75000"/>
                  </a:schemeClr>
                </a:solidFill>
                <a:ea typeface="+mn-lt"/>
                <a:cs typeface="+mn-lt"/>
              </a:rPr>
              <a:t>Examen: </a:t>
            </a:r>
            <a:r>
              <a:rPr lang="fr-FR" dirty="0">
                <a:ea typeface="+mn-lt"/>
                <a:cs typeface="+mn-lt"/>
              </a:rPr>
              <a:t>Froideur du tiers inférieur de la jambe gauche /phlyctènes/marbrures de l'avant -pied gauche / abolition du pouls pédieux.</a:t>
            </a:r>
            <a:endParaRPr lang="fr-FR" dirty="0">
              <a:cs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180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1709F1D5-B0F1-4714-A239-E5B61C1619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="" xmlns:a16="http://schemas.microsoft.com/office/drawing/2014/main" id="{228FB460-D3FF-4440-A020-05982A09E5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14847E93-7DC1-4D4B-8829-B19AA7137C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="" xmlns:a16="http://schemas.microsoft.com/office/drawing/2014/main" id="{5566D6E1-03A1-4D73-A4E0-35D74D568A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F835A99-04AC-494A-A572-AFE8413CC93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48256996-DCFC-46F2-95F8-2DF83E9A9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fr-FR" sz="4000" b="1" dirty="0">
                <a:ea typeface="+mn-lt"/>
                <a:cs typeface="+mn-lt"/>
              </a:rPr>
              <a:t>Signes de gravité de cette ischémie du membre inférieur gauche  </a:t>
            </a:r>
            <a:endParaRPr lang="fr-FR" sz="40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7B786209-1B0B-4CA9-9BDD-F7327066A8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2D2964BB-484D-45AE-AD66-D407D062965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6691AC69-A76E-4DAB-B565-468B6B87ACF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1806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5174"/>
          </a:xfrm>
        </p:spPr>
        <p:txBody>
          <a:bodyPr/>
          <a:lstStyle/>
          <a:p>
            <a:pPr algn="ctr"/>
            <a:r>
              <a:rPr lang="fr-FR" b="1" dirty="0" smtClean="0">
                <a:ea typeface="+mn-lt"/>
                <a:cs typeface="+mn-lt"/>
              </a:rPr>
              <a:t>Signes de gravité de cette ischémie du membre inférieur gauche?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3">
            <a:extLst>
              <a:ext uri="{FF2B5EF4-FFF2-40B4-BE49-F238E27FC236}">
                <a16:creationId xmlns="" xmlns:a16="http://schemas.microsoft.com/office/drawing/2014/main" id="{D2B783EE-0239-4717-BBEA-8C9EAC61C8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41523" y="2596804"/>
            <a:ext cx="6918593" cy="4883647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b="1" dirty="0">
                <a:ea typeface="+mn-lt"/>
                <a:cs typeface="+mn-lt"/>
              </a:rPr>
              <a:t> </a:t>
            </a:r>
            <a:endParaRPr lang="fr-FR" dirty="0"/>
          </a:p>
          <a:p>
            <a:pPr>
              <a:buNone/>
            </a:pPr>
            <a:r>
              <a:rPr lang="fr-FR" b="1" dirty="0"/>
              <a:t>                    </a:t>
            </a:r>
            <a:r>
              <a:rPr lang="fr-FR" b="1" dirty="0" smtClean="0"/>
              <a:t>     </a:t>
            </a:r>
            <a:r>
              <a:rPr lang="fr-FR" sz="3200" b="1" dirty="0"/>
              <a:t>Phlyctènes</a:t>
            </a:r>
          </a:p>
          <a:p>
            <a:pPr>
              <a:buNone/>
            </a:pPr>
            <a:r>
              <a:rPr lang="fr-FR" sz="3200" b="1" dirty="0"/>
              <a:t>              </a:t>
            </a:r>
            <a:r>
              <a:rPr lang="fr-FR" sz="3200" b="1" dirty="0" smtClean="0"/>
              <a:t>Anesthésie </a:t>
            </a:r>
            <a:r>
              <a:rPr lang="fr-FR" sz="3200" b="1" dirty="0"/>
              <a:t>complète </a:t>
            </a:r>
          </a:p>
          <a:p>
            <a:pPr>
              <a:buNone/>
            </a:pPr>
            <a:r>
              <a:rPr lang="fr-FR" sz="3200" b="1" dirty="0"/>
              <a:t>                      Marbrures</a:t>
            </a:r>
          </a:p>
        </p:txBody>
      </p:sp>
      <p:sp>
        <p:nvSpPr>
          <p:cNvPr id="20" name="Oval 15">
            <a:extLst>
              <a:ext uri="{FF2B5EF4-FFF2-40B4-BE49-F238E27FC236}">
                <a16:creationId xmlns="" xmlns:a16="http://schemas.microsoft.com/office/drawing/2014/main" id="{A7B99495-F43F-4D80-A44F-2CB4764EB9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B362391D-CC1D-5CD3-B864-E66C3417B4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0657" r="-1" b="-1"/>
          <a:stretch/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8" name="Arc 17">
            <a:extLst>
              <a:ext uri="{FF2B5EF4-FFF2-40B4-BE49-F238E27FC236}">
                <a16:creationId xmlns="" xmlns:a16="http://schemas.microsoft.com/office/drawing/2014/main" id="{70BEB1E7-2F88-40BC-B73D-42E5B6F80B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150703CA-E83B-7C0F-C598-F19B82D887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3944" r="3525" b="-2"/>
          <a:stretch/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="" xmlns:a16="http://schemas.microsoft.com/office/drawing/2014/main" id="{C05CBC3C-2E5A-4839-8B9B-2E5A6ADF0F5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="" xmlns:a16="http://schemas.microsoft.com/office/drawing/2014/main" id="{827FF362-FC97-4BF5-949B-D4ADFA26E4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302030FD-EEAD-45A5-8A6E-5358145E7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168" y="1730613"/>
            <a:ext cx="5254754" cy="5294647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fr-FR" sz="4800" b="1" dirty="0">
                <a:ea typeface="+mn-lt"/>
                <a:cs typeface="+mn-lt"/>
              </a:rPr>
              <a:t>Mécanisme le plus probable de cette ischémie aigue  </a:t>
            </a:r>
            <a:r>
              <a:rPr lang="fr-FR" sz="4800" b="1" dirty="0" smtClean="0">
                <a:ea typeface="+mn-lt"/>
                <a:cs typeface="+mn-lt"/>
              </a:rPr>
              <a:t>?</a:t>
            </a:r>
            <a:r>
              <a:rPr lang="fr-FR" sz="4800" b="1" dirty="0">
                <a:ea typeface="+mn-lt"/>
                <a:cs typeface="+mn-lt"/>
              </a:rPr>
              <a:t> </a:t>
            </a:r>
            <a:endParaRPr lang="fr-FR" sz="4800" dirty="0"/>
          </a:p>
        </p:txBody>
      </p:sp>
    </p:spTree>
    <p:extLst>
      <p:ext uri="{BB962C8B-B14F-4D97-AF65-F5344CB8AC3E}">
        <p14:creationId xmlns="" xmlns:p14="http://schemas.microsoft.com/office/powerpoint/2010/main" val="144430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2C61293E-6EBE-43EF-A52C-9BEBFD7679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="" xmlns:a16="http://schemas.microsoft.com/office/drawing/2014/main" id="{D2E7D926-C301-999B-D361-3DF01AC417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3889" r="2517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="" xmlns:a16="http://schemas.microsoft.com/office/drawing/2014/main" id="{21540236-BFD5-4A9D-8840-4703E7F768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302030FD-EEAD-45A5-8A6E-5358145E7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2200" b="1">
                <a:ea typeface="+mn-lt"/>
                <a:cs typeface="+mn-lt"/>
              </a:rPr>
              <a:t>  Mécanisme le plus probable de cette ischémie aigue </a:t>
            </a:r>
            <a:endParaRPr lang="fr-FR" sz="2200">
              <a:ea typeface="+mn-lt"/>
              <a:cs typeface="+mn-lt"/>
            </a:endParaRPr>
          </a:p>
          <a:p>
            <a:endParaRPr lang="fr-FR" sz="2200">
              <a:cs typeface="Calibri"/>
            </a:endParaRPr>
          </a:p>
          <a:p>
            <a:endParaRPr lang="fr-FR" sz="2200">
              <a:cs typeface="Calibri"/>
            </a:endParaRPr>
          </a:p>
          <a:p>
            <a:pPr>
              <a:buNone/>
            </a:pPr>
            <a:r>
              <a:rPr lang="fr-FR" sz="2200">
                <a:cs typeface="Calibri"/>
              </a:rPr>
              <a:t>Ischémie post traumatique: Contusion de l'artère poplitée</a:t>
            </a:r>
          </a:p>
        </p:txBody>
      </p:sp>
    </p:spTree>
    <p:extLst>
      <p:ext uri="{BB962C8B-B14F-4D97-AF65-F5344CB8AC3E}">
        <p14:creationId xmlns="" xmlns:p14="http://schemas.microsoft.com/office/powerpoint/2010/main" val="18853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ED8E54F9-849C-4865-8C5E-FD967B81D7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391AE6B3-1D2D-4C67-A4DB-888635B527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00" y="929452"/>
            <a:ext cx="9144000" cy="252673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Examen</a:t>
            </a:r>
            <a:r>
              <a:rPr lang="en-US" sz="6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complémentaire</a:t>
            </a:r>
            <a:r>
              <a:rPr lang="en-US" sz="6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à </a:t>
            </a:r>
            <a:r>
              <a:rPr lang="en-US" sz="6600" b="1" kern="1200" dirty="0" smtClean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demander? </a:t>
            </a:r>
            <a:endParaRPr lang="en-US" sz="6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0" y="3695230"/>
            <a:ext cx="9144000" cy="16265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="" xmlns:a16="http://schemas.microsoft.com/office/drawing/2014/main" id="{6D080EC2-42B5-4E04-BBF7-F0BC5CB7C99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974206" y="35665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9B7AD9F6-8CE7-4299-8FC6-328F4DCD3F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94901" y="640080"/>
            <a:ext cx="9653971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dirty="0" smtClean="0"/>
              <a:t>AUCUN</a:t>
            </a:r>
            <a:endParaRPr lang="en-US" sz="6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54296" y="4636008"/>
            <a:ext cx="6894576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 descr="Papier et crayon pour le test de la feuille à bulles">
            <a:extLst>
              <a:ext uri="{FF2B5EF4-FFF2-40B4-BE49-F238E27FC236}">
                <a16:creationId xmlns="" xmlns:a16="http://schemas.microsoft.com/office/drawing/2014/main" id="{CBD88FA9-3460-5AAB-715E-F32E976907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257" r="2359"/>
          <a:stretch/>
        </p:blipFill>
        <p:spPr>
          <a:xfrm>
            <a:off x="20" y="10"/>
            <a:ext cx="4049786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="" xmlns:a16="http://schemas.microsoft.com/office/drawing/2014/main" id="{82580482-BA80-420A-8A05-C58E97F26B2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654296" y="4409267"/>
            <a:ext cx="4242816" cy="18288"/>
          </a:xfrm>
          <a:custGeom>
            <a:avLst/>
            <a:gdLst>
              <a:gd name="connsiteX0" fmla="*/ 0 w 4242816"/>
              <a:gd name="connsiteY0" fmla="*/ 0 h 18288"/>
              <a:gd name="connsiteX1" fmla="*/ 690973 w 4242816"/>
              <a:gd name="connsiteY1" fmla="*/ 0 h 18288"/>
              <a:gd name="connsiteX2" fmla="*/ 1212233 w 4242816"/>
              <a:gd name="connsiteY2" fmla="*/ 0 h 18288"/>
              <a:gd name="connsiteX3" fmla="*/ 1860778 w 4242816"/>
              <a:gd name="connsiteY3" fmla="*/ 0 h 18288"/>
              <a:gd name="connsiteX4" fmla="*/ 2424466 w 4242816"/>
              <a:gd name="connsiteY4" fmla="*/ 0 h 18288"/>
              <a:gd name="connsiteX5" fmla="*/ 3115439 w 4242816"/>
              <a:gd name="connsiteY5" fmla="*/ 0 h 18288"/>
              <a:gd name="connsiteX6" fmla="*/ 3636699 w 4242816"/>
              <a:gd name="connsiteY6" fmla="*/ 0 h 18288"/>
              <a:gd name="connsiteX7" fmla="*/ 4242816 w 4242816"/>
              <a:gd name="connsiteY7" fmla="*/ 0 h 18288"/>
              <a:gd name="connsiteX8" fmla="*/ 4242816 w 4242816"/>
              <a:gd name="connsiteY8" fmla="*/ 18288 h 18288"/>
              <a:gd name="connsiteX9" fmla="*/ 3636699 w 4242816"/>
              <a:gd name="connsiteY9" fmla="*/ 18288 h 18288"/>
              <a:gd name="connsiteX10" fmla="*/ 3030583 w 4242816"/>
              <a:gd name="connsiteY10" fmla="*/ 18288 h 18288"/>
              <a:gd name="connsiteX11" fmla="*/ 2466894 w 4242816"/>
              <a:gd name="connsiteY11" fmla="*/ 18288 h 18288"/>
              <a:gd name="connsiteX12" fmla="*/ 1988062 w 4242816"/>
              <a:gd name="connsiteY12" fmla="*/ 18288 h 18288"/>
              <a:gd name="connsiteX13" fmla="*/ 1466802 w 4242816"/>
              <a:gd name="connsiteY13" fmla="*/ 18288 h 18288"/>
              <a:gd name="connsiteX14" fmla="*/ 860686 w 4242816"/>
              <a:gd name="connsiteY14" fmla="*/ 18288 h 18288"/>
              <a:gd name="connsiteX15" fmla="*/ 0 w 4242816"/>
              <a:gd name="connsiteY15" fmla="*/ 18288 h 18288"/>
              <a:gd name="connsiteX16" fmla="*/ 0 w 424281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=""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y line">
            <a:extLst>
              <a:ext uri="{FF2B5EF4-FFF2-40B4-BE49-F238E27FC236}">
                <a16:creationId xmlns=""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92D18BE8-024C-4989-AA46-F13FDC9AE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371" y="2027103"/>
            <a:ext cx="4243589" cy="2822406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buNone/>
            </a:pPr>
            <a:r>
              <a:rPr lang="fr-FR" b="1" dirty="0">
                <a:ea typeface="+mn-lt"/>
                <a:cs typeface="+mn-lt"/>
              </a:rPr>
              <a:t> Conduite à </a:t>
            </a:r>
            <a:r>
              <a:rPr lang="fr-FR" b="1" dirty="0" smtClean="0">
                <a:ea typeface="+mn-lt"/>
                <a:cs typeface="+mn-lt"/>
              </a:rPr>
              <a:t>tenir? </a:t>
            </a:r>
            <a:endParaRPr lang="fr-FR" b="1" dirty="0">
              <a:ea typeface="+mn-lt"/>
              <a:cs typeface="+mn-lt"/>
            </a:endParaRPr>
          </a:p>
        </p:txBody>
      </p:sp>
      <p:pic>
        <p:nvPicPr>
          <p:cNvPr id="15" name="Picture 4" descr="Vue du haut d'une voiture roulant à toute allure le long d'un pont">
            <a:extLst>
              <a:ext uri="{FF2B5EF4-FFF2-40B4-BE49-F238E27FC236}">
                <a16:creationId xmlns="" xmlns:a16="http://schemas.microsoft.com/office/drawing/2014/main" id="{127AA72F-F14A-8860-F3CC-D04E242B86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33" r="4740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="" xmlns:p14="http://schemas.microsoft.com/office/powerpoint/2010/main" val="141938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="" xmlns:a16="http://schemas.microsoft.com/office/drawing/2014/main" id="{F13C74B1-5B17-4795-BED0-7140497B44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y line">
            <a:extLst>
              <a:ext uri="{FF2B5EF4-FFF2-40B4-BE49-F238E27FC236}">
                <a16:creationId xmlns="" xmlns:a16="http://schemas.microsoft.com/office/drawing/2014/main" id="{D4974D33-8DC5-464E-8C6D-BE58F0669C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92D18BE8-024C-4989-AA46-F13FDC9AE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2200">
                <a:ea typeface="+mn-lt"/>
                <a:cs typeface="+mn-lt"/>
              </a:rPr>
              <a:t> </a:t>
            </a:r>
            <a:r>
              <a:rPr lang="fr-FR" sz="2200" b="1">
                <a:ea typeface="+mn-lt"/>
                <a:cs typeface="+mn-lt"/>
              </a:rPr>
              <a:t>Conduite à tenir </a:t>
            </a:r>
          </a:p>
          <a:p>
            <a:endParaRPr lang="fr-FR" sz="2200" b="1">
              <a:ea typeface="+mn-lt"/>
              <a:cs typeface="+mn-lt"/>
            </a:endParaRPr>
          </a:p>
          <a:p>
            <a:endParaRPr lang="fr-FR" sz="2200" b="1">
              <a:ea typeface="+mn-lt"/>
              <a:cs typeface="+mn-lt"/>
            </a:endParaRPr>
          </a:p>
          <a:p>
            <a:pPr>
              <a:buNone/>
            </a:pPr>
            <a:r>
              <a:rPr lang="fr-FR" sz="2200">
                <a:ea typeface="+mn-lt"/>
                <a:cs typeface="+mn-lt"/>
              </a:rPr>
              <a:t>Traitement chirurgical: amputation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="" xmlns:a16="http://schemas.microsoft.com/office/drawing/2014/main" id="{FBE48F01-12DF-7692-C3BC-2A7DE6C9AC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6846" r="620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="" xmlns:p14="http://schemas.microsoft.com/office/powerpoint/2010/main" val="394207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="" xmlns:a16="http://schemas.microsoft.com/office/drawing/2014/main" id="{32504623-2488-00C9-264E-76EA2E0D2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605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2779</Words>
  <Application>Microsoft Office PowerPoint</Application>
  <PresentationFormat>Personnalisé</PresentationFormat>
  <Paragraphs>568</Paragraphs>
  <Slides>102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102</vt:i4>
      </vt:variant>
    </vt:vector>
  </HeadingPairs>
  <TitlesOfParts>
    <vt:vector size="104" baseType="lpstr">
      <vt:lpstr>Thème Office</vt:lpstr>
      <vt:lpstr>Thème Office</vt:lpstr>
      <vt:lpstr>Ischémie aigue des membres</vt:lpstr>
      <vt:lpstr>Ischémie aigue? </vt:lpstr>
      <vt:lpstr>Définition </vt:lpstr>
      <vt:lpstr>    Objectifs</vt:lpstr>
      <vt:lpstr>Diapositive 5</vt:lpstr>
      <vt:lpstr>Diapositive 6</vt:lpstr>
      <vt:lpstr>Diapositive 7</vt:lpstr>
      <vt:lpstr>-  Les ischémies aigues emboliques : </vt:lpstr>
      <vt:lpstr>-  Les ischémies aigues emboliques : </vt:lpstr>
      <vt:lpstr>Diapositive 10</vt:lpstr>
      <vt:lpstr>Diapositive 11</vt:lpstr>
      <vt:lpstr>Diapositive 12</vt:lpstr>
      <vt:lpstr> Parmi les causes de thromboses aigues sur artères saines, on peut citer : </vt:lpstr>
      <vt:lpstr>La principale complication vasculaire d’une luxation du genou est :</vt:lpstr>
      <vt:lpstr>La principale complication vasculaire d’une luxation du genou est :</vt:lpstr>
      <vt:lpstr>   La ou lesquelles des affections suivantes peut ou peuvent se compliquer d’une ischémie aigue de mécanisme thrombotique ?  </vt:lpstr>
      <vt:lpstr>  10- La ou lesquelles des affections suivantes peut ou peuvent se compliquer d’une ischémie aigue de mécanisme thrombotique ?  </vt:lpstr>
      <vt:lpstr>Diapositive 18</vt:lpstr>
      <vt:lpstr> Devant un tableau confirmé d'ischémie aiguë d'un membre inférieur, on retient en faveur d'une étiologie athéromateuse:  </vt:lpstr>
      <vt:lpstr>Diapositive 20</vt:lpstr>
      <vt:lpstr> Dans les ischémies aigues, les arguments en faveur d’une thrombose athéromateuse sont :   </vt:lpstr>
      <vt:lpstr>La ou lesquelles des affections suivantes peut ou peuvent se compliquer d’une ischémie aigue des membres ? </vt:lpstr>
      <vt:lpstr>La ou lesquelles des affections suivantes peut ou peuvent se compliquer d’une ischémie aigue des membres ? 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Pami les propositions suivantes, la ou lesquelles retenez-vous concernant le syndrome de dévascularisation au cours de l’ischémie aigue des membres ? </vt:lpstr>
      <vt:lpstr>Pami les propositions suivantes, la ou lesquelles retenez-vous concernant le syndrome de dévascularisation au cours de l’ischémie aigue des membres ? 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 Le diagnostic de gravité d’une ischémie aigue est évalué grâce à la classification de Rutherford, le membre est dit viable lorsque : </vt:lpstr>
      <vt:lpstr> Le diagnostic de gravité d’une ischémie aigue est évalué grâce à la classification de Rutherford, le membre est dit viable lorsque : </vt:lpstr>
      <vt:lpstr>Le diagnostic de gravité d’une ischémie aigue est évalué grâce à la classification de Rutherford, dans l’ischémie irréversible : </vt:lpstr>
      <vt:lpstr>Le diagnostic de gravité d’une ischémie aigue est évalué grâce à la classification de Rutherford, dans l’ischémie irréversible : </vt:lpstr>
      <vt:lpstr>Diapositive 47</vt:lpstr>
      <vt:lpstr>6- Signes cliniques pour établir le diagnostic:</vt:lpstr>
      <vt:lpstr>6- Signes cliniques pour établir le diagnostic:</vt:lpstr>
      <vt:lpstr>Diapositive 50</vt:lpstr>
      <vt:lpstr>Diapositive 51</vt:lpstr>
      <vt:lpstr>Diapositive 52</vt:lpstr>
      <vt:lpstr>Diapositive 53</vt:lpstr>
      <vt:lpstr>Au cours de l’ischémie aigue des membres inférieurs secondaire à une occlusion de la bifurcation aortique : </vt:lpstr>
      <vt:lpstr>Au cours de l’ischémie aigue des membres inférieurs secondaire à une occlusion de la bifurcation aortique : </vt:lpstr>
      <vt:lpstr>Diapositive 56</vt:lpstr>
      <vt:lpstr>Diapositive 57</vt:lpstr>
      <vt:lpstr>Diapositive 58</vt:lpstr>
      <vt:lpstr>Diapositive 59</vt:lpstr>
      <vt:lpstr>Diapositive 60</vt:lpstr>
      <vt:lpstr>Diapositive 61</vt:lpstr>
      <vt:lpstr>Diapositive 62</vt:lpstr>
      <vt:lpstr>Diapositive 63</vt:lpstr>
      <vt:lpstr>Diapositive 64</vt:lpstr>
      <vt:lpstr>Diapositive 65</vt:lpstr>
      <vt:lpstr>Diapositive 66</vt:lpstr>
      <vt:lpstr>Diapositive 67</vt:lpstr>
      <vt:lpstr>Diapositive 68</vt:lpstr>
      <vt:lpstr>Diapositive 69</vt:lpstr>
      <vt:lpstr>Embolectomie à la sonde de Fogarty </vt:lpstr>
      <vt:lpstr>Diapositive 71</vt:lpstr>
      <vt:lpstr>Diapositive 72</vt:lpstr>
      <vt:lpstr>Diapositive 73</vt:lpstr>
      <vt:lpstr>Diapositive 74</vt:lpstr>
      <vt:lpstr>Diapositive 75</vt:lpstr>
      <vt:lpstr>Diapositive 76</vt:lpstr>
      <vt:lpstr>Thrombo-aspiration</vt:lpstr>
      <vt:lpstr>Indications </vt:lpstr>
      <vt:lpstr>Diapositive 79</vt:lpstr>
      <vt:lpstr>Diapositive 80</vt:lpstr>
      <vt:lpstr>Diapositive 81</vt:lpstr>
      <vt:lpstr>Vous posez le diagnostic d’une ischémie aigue embolique, le premier geste thérapeutique à réaliser avant son admission en milieu spécialisé est :</vt:lpstr>
      <vt:lpstr>Vous posez le diagnostic d’une ischémie aigue embolique, le premier geste thérapeutique à réaliser avant son admission en milieu spécialisé est :</vt:lpstr>
      <vt:lpstr>Les signes de gravité que présente cette patiente sont :</vt:lpstr>
      <vt:lpstr>Les signes de gravité que présente cette patiente sont :</vt:lpstr>
      <vt:lpstr>L’étiologie la plus probable de cette ischémie aigue est :</vt:lpstr>
      <vt:lpstr>L’étiologie la plus probable de cette ischémie aigue est :</vt:lpstr>
      <vt:lpstr>L’examen complémentaire à demander pour chercher l’étiologie de cette ischémie aigue est :</vt:lpstr>
      <vt:lpstr>L’examen complémentaire à demander pour chercher l’étiologie de cette ischémie aigue est :</vt:lpstr>
      <vt:lpstr>Le traitement à proposer est :</vt:lpstr>
      <vt:lpstr>Le traitement à proposer est :</vt:lpstr>
      <vt:lpstr>Diapositive 92</vt:lpstr>
      <vt:lpstr>Diapositive 93</vt:lpstr>
      <vt:lpstr>Signes de gravité de cette ischémie du membre inférieur gauche?</vt:lpstr>
      <vt:lpstr>Diapositive 95</vt:lpstr>
      <vt:lpstr>Diapositive 96</vt:lpstr>
      <vt:lpstr>Diapositive 97</vt:lpstr>
      <vt:lpstr>Examen complémentaire à demander? </vt:lpstr>
      <vt:lpstr>AUCUN</vt:lpstr>
      <vt:lpstr>Diapositive 100</vt:lpstr>
      <vt:lpstr>Diapositive 101</vt:lpstr>
      <vt:lpstr>Diapositive 102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Ischemie du membre inférieur</dc:title>
  <dc:creator>wissalrouabeh2@gmail.com</dc:creator>
  <cp:lastModifiedBy>dell</cp:lastModifiedBy>
  <cp:revision>161</cp:revision>
  <dcterms:created xsi:type="dcterms:W3CDTF">2021-05-17T20:55:18Z</dcterms:created>
  <dcterms:modified xsi:type="dcterms:W3CDTF">2025-08-27T14:39:24Z</dcterms:modified>
</cp:coreProperties>
</file>