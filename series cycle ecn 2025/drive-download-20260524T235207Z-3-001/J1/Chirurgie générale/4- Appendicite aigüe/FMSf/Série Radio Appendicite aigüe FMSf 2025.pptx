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306" r:id="rId4"/>
    <p:sldId id="309" r:id="rId5"/>
    <p:sldId id="307" r:id="rId6"/>
    <p:sldId id="308" r:id="rId7"/>
    <p:sldId id="262" r:id="rId8"/>
    <p:sldId id="310" r:id="rId9"/>
    <p:sldId id="264" r:id="rId10"/>
    <p:sldId id="263" r:id="rId11"/>
    <p:sldId id="311" r:id="rId12"/>
    <p:sldId id="265" r:id="rId13"/>
    <p:sldId id="312" r:id="rId14"/>
    <p:sldId id="266" r:id="rId15"/>
    <p:sldId id="268" r:id="rId16"/>
    <p:sldId id="313" r:id="rId17"/>
    <p:sldId id="269" r:id="rId18"/>
    <p:sldId id="272" r:id="rId19"/>
    <p:sldId id="314" r:id="rId20"/>
    <p:sldId id="270" r:id="rId21"/>
    <p:sldId id="315" r:id="rId22"/>
    <p:sldId id="271" r:id="rId23"/>
    <p:sldId id="316" r:id="rId24"/>
    <p:sldId id="273" r:id="rId25"/>
    <p:sldId id="317" r:id="rId26"/>
    <p:sldId id="274" r:id="rId27"/>
    <p:sldId id="275" r:id="rId28"/>
    <p:sldId id="318" r:id="rId29"/>
    <p:sldId id="276" r:id="rId30"/>
    <p:sldId id="319" r:id="rId31"/>
    <p:sldId id="277" r:id="rId32"/>
    <p:sldId id="320" r:id="rId33"/>
    <p:sldId id="278" r:id="rId34"/>
    <p:sldId id="321" r:id="rId35"/>
    <p:sldId id="279" r:id="rId36"/>
    <p:sldId id="322" r:id="rId37"/>
    <p:sldId id="283" r:id="rId38"/>
    <p:sldId id="323" r:id="rId39"/>
    <p:sldId id="281" r:id="rId40"/>
    <p:sldId id="324" r:id="rId41"/>
    <p:sldId id="284" r:id="rId42"/>
    <p:sldId id="325" r:id="rId43"/>
    <p:sldId id="285" r:id="rId44"/>
    <p:sldId id="326" r:id="rId45"/>
    <p:sldId id="286" r:id="rId46"/>
    <p:sldId id="327" r:id="rId47"/>
    <p:sldId id="288" r:id="rId48"/>
    <p:sldId id="328" r:id="rId49"/>
    <p:sldId id="289" r:id="rId50"/>
    <p:sldId id="329" r:id="rId51"/>
    <p:sldId id="290" r:id="rId52"/>
    <p:sldId id="330" r:id="rId53"/>
    <p:sldId id="291" r:id="rId54"/>
    <p:sldId id="331" r:id="rId55"/>
    <p:sldId id="292" r:id="rId56"/>
    <p:sldId id="332" r:id="rId57"/>
    <p:sldId id="293" r:id="rId58"/>
    <p:sldId id="333" r:id="rId59"/>
    <p:sldId id="294" r:id="rId60"/>
    <p:sldId id="334" r:id="rId61"/>
    <p:sldId id="295" r:id="rId62"/>
    <p:sldId id="335" r:id="rId63"/>
    <p:sldId id="296" r:id="rId64"/>
    <p:sldId id="336" r:id="rId65"/>
    <p:sldId id="298" r:id="rId66"/>
    <p:sldId id="337" r:id="rId67"/>
    <p:sldId id="299" r:id="rId68"/>
    <p:sldId id="338" r:id="rId69"/>
    <p:sldId id="301" r:id="rId70"/>
    <p:sldId id="339" r:id="rId71"/>
    <p:sldId id="303" r:id="rId72"/>
    <p:sldId id="340" r:id="rId73"/>
    <p:sldId id="304" r:id="rId74"/>
    <p:sldId id="341" r:id="rId75"/>
    <p:sldId id="305" r:id="rId7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48719C-6CC8-4614-9BD8-A3FDD412033E}" v="198" dt="2025-10-13T11:00:11.7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6" d="100"/>
          <a:sy n="46" d="100"/>
        </p:scale>
        <p:origin x="58" y="8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ied.kammoun" userId="bf0d7764-83a7-4f46-aeea-edade3febd2d" providerId="ADAL" clId="{72E36F06-32C1-4FB1-8856-62AA5C4D770F}"/>
    <pc:docChg chg="undo custSel addSld delSld modSld sldOrd">
      <pc:chgData name="zied.kammoun" userId="bf0d7764-83a7-4f46-aeea-edade3febd2d" providerId="ADAL" clId="{72E36F06-32C1-4FB1-8856-62AA5C4D770F}" dt="2025-10-13T11:00:25.984" v="1557" actId="207"/>
      <pc:docMkLst>
        <pc:docMk/>
      </pc:docMkLst>
      <pc:sldChg chg="del">
        <pc:chgData name="zied.kammoun" userId="bf0d7764-83a7-4f46-aeea-edade3febd2d" providerId="ADAL" clId="{72E36F06-32C1-4FB1-8856-62AA5C4D770F}" dt="2025-09-30T22:45:10.381" v="0" actId="47"/>
        <pc:sldMkLst>
          <pc:docMk/>
          <pc:sldMk cId="3310117618" sldId="256"/>
        </pc:sldMkLst>
      </pc:sldChg>
      <pc:sldChg chg="addSp delSp modSp mod">
        <pc:chgData name="zied.kammoun" userId="bf0d7764-83a7-4f46-aeea-edade3febd2d" providerId="ADAL" clId="{72E36F06-32C1-4FB1-8856-62AA5C4D770F}" dt="2025-10-03T23:23:07.991" v="1313" actId="1582"/>
        <pc:sldMkLst>
          <pc:docMk/>
          <pc:sldMk cId="1877302455" sldId="257"/>
        </pc:sldMkLst>
        <pc:spChg chg="mod">
          <ac:chgData name="zied.kammoun" userId="bf0d7764-83a7-4f46-aeea-edade3febd2d" providerId="ADAL" clId="{72E36F06-32C1-4FB1-8856-62AA5C4D770F}" dt="2025-10-01T00:36:58.802" v="1303" actId="2711"/>
          <ac:spMkLst>
            <pc:docMk/>
            <pc:sldMk cId="1877302455" sldId="257"/>
            <ac:spMk id="2" creationId="{3E8C6369-E9D3-E7DA-2CF7-D518238AC2AB}"/>
          </ac:spMkLst>
        </pc:spChg>
        <pc:spChg chg="add mod">
          <ac:chgData name="zied.kammoun" userId="bf0d7764-83a7-4f46-aeea-edade3febd2d" providerId="ADAL" clId="{72E36F06-32C1-4FB1-8856-62AA5C4D770F}" dt="2025-10-03T23:23:07.991" v="1313" actId="1582"/>
          <ac:spMkLst>
            <pc:docMk/>
            <pc:sldMk cId="1877302455" sldId="257"/>
            <ac:spMk id="7" creationId="{40F18F03-587E-F0D4-2787-0A64A5930C2B}"/>
          </ac:spMkLst>
        </pc:spChg>
      </pc:sldChg>
      <pc:sldChg chg="delSp modSp new del mod">
        <pc:chgData name="zied.kammoun" userId="bf0d7764-83a7-4f46-aeea-edade3febd2d" providerId="ADAL" clId="{72E36F06-32C1-4FB1-8856-62AA5C4D770F}" dt="2025-10-13T10:42:05.449" v="1418" actId="47"/>
        <pc:sldMkLst>
          <pc:docMk/>
          <pc:sldMk cId="63158710" sldId="259"/>
        </pc:sldMkLst>
      </pc:sldChg>
      <pc:sldChg chg="modSp add del mod">
        <pc:chgData name="zied.kammoun" userId="bf0d7764-83a7-4f46-aeea-edade3febd2d" providerId="ADAL" clId="{72E36F06-32C1-4FB1-8856-62AA5C4D770F}" dt="2025-10-13T10:41:41.609" v="1397" actId="47"/>
        <pc:sldMkLst>
          <pc:docMk/>
          <pc:sldMk cId="3802743959" sldId="260"/>
        </pc:sldMkLst>
      </pc:sldChg>
      <pc:sldChg chg="addSp delSp modSp new del mod ord">
        <pc:chgData name="zied.kammoun" userId="bf0d7764-83a7-4f46-aeea-edade3febd2d" providerId="ADAL" clId="{72E36F06-32C1-4FB1-8856-62AA5C4D770F}" dt="2025-10-13T10:38:51.001" v="1359" actId="47"/>
        <pc:sldMkLst>
          <pc:docMk/>
          <pc:sldMk cId="1792942109" sldId="261"/>
        </pc:sldMkLst>
      </pc:sldChg>
      <pc:sldChg chg="modSp add mod">
        <pc:chgData name="zied.kammoun" userId="bf0d7764-83a7-4f46-aeea-edade3febd2d" providerId="ADAL" clId="{72E36F06-32C1-4FB1-8856-62AA5C4D770F}" dt="2025-10-13T10:44:56.094" v="1446" actId="1076"/>
        <pc:sldMkLst>
          <pc:docMk/>
          <pc:sldMk cId="1106629892" sldId="262"/>
        </pc:sldMkLst>
        <pc:spChg chg="mod">
          <ac:chgData name="zied.kammoun" userId="bf0d7764-83a7-4f46-aeea-edade3febd2d" providerId="ADAL" clId="{72E36F06-32C1-4FB1-8856-62AA5C4D770F}" dt="2025-10-13T10:44:56.094" v="1446" actId="1076"/>
          <ac:spMkLst>
            <pc:docMk/>
            <pc:sldMk cId="1106629892" sldId="262"/>
            <ac:spMk id="3" creationId="{25010DFB-CC1C-9183-6CEC-FD7DB29D5BF5}"/>
          </ac:spMkLst>
        </pc:spChg>
      </pc:sldChg>
      <pc:sldChg chg="new del">
        <pc:chgData name="zied.kammoun" userId="bf0d7764-83a7-4f46-aeea-edade3febd2d" providerId="ADAL" clId="{72E36F06-32C1-4FB1-8856-62AA5C4D770F}" dt="2025-09-30T22:57:55.916" v="193" actId="47"/>
        <pc:sldMkLst>
          <pc:docMk/>
          <pc:sldMk cId="659004240" sldId="263"/>
        </pc:sldMkLst>
      </pc:sldChg>
      <pc:sldChg chg="modSp add mod">
        <pc:chgData name="zied.kammoun" userId="bf0d7764-83a7-4f46-aeea-edade3febd2d" providerId="ADAL" clId="{72E36F06-32C1-4FB1-8856-62AA5C4D770F}" dt="2025-10-13T10:45:30.814" v="1467" actId="20577"/>
        <pc:sldMkLst>
          <pc:docMk/>
          <pc:sldMk cId="2824375647" sldId="263"/>
        </pc:sldMkLst>
        <pc:spChg chg="mod">
          <ac:chgData name="zied.kammoun" userId="bf0d7764-83a7-4f46-aeea-edade3febd2d" providerId="ADAL" clId="{72E36F06-32C1-4FB1-8856-62AA5C4D770F}" dt="2025-10-13T10:45:30.814" v="1467" actId="20577"/>
          <ac:spMkLst>
            <pc:docMk/>
            <pc:sldMk cId="2824375647" sldId="263"/>
            <ac:spMk id="3" creationId="{CE75A4A4-774B-6C09-D3BC-A123C763EDE0}"/>
          </ac:spMkLst>
        </pc:spChg>
      </pc:sldChg>
      <pc:sldChg chg="modSp add mod ord">
        <pc:chgData name="zied.kammoun" userId="bf0d7764-83a7-4f46-aeea-edade3febd2d" providerId="ADAL" clId="{72E36F06-32C1-4FB1-8856-62AA5C4D770F}" dt="2025-09-30T23:00:58.937" v="239" actId="1076"/>
        <pc:sldMkLst>
          <pc:docMk/>
          <pc:sldMk cId="3607179458" sldId="264"/>
        </pc:sldMkLst>
        <pc:spChg chg="mod">
          <ac:chgData name="zied.kammoun" userId="bf0d7764-83a7-4f46-aeea-edade3febd2d" providerId="ADAL" clId="{72E36F06-32C1-4FB1-8856-62AA5C4D770F}" dt="2025-09-30T23:00:58.937" v="239" actId="1076"/>
          <ac:spMkLst>
            <pc:docMk/>
            <pc:sldMk cId="3607179458" sldId="264"/>
            <ac:spMk id="5" creationId="{8FAC37DA-D964-6CDD-35D2-8137CC813407}"/>
          </ac:spMkLst>
        </pc:spChg>
      </pc:sldChg>
      <pc:sldChg chg="modSp add mod">
        <pc:chgData name="zied.kammoun" userId="bf0d7764-83a7-4f46-aeea-edade3febd2d" providerId="ADAL" clId="{72E36F06-32C1-4FB1-8856-62AA5C4D770F}" dt="2025-09-30T23:40:11.250" v="1058" actId="179"/>
        <pc:sldMkLst>
          <pc:docMk/>
          <pc:sldMk cId="1179806339" sldId="265"/>
        </pc:sldMkLst>
        <pc:spChg chg="mod">
          <ac:chgData name="zied.kammoun" userId="bf0d7764-83a7-4f46-aeea-edade3febd2d" providerId="ADAL" clId="{72E36F06-32C1-4FB1-8856-62AA5C4D770F}" dt="2025-09-30T23:40:11.250" v="1058" actId="179"/>
          <ac:spMkLst>
            <pc:docMk/>
            <pc:sldMk cId="1179806339" sldId="265"/>
            <ac:spMk id="3" creationId="{CD1D5E15-CC84-2F9D-6DD8-BF3EC5E8CADF}"/>
          </ac:spMkLst>
        </pc:spChg>
      </pc:sldChg>
      <pc:sldChg chg="modSp add mod">
        <pc:chgData name="zied.kammoun" userId="bf0d7764-83a7-4f46-aeea-edade3febd2d" providerId="ADAL" clId="{72E36F06-32C1-4FB1-8856-62AA5C4D770F}" dt="2025-09-30T23:03:51.215" v="265" actId="14100"/>
        <pc:sldMkLst>
          <pc:docMk/>
          <pc:sldMk cId="1648161091" sldId="266"/>
        </pc:sldMkLst>
        <pc:spChg chg="mod">
          <ac:chgData name="zied.kammoun" userId="bf0d7764-83a7-4f46-aeea-edade3febd2d" providerId="ADAL" clId="{72E36F06-32C1-4FB1-8856-62AA5C4D770F}" dt="2025-09-30T23:03:51.215" v="265" actId="14100"/>
          <ac:spMkLst>
            <pc:docMk/>
            <pc:sldMk cId="1648161091" sldId="266"/>
            <ac:spMk id="5" creationId="{DF6CAF4C-3DB7-943D-3E6A-E2E446982AD8}"/>
          </ac:spMkLst>
        </pc:spChg>
      </pc:sldChg>
      <pc:sldChg chg="new del">
        <pc:chgData name="zied.kammoun" userId="bf0d7764-83a7-4f46-aeea-edade3febd2d" providerId="ADAL" clId="{72E36F06-32C1-4FB1-8856-62AA5C4D770F}" dt="2025-09-30T23:24:34.749" v="689" actId="47"/>
        <pc:sldMkLst>
          <pc:docMk/>
          <pc:sldMk cId="4185143226" sldId="267"/>
        </pc:sldMkLst>
      </pc:sldChg>
      <pc:sldChg chg="modSp add mod ord">
        <pc:chgData name="zied.kammoun" userId="bf0d7764-83a7-4f46-aeea-edade3febd2d" providerId="ADAL" clId="{72E36F06-32C1-4FB1-8856-62AA5C4D770F}" dt="2025-09-30T23:40:18.880" v="1059" actId="179"/>
        <pc:sldMkLst>
          <pc:docMk/>
          <pc:sldMk cId="889468942" sldId="268"/>
        </pc:sldMkLst>
        <pc:spChg chg="mod">
          <ac:chgData name="zied.kammoun" userId="bf0d7764-83a7-4f46-aeea-edade3febd2d" providerId="ADAL" clId="{72E36F06-32C1-4FB1-8856-62AA5C4D770F}" dt="2025-09-30T23:40:18.880" v="1059" actId="179"/>
          <ac:spMkLst>
            <pc:docMk/>
            <pc:sldMk cId="889468942" sldId="268"/>
            <ac:spMk id="3" creationId="{DD0D339D-C278-643A-2D98-003107ED1A98}"/>
          </ac:spMkLst>
        </pc:spChg>
      </pc:sldChg>
      <pc:sldChg chg="modSp add mod ord">
        <pc:chgData name="zied.kammoun" userId="bf0d7764-83a7-4f46-aeea-edade3febd2d" providerId="ADAL" clId="{72E36F06-32C1-4FB1-8856-62AA5C4D770F}" dt="2025-09-30T23:07:05.922" v="316" actId="13926"/>
        <pc:sldMkLst>
          <pc:docMk/>
          <pc:sldMk cId="3553934563" sldId="269"/>
        </pc:sldMkLst>
        <pc:spChg chg="mod">
          <ac:chgData name="zied.kammoun" userId="bf0d7764-83a7-4f46-aeea-edade3febd2d" providerId="ADAL" clId="{72E36F06-32C1-4FB1-8856-62AA5C4D770F}" dt="2025-09-30T23:07:05.922" v="316" actId="13926"/>
          <ac:spMkLst>
            <pc:docMk/>
            <pc:sldMk cId="3553934563" sldId="269"/>
            <ac:spMk id="5" creationId="{B3509ADA-A57E-3FC1-4287-461D52C74A90}"/>
          </ac:spMkLst>
        </pc:spChg>
      </pc:sldChg>
      <pc:sldChg chg="modSp add mod ord">
        <pc:chgData name="zied.kammoun" userId="bf0d7764-83a7-4f46-aeea-edade3febd2d" providerId="ADAL" clId="{72E36F06-32C1-4FB1-8856-62AA5C4D770F}" dt="2025-10-13T10:48:33.373" v="1480" actId="20577"/>
        <pc:sldMkLst>
          <pc:docMk/>
          <pc:sldMk cId="1868612620" sldId="270"/>
        </pc:sldMkLst>
        <pc:spChg chg="mod">
          <ac:chgData name="zied.kammoun" userId="bf0d7764-83a7-4f46-aeea-edade3febd2d" providerId="ADAL" clId="{72E36F06-32C1-4FB1-8856-62AA5C4D770F}" dt="2025-10-13T10:48:33.373" v="1480" actId="20577"/>
          <ac:spMkLst>
            <pc:docMk/>
            <pc:sldMk cId="1868612620" sldId="270"/>
            <ac:spMk id="3" creationId="{A88A54D3-7833-54EB-AE9F-2570EDBBA543}"/>
          </ac:spMkLst>
        </pc:spChg>
      </pc:sldChg>
      <pc:sldChg chg="modSp add mod">
        <pc:chgData name="zied.kammoun" userId="bf0d7764-83a7-4f46-aeea-edade3febd2d" providerId="ADAL" clId="{72E36F06-32C1-4FB1-8856-62AA5C4D770F}" dt="2025-10-13T10:48:36.811" v="1481" actId="20577"/>
        <pc:sldMkLst>
          <pc:docMk/>
          <pc:sldMk cId="1431563936" sldId="271"/>
        </pc:sldMkLst>
        <pc:spChg chg="mod">
          <ac:chgData name="zied.kammoun" userId="bf0d7764-83a7-4f46-aeea-edade3febd2d" providerId="ADAL" clId="{72E36F06-32C1-4FB1-8856-62AA5C4D770F}" dt="2025-10-13T10:48:36.811" v="1481" actId="20577"/>
          <ac:spMkLst>
            <pc:docMk/>
            <pc:sldMk cId="1431563936" sldId="271"/>
            <ac:spMk id="3" creationId="{0BC64370-42E3-8B2E-3DE4-2A175D34F923}"/>
          </ac:spMkLst>
        </pc:spChg>
      </pc:sldChg>
      <pc:sldChg chg="modSp add mod ord">
        <pc:chgData name="zied.kammoun" userId="bf0d7764-83a7-4f46-aeea-edade3febd2d" providerId="ADAL" clId="{72E36F06-32C1-4FB1-8856-62AA5C4D770F}" dt="2025-10-13T10:48:29.895" v="1479" actId="20577"/>
        <pc:sldMkLst>
          <pc:docMk/>
          <pc:sldMk cId="2759572477" sldId="272"/>
        </pc:sldMkLst>
        <pc:spChg chg="mod">
          <ac:chgData name="zied.kammoun" userId="bf0d7764-83a7-4f46-aeea-edade3febd2d" providerId="ADAL" clId="{72E36F06-32C1-4FB1-8856-62AA5C4D770F}" dt="2025-10-13T10:48:29.895" v="1479" actId="20577"/>
          <ac:spMkLst>
            <pc:docMk/>
            <pc:sldMk cId="2759572477" sldId="272"/>
            <ac:spMk id="3" creationId="{4E20BECD-C69D-0499-B521-E36F7565C30B}"/>
          </ac:spMkLst>
        </pc:spChg>
      </pc:sldChg>
      <pc:sldChg chg="modSp add mod">
        <pc:chgData name="zied.kammoun" userId="bf0d7764-83a7-4f46-aeea-edade3febd2d" providerId="ADAL" clId="{72E36F06-32C1-4FB1-8856-62AA5C4D770F}" dt="2025-10-13T10:49:52.859" v="1496" actId="20577"/>
        <pc:sldMkLst>
          <pc:docMk/>
          <pc:sldMk cId="1016152298" sldId="273"/>
        </pc:sldMkLst>
        <pc:spChg chg="mod">
          <ac:chgData name="zied.kammoun" userId="bf0d7764-83a7-4f46-aeea-edade3febd2d" providerId="ADAL" clId="{72E36F06-32C1-4FB1-8856-62AA5C4D770F}" dt="2025-10-13T10:49:52.859" v="1496" actId="20577"/>
          <ac:spMkLst>
            <pc:docMk/>
            <pc:sldMk cId="1016152298" sldId="273"/>
            <ac:spMk id="3" creationId="{BA62A90C-1BDE-A0D0-B045-A13A2BFC6171}"/>
          </ac:spMkLst>
        </pc:spChg>
      </pc:sldChg>
      <pc:sldChg chg="modSp add mod ord">
        <pc:chgData name="zied.kammoun" userId="bf0d7764-83a7-4f46-aeea-edade3febd2d" providerId="ADAL" clId="{72E36F06-32C1-4FB1-8856-62AA5C4D770F}" dt="2025-09-30T23:11:38.908" v="381" actId="20577"/>
        <pc:sldMkLst>
          <pc:docMk/>
          <pc:sldMk cId="1453881286" sldId="274"/>
        </pc:sldMkLst>
        <pc:spChg chg="mod">
          <ac:chgData name="zied.kammoun" userId="bf0d7764-83a7-4f46-aeea-edade3febd2d" providerId="ADAL" clId="{72E36F06-32C1-4FB1-8856-62AA5C4D770F}" dt="2025-09-30T23:11:38.908" v="381" actId="20577"/>
          <ac:spMkLst>
            <pc:docMk/>
            <pc:sldMk cId="1453881286" sldId="274"/>
            <ac:spMk id="5" creationId="{B2CD4A1C-0744-FDB5-CCE6-BA720C15A387}"/>
          </ac:spMkLst>
        </pc:spChg>
      </pc:sldChg>
      <pc:sldChg chg="modSp add mod ord">
        <pc:chgData name="zied.kammoun" userId="bf0d7764-83a7-4f46-aeea-edade3febd2d" providerId="ADAL" clId="{72E36F06-32C1-4FB1-8856-62AA5C4D770F}" dt="2025-09-30T23:40:56.546" v="1064" actId="179"/>
        <pc:sldMkLst>
          <pc:docMk/>
          <pc:sldMk cId="3916633893" sldId="275"/>
        </pc:sldMkLst>
        <pc:spChg chg="mod">
          <ac:chgData name="zied.kammoun" userId="bf0d7764-83a7-4f46-aeea-edade3febd2d" providerId="ADAL" clId="{72E36F06-32C1-4FB1-8856-62AA5C4D770F}" dt="2025-09-30T23:40:56.546" v="1064" actId="179"/>
          <ac:spMkLst>
            <pc:docMk/>
            <pc:sldMk cId="3916633893" sldId="275"/>
            <ac:spMk id="3" creationId="{806A378F-4B11-BBD2-D789-56057781D784}"/>
          </ac:spMkLst>
        </pc:spChg>
      </pc:sldChg>
      <pc:sldChg chg="modSp add mod">
        <pc:chgData name="zied.kammoun" userId="bf0d7764-83a7-4f46-aeea-edade3febd2d" providerId="ADAL" clId="{72E36F06-32C1-4FB1-8856-62AA5C4D770F}" dt="2025-09-30T23:41:02.787" v="1065" actId="179"/>
        <pc:sldMkLst>
          <pc:docMk/>
          <pc:sldMk cId="214813196" sldId="276"/>
        </pc:sldMkLst>
        <pc:spChg chg="mod">
          <ac:chgData name="zied.kammoun" userId="bf0d7764-83a7-4f46-aeea-edade3febd2d" providerId="ADAL" clId="{72E36F06-32C1-4FB1-8856-62AA5C4D770F}" dt="2025-09-30T23:41:02.787" v="1065" actId="179"/>
          <ac:spMkLst>
            <pc:docMk/>
            <pc:sldMk cId="214813196" sldId="276"/>
            <ac:spMk id="3" creationId="{F5B6060B-DE4C-2CA9-C131-F84EB5ACB8F9}"/>
          </ac:spMkLst>
        </pc:spChg>
      </pc:sldChg>
      <pc:sldChg chg="modSp add mod">
        <pc:chgData name="zied.kammoun" userId="bf0d7764-83a7-4f46-aeea-edade3febd2d" providerId="ADAL" clId="{72E36F06-32C1-4FB1-8856-62AA5C4D770F}" dt="2025-09-30T23:41:19.549" v="1067" actId="179"/>
        <pc:sldMkLst>
          <pc:docMk/>
          <pc:sldMk cId="1248009517" sldId="277"/>
        </pc:sldMkLst>
        <pc:spChg chg="mod">
          <ac:chgData name="zied.kammoun" userId="bf0d7764-83a7-4f46-aeea-edade3febd2d" providerId="ADAL" clId="{72E36F06-32C1-4FB1-8856-62AA5C4D770F}" dt="2025-09-30T23:41:19.549" v="1067" actId="179"/>
          <ac:spMkLst>
            <pc:docMk/>
            <pc:sldMk cId="1248009517" sldId="277"/>
            <ac:spMk id="3" creationId="{3F0BC663-6A9E-AEE2-DD31-A9A8C75E7A47}"/>
          </ac:spMkLst>
        </pc:spChg>
      </pc:sldChg>
      <pc:sldChg chg="modSp add mod">
        <pc:chgData name="zied.kammoun" userId="bf0d7764-83a7-4f46-aeea-edade3febd2d" providerId="ADAL" clId="{72E36F06-32C1-4FB1-8856-62AA5C4D770F}" dt="2025-09-30T23:41:27.570" v="1068" actId="179"/>
        <pc:sldMkLst>
          <pc:docMk/>
          <pc:sldMk cId="1379372501" sldId="278"/>
        </pc:sldMkLst>
        <pc:spChg chg="mod">
          <ac:chgData name="zied.kammoun" userId="bf0d7764-83a7-4f46-aeea-edade3febd2d" providerId="ADAL" clId="{72E36F06-32C1-4FB1-8856-62AA5C4D770F}" dt="2025-09-30T23:41:27.570" v="1068" actId="179"/>
          <ac:spMkLst>
            <pc:docMk/>
            <pc:sldMk cId="1379372501" sldId="278"/>
            <ac:spMk id="3" creationId="{35C0BB80-74D8-9664-BD3B-C0D7CFEFF3D3}"/>
          </ac:spMkLst>
        </pc:spChg>
      </pc:sldChg>
      <pc:sldChg chg="addSp modSp add mod">
        <pc:chgData name="zied.kammoun" userId="bf0d7764-83a7-4f46-aeea-edade3febd2d" providerId="ADAL" clId="{72E36F06-32C1-4FB1-8856-62AA5C4D770F}" dt="2025-10-13T10:53:26.167" v="1523" actId="20577"/>
        <pc:sldMkLst>
          <pc:docMk/>
          <pc:sldMk cId="1368498474" sldId="279"/>
        </pc:sldMkLst>
        <pc:spChg chg="add mod">
          <ac:chgData name="zied.kammoun" userId="bf0d7764-83a7-4f46-aeea-edade3febd2d" providerId="ADAL" clId="{72E36F06-32C1-4FB1-8856-62AA5C4D770F}" dt="2025-09-30T23:22:04.148" v="645" actId="1076"/>
          <ac:spMkLst>
            <pc:docMk/>
            <pc:sldMk cId="1368498474" sldId="279"/>
            <ac:spMk id="2" creationId="{1E1D50BA-A253-67D3-CE90-800B9C4161F7}"/>
          </ac:spMkLst>
        </pc:spChg>
        <pc:spChg chg="mod">
          <ac:chgData name="zied.kammoun" userId="bf0d7764-83a7-4f46-aeea-edade3febd2d" providerId="ADAL" clId="{72E36F06-32C1-4FB1-8856-62AA5C4D770F}" dt="2025-10-13T10:53:26.167" v="1523" actId="20577"/>
          <ac:spMkLst>
            <pc:docMk/>
            <pc:sldMk cId="1368498474" sldId="279"/>
            <ac:spMk id="3" creationId="{83C32142-C560-B752-DF2E-CE8B4ACF98D9}"/>
          </ac:spMkLst>
        </pc:spChg>
        <pc:spChg chg="add mod">
          <ac:chgData name="zied.kammoun" userId="bf0d7764-83a7-4f46-aeea-edade3febd2d" providerId="ADAL" clId="{72E36F06-32C1-4FB1-8856-62AA5C4D770F}" dt="2025-09-30T23:22:07.232" v="650" actId="1036"/>
          <ac:spMkLst>
            <pc:docMk/>
            <pc:sldMk cId="1368498474" sldId="279"/>
            <ac:spMk id="4" creationId="{29BAF111-818A-9C45-5E56-F9DDEF2868AB}"/>
          </ac:spMkLst>
        </pc:spChg>
      </pc:sldChg>
      <pc:sldChg chg="modSp add del mod">
        <pc:chgData name="zied.kammoun" userId="bf0d7764-83a7-4f46-aeea-edade3febd2d" providerId="ADAL" clId="{72E36F06-32C1-4FB1-8856-62AA5C4D770F}" dt="2025-09-30T23:22:37.796" v="655" actId="47"/>
        <pc:sldMkLst>
          <pc:docMk/>
          <pc:sldMk cId="118492565" sldId="280"/>
        </pc:sldMkLst>
      </pc:sldChg>
      <pc:sldChg chg="addSp modSp add mod ord">
        <pc:chgData name="zied.kammoun" userId="bf0d7764-83a7-4f46-aeea-edade3febd2d" providerId="ADAL" clId="{72E36F06-32C1-4FB1-8856-62AA5C4D770F}" dt="2025-09-30T23:41:54.105" v="1073" actId="179"/>
        <pc:sldMkLst>
          <pc:docMk/>
          <pc:sldMk cId="3125766512" sldId="281"/>
        </pc:sldMkLst>
        <pc:spChg chg="mod">
          <ac:chgData name="zied.kammoun" userId="bf0d7764-83a7-4f46-aeea-edade3febd2d" providerId="ADAL" clId="{72E36F06-32C1-4FB1-8856-62AA5C4D770F}" dt="2025-09-30T23:22:55.340" v="668" actId="1036"/>
          <ac:spMkLst>
            <pc:docMk/>
            <pc:sldMk cId="3125766512" sldId="281"/>
            <ac:spMk id="2" creationId="{7ACD7141-714B-8E10-AA85-151FBA841304}"/>
          </ac:spMkLst>
        </pc:spChg>
        <pc:spChg chg="mod">
          <ac:chgData name="zied.kammoun" userId="bf0d7764-83a7-4f46-aeea-edade3febd2d" providerId="ADAL" clId="{72E36F06-32C1-4FB1-8856-62AA5C4D770F}" dt="2025-09-30T23:41:54.105" v="1073" actId="179"/>
          <ac:spMkLst>
            <pc:docMk/>
            <pc:sldMk cId="3125766512" sldId="281"/>
            <ac:spMk id="3" creationId="{29F16C30-F070-B58A-3C43-46AE2CDC1A6B}"/>
          </ac:spMkLst>
        </pc:spChg>
        <pc:spChg chg="add mod">
          <ac:chgData name="zied.kammoun" userId="bf0d7764-83a7-4f46-aeea-edade3febd2d" providerId="ADAL" clId="{72E36F06-32C1-4FB1-8856-62AA5C4D770F}" dt="2025-09-30T23:22:55.340" v="668" actId="1036"/>
          <ac:spMkLst>
            <pc:docMk/>
            <pc:sldMk cId="3125766512" sldId="281"/>
            <ac:spMk id="4" creationId="{85211578-3ABF-7C64-6801-6F3E956A726C}"/>
          </ac:spMkLst>
        </pc:spChg>
      </pc:sldChg>
      <pc:sldChg chg="add del">
        <pc:chgData name="zied.kammoun" userId="bf0d7764-83a7-4f46-aeea-edade3febd2d" providerId="ADAL" clId="{72E36F06-32C1-4FB1-8856-62AA5C4D770F}" dt="2025-09-30T23:23:01.013" v="669" actId="47"/>
        <pc:sldMkLst>
          <pc:docMk/>
          <pc:sldMk cId="3187131697" sldId="282"/>
        </pc:sldMkLst>
      </pc:sldChg>
      <pc:sldChg chg="addSp delSp modSp add mod">
        <pc:chgData name="zied.kammoun" userId="bf0d7764-83a7-4f46-aeea-edade3febd2d" providerId="ADAL" clId="{72E36F06-32C1-4FB1-8856-62AA5C4D770F}" dt="2025-09-30T23:41:47.833" v="1072" actId="179"/>
        <pc:sldMkLst>
          <pc:docMk/>
          <pc:sldMk cId="3744921545" sldId="283"/>
        </pc:sldMkLst>
        <pc:spChg chg="add mod">
          <ac:chgData name="zied.kammoun" userId="bf0d7764-83a7-4f46-aeea-edade3febd2d" providerId="ADAL" clId="{72E36F06-32C1-4FB1-8856-62AA5C4D770F}" dt="2025-09-30T23:41:47.833" v="1072" actId="179"/>
          <ac:spMkLst>
            <pc:docMk/>
            <pc:sldMk cId="3744921545" sldId="283"/>
            <ac:spMk id="7" creationId="{E5603687-97E0-EC59-670B-3B75087E2F0B}"/>
          </ac:spMkLst>
        </pc:spChg>
      </pc:sldChg>
      <pc:sldChg chg="modSp add mod">
        <pc:chgData name="zied.kammoun" userId="bf0d7764-83a7-4f46-aeea-edade3febd2d" providerId="ADAL" clId="{72E36F06-32C1-4FB1-8856-62AA5C4D770F}" dt="2025-09-30T23:42:01.066" v="1074" actId="179"/>
        <pc:sldMkLst>
          <pc:docMk/>
          <pc:sldMk cId="2790828321" sldId="284"/>
        </pc:sldMkLst>
        <pc:spChg chg="mod">
          <ac:chgData name="zied.kammoun" userId="bf0d7764-83a7-4f46-aeea-edade3febd2d" providerId="ADAL" clId="{72E36F06-32C1-4FB1-8856-62AA5C4D770F}" dt="2025-09-30T23:42:01.066" v="1074" actId="179"/>
          <ac:spMkLst>
            <pc:docMk/>
            <pc:sldMk cId="2790828321" sldId="284"/>
            <ac:spMk id="3" creationId="{24C28CA3-50B8-7CBC-95C4-803CFF890097}"/>
          </ac:spMkLst>
        </pc:spChg>
      </pc:sldChg>
      <pc:sldChg chg="modSp add mod">
        <pc:chgData name="zied.kammoun" userId="bf0d7764-83a7-4f46-aeea-edade3febd2d" providerId="ADAL" clId="{72E36F06-32C1-4FB1-8856-62AA5C4D770F}" dt="2025-09-30T23:42:06.675" v="1075" actId="179"/>
        <pc:sldMkLst>
          <pc:docMk/>
          <pc:sldMk cId="2420317429" sldId="285"/>
        </pc:sldMkLst>
        <pc:spChg chg="mod">
          <ac:chgData name="zied.kammoun" userId="bf0d7764-83a7-4f46-aeea-edade3febd2d" providerId="ADAL" clId="{72E36F06-32C1-4FB1-8856-62AA5C4D770F}" dt="2025-09-30T23:25:19.825" v="720" actId="27636"/>
          <ac:spMkLst>
            <pc:docMk/>
            <pc:sldMk cId="2420317429" sldId="285"/>
            <ac:spMk id="2" creationId="{4CF65FA1-364B-6BFE-DCC1-038649426749}"/>
          </ac:spMkLst>
        </pc:spChg>
        <pc:spChg chg="mod">
          <ac:chgData name="zied.kammoun" userId="bf0d7764-83a7-4f46-aeea-edade3febd2d" providerId="ADAL" clId="{72E36F06-32C1-4FB1-8856-62AA5C4D770F}" dt="2025-09-30T23:42:06.675" v="1075" actId="179"/>
          <ac:spMkLst>
            <pc:docMk/>
            <pc:sldMk cId="2420317429" sldId="285"/>
            <ac:spMk id="3" creationId="{68C8EE7A-D21D-C2E3-F016-9A25206616AA}"/>
          </ac:spMkLst>
        </pc:spChg>
        <pc:spChg chg="mod">
          <ac:chgData name="zied.kammoun" userId="bf0d7764-83a7-4f46-aeea-edade3febd2d" providerId="ADAL" clId="{72E36F06-32C1-4FB1-8856-62AA5C4D770F}" dt="2025-09-30T23:24:37.763" v="691" actId="20577"/>
          <ac:spMkLst>
            <pc:docMk/>
            <pc:sldMk cId="2420317429" sldId="285"/>
            <ac:spMk id="4" creationId="{4FF8FC5A-9121-F036-3932-4DC86581CD35}"/>
          </ac:spMkLst>
        </pc:spChg>
      </pc:sldChg>
      <pc:sldChg chg="modSp add mod">
        <pc:chgData name="zied.kammoun" userId="bf0d7764-83a7-4f46-aeea-edade3febd2d" providerId="ADAL" clId="{72E36F06-32C1-4FB1-8856-62AA5C4D770F}" dt="2025-09-30T23:42:13.608" v="1076" actId="179"/>
        <pc:sldMkLst>
          <pc:docMk/>
          <pc:sldMk cId="549909467" sldId="286"/>
        </pc:sldMkLst>
        <pc:spChg chg="mod">
          <ac:chgData name="zied.kammoun" userId="bf0d7764-83a7-4f46-aeea-edade3febd2d" providerId="ADAL" clId="{72E36F06-32C1-4FB1-8856-62AA5C4D770F}" dt="2025-09-30T23:42:13.608" v="1076" actId="179"/>
          <ac:spMkLst>
            <pc:docMk/>
            <pc:sldMk cId="549909467" sldId="286"/>
            <ac:spMk id="3" creationId="{8A799FFF-D25D-61AC-BD52-31C601992CB3}"/>
          </ac:spMkLst>
        </pc:spChg>
      </pc:sldChg>
      <pc:sldChg chg="modSp new del">
        <pc:chgData name="zied.kammoun" userId="bf0d7764-83a7-4f46-aeea-edade3febd2d" providerId="ADAL" clId="{72E36F06-32C1-4FB1-8856-62AA5C4D770F}" dt="2025-10-01T00:00:29.961" v="1241" actId="47"/>
        <pc:sldMkLst>
          <pc:docMk/>
          <pc:sldMk cId="1135338933" sldId="287"/>
        </pc:sldMkLst>
      </pc:sldChg>
      <pc:sldChg chg="modSp add mod">
        <pc:chgData name="zied.kammoun" userId="bf0d7764-83a7-4f46-aeea-edade3febd2d" providerId="ADAL" clId="{72E36F06-32C1-4FB1-8856-62AA5C4D770F}" dt="2025-09-30T23:42:19.847" v="1077" actId="179"/>
        <pc:sldMkLst>
          <pc:docMk/>
          <pc:sldMk cId="2347740902" sldId="288"/>
        </pc:sldMkLst>
        <pc:spChg chg="mod">
          <ac:chgData name="zied.kammoun" userId="bf0d7764-83a7-4f46-aeea-edade3febd2d" providerId="ADAL" clId="{72E36F06-32C1-4FB1-8856-62AA5C4D770F}" dt="2025-09-30T23:27:26.958" v="774" actId="27636"/>
          <ac:spMkLst>
            <pc:docMk/>
            <pc:sldMk cId="2347740902" sldId="288"/>
            <ac:spMk id="2" creationId="{3C5F7708-B000-EAE8-64AA-8725032C7A7D}"/>
          </ac:spMkLst>
        </pc:spChg>
        <pc:spChg chg="mod">
          <ac:chgData name="zied.kammoun" userId="bf0d7764-83a7-4f46-aeea-edade3febd2d" providerId="ADAL" clId="{72E36F06-32C1-4FB1-8856-62AA5C4D770F}" dt="2025-09-30T23:42:19.847" v="1077" actId="179"/>
          <ac:spMkLst>
            <pc:docMk/>
            <pc:sldMk cId="2347740902" sldId="288"/>
            <ac:spMk id="3" creationId="{BA9712B8-4971-9E63-ADEC-DA5F04B8792E}"/>
          </ac:spMkLst>
        </pc:spChg>
        <pc:spChg chg="mod">
          <ac:chgData name="zied.kammoun" userId="bf0d7764-83a7-4f46-aeea-edade3febd2d" providerId="ADAL" clId="{72E36F06-32C1-4FB1-8856-62AA5C4D770F}" dt="2025-09-30T23:26:35.012" v="748" actId="20577"/>
          <ac:spMkLst>
            <pc:docMk/>
            <pc:sldMk cId="2347740902" sldId="288"/>
            <ac:spMk id="4" creationId="{BBBFDDE3-7556-9B81-46A1-EFCB7DE1DC57}"/>
          </ac:spMkLst>
        </pc:spChg>
      </pc:sldChg>
      <pc:sldChg chg="modSp add mod">
        <pc:chgData name="zied.kammoun" userId="bf0d7764-83a7-4f46-aeea-edade3febd2d" providerId="ADAL" clId="{72E36F06-32C1-4FB1-8856-62AA5C4D770F}" dt="2025-09-30T23:42:26.069" v="1078" actId="179"/>
        <pc:sldMkLst>
          <pc:docMk/>
          <pc:sldMk cId="2162310301" sldId="289"/>
        </pc:sldMkLst>
        <pc:spChg chg="mod">
          <ac:chgData name="zied.kammoun" userId="bf0d7764-83a7-4f46-aeea-edade3febd2d" providerId="ADAL" clId="{72E36F06-32C1-4FB1-8856-62AA5C4D770F}" dt="2025-09-30T23:42:26.069" v="1078" actId="179"/>
          <ac:spMkLst>
            <pc:docMk/>
            <pc:sldMk cId="2162310301" sldId="289"/>
            <ac:spMk id="3" creationId="{83CC2799-392D-B408-D50D-B53B89B45214}"/>
          </ac:spMkLst>
        </pc:spChg>
      </pc:sldChg>
      <pc:sldChg chg="modSp add mod ord">
        <pc:chgData name="zied.kammoun" userId="bf0d7764-83a7-4f46-aeea-edade3febd2d" providerId="ADAL" clId="{72E36F06-32C1-4FB1-8856-62AA5C4D770F}" dt="2025-09-30T23:42:32.117" v="1079" actId="179"/>
        <pc:sldMkLst>
          <pc:docMk/>
          <pc:sldMk cId="784284077" sldId="290"/>
        </pc:sldMkLst>
        <pc:spChg chg="mod">
          <ac:chgData name="zied.kammoun" userId="bf0d7764-83a7-4f46-aeea-edade3febd2d" providerId="ADAL" clId="{72E36F06-32C1-4FB1-8856-62AA5C4D770F}" dt="2025-09-30T23:30:12.601" v="845" actId="20577"/>
          <ac:spMkLst>
            <pc:docMk/>
            <pc:sldMk cId="784284077" sldId="290"/>
            <ac:spMk id="2" creationId="{4E898517-255D-E124-598F-2988BF060BE0}"/>
          </ac:spMkLst>
        </pc:spChg>
        <pc:spChg chg="mod">
          <ac:chgData name="zied.kammoun" userId="bf0d7764-83a7-4f46-aeea-edade3febd2d" providerId="ADAL" clId="{72E36F06-32C1-4FB1-8856-62AA5C4D770F}" dt="2025-09-30T23:42:32.117" v="1079" actId="179"/>
          <ac:spMkLst>
            <pc:docMk/>
            <pc:sldMk cId="784284077" sldId="290"/>
            <ac:spMk id="3" creationId="{74BEE028-35A7-53E3-8D59-3BC45D7A42ED}"/>
          </ac:spMkLst>
        </pc:spChg>
        <pc:spChg chg="mod">
          <ac:chgData name="zied.kammoun" userId="bf0d7764-83a7-4f46-aeea-edade3febd2d" providerId="ADAL" clId="{72E36F06-32C1-4FB1-8856-62AA5C4D770F}" dt="2025-09-30T23:28:48.585" v="799" actId="20577"/>
          <ac:spMkLst>
            <pc:docMk/>
            <pc:sldMk cId="784284077" sldId="290"/>
            <ac:spMk id="4" creationId="{B89E3570-6BA6-18B5-FE9A-91C5C476B70B}"/>
          </ac:spMkLst>
        </pc:spChg>
      </pc:sldChg>
      <pc:sldChg chg="modSp add mod">
        <pc:chgData name="zied.kammoun" userId="bf0d7764-83a7-4f46-aeea-edade3febd2d" providerId="ADAL" clId="{72E36F06-32C1-4FB1-8856-62AA5C4D770F}" dt="2025-09-30T23:42:38.150" v="1080" actId="179"/>
        <pc:sldMkLst>
          <pc:docMk/>
          <pc:sldMk cId="3958563997" sldId="291"/>
        </pc:sldMkLst>
        <pc:spChg chg="mod">
          <ac:chgData name="zied.kammoun" userId="bf0d7764-83a7-4f46-aeea-edade3febd2d" providerId="ADAL" clId="{72E36F06-32C1-4FB1-8856-62AA5C4D770F}" dt="2025-09-30T23:42:38.150" v="1080" actId="179"/>
          <ac:spMkLst>
            <pc:docMk/>
            <pc:sldMk cId="3958563997" sldId="291"/>
            <ac:spMk id="3" creationId="{9AAABD19-5D51-E750-146B-21207D9D515F}"/>
          </ac:spMkLst>
        </pc:spChg>
      </pc:sldChg>
      <pc:sldChg chg="modSp add mod">
        <pc:chgData name="zied.kammoun" userId="bf0d7764-83a7-4f46-aeea-edade3febd2d" providerId="ADAL" clId="{72E36F06-32C1-4FB1-8856-62AA5C4D770F}" dt="2025-09-30T23:42:43.809" v="1081" actId="179"/>
        <pc:sldMkLst>
          <pc:docMk/>
          <pc:sldMk cId="3353504055" sldId="292"/>
        </pc:sldMkLst>
        <pc:spChg chg="mod">
          <ac:chgData name="zied.kammoun" userId="bf0d7764-83a7-4f46-aeea-edade3febd2d" providerId="ADAL" clId="{72E36F06-32C1-4FB1-8856-62AA5C4D770F}" dt="2025-09-30T23:42:43.809" v="1081" actId="179"/>
          <ac:spMkLst>
            <pc:docMk/>
            <pc:sldMk cId="3353504055" sldId="292"/>
            <ac:spMk id="3" creationId="{A8F638CB-53C0-2DDC-7E58-BB6523176C55}"/>
          </ac:spMkLst>
        </pc:spChg>
      </pc:sldChg>
      <pc:sldChg chg="modSp add mod">
        <pc:chgData name="zied.kammoun" userId="bf0d7764-83a7-4f46-aeea-edade3febd2d" providerId="ADAL" clId="{72E36F06-32C1-4FB1-8856-62AA5C4D770F}" dt="2025-09-30T23:42:49.434" v="1082" actId="179"/>
        <pc:sldMkLst>
          <pc:docMk/>
          <pc:sldMk cId="1143350954" sldId="293"/>
        </pc:sldMkLst>
        <pc:spChg chg="mod">
          <ac:chgData name="zied.kammoun" userId="bf0d7764-83a7-4f46-aeea-edade3febd2d" providerId="ADAL" clId="{72E36F06-32C1-4FB1-8856-62AA5C4D770F}" dt="2025-09-30T23:42:49.434" v="1082" actId="179"/>
          <ac:spMkLst>
            <pc:docMk/>
            <pc:sldMk cId="1143350954" sldId="293"/>
            <ac:spMk id="3" creationId="{C5A76748-D3C7-4662-E1BD-3948131488BD}"/>
          </ac:spMkLst>
        </pc:spChg>
      </pc:sldChg>
      <pc:sldChg chg="addSp delSp modSp add mod">
        <pc:chgData name="zied.kammoun" userId="bf0d7764-83a7-4f46-aeea-edade3febd2d" providerId="ADAL" clId="{72E36F06-32C1-4FB1-8856-62AA5C4D770F}" dt="2025-10-01T00:05:21.775" v="1295" actId="179"/>
        <pc:sldMkLst>
          <pc:docMk/>
          <pc:sldMk cId="1640814719" sldId="294"/>
        </pc:sldMkLst>
        <pc:spChg chg="mod">
          <ac:chgData name="zied.kammoun" userId="bf0d7764-83a7-4f46-aeea-edade3febd2d" providerId="ADAL" clId="{72E36F06-32C1-4FB1-8856-62AA5C4D770F}" dt="2025-09-30T23:34:46.008" v="968" actId="27636"/>
          <ac:spMkLst>
            <pc:docMk/>
            <pc:sldMk cId="1640814719" sldId="294"/>
            <ac:spMk id="2" creationId="{9CD3F826-25E4-8D66-6DB0-5B08B53F9601}"/>
          </ac:spMkLst>
        </pc:spChg>
        <pc:spChg chg="mod">
          <ac:chgData name="zied.kammoun" userId="bf0d7764-83a7-4f46-aeea-edade3febd2d" providerId="ADAL" clId="{72E36F06-32C1-4FB1-8856-62AA5C4D770F}" dt="2025-09-30T23:33:10.796" v="913" actId="20577"/>
          <ac:spMkLst>
            <pc:docMk/>
            <pc:sldMk cId="1640814719" sldId="294"/>
            <ac:spMk id="4" creationId="{CB00FDEE-5B54-8F05-981D-C7377AA2F0CE}"/>
          </ac:spMkLst>
        </pc:spChg>
        <pc:spChg chg="add mod">
          <ac:chgData name="zied.kammoun" userId="bf0d7764-83a7-4f46-aeea-edade3febd2d" providerId="ADAL" clId="{72E36F06-32C1-4FB1-8856-62AA5C4D770F}" dt="2025-10-01T00:05:21.775" v="1295" actId="179"/>
          <ac:spMkLst>
            <pc:docMk/>
            <pc:sldMk cId="1640814719" sldId="294"/>
            <ac:spMk id="8" creationId="{7CA67AB1-ADF4-EADF-9636-93FC8AFD2A6F}"/>
          </ac:spMkLst>
        </pc:spChg>
      </pc:sldChg>
      <pc:sldChg chg="addSp delSp modSp add mod">
        <pc:chgData name="zied.kammoun" userId="bf0d7764-83a7-4f46-aeea-edade3febd2d" providerId="ADAL" clId="{72E36F06-32C1-4FB1-8856-62AA5C4D770F}" dt="2025-10-01T00:05:27.099" v="1296" actId="179"/>
        <pc:sldMkLst>
          <pc:docMk/>
          <pc:sldMk cId="3771176868" sldId="295"/>
        </pc:sldMkLst>
        <pc:spChg chg="mod">
          <ac:chgData name="zied.kammoun" userId="bf0d7764-83a7-4f46-aeea-edade3febd2d" providerId="ADAL" clId="{72E36F06-32C1-4FB1-8856-62AA5C4D770F}" dt="2025-10-01T00:05:27.099" v="1296" actId="179"/>
          <ac:spMkLst>
            <pc:docMk/>
            <pc:sldMk cId="3771176868" sldId="295"/>
            <ac:spMk id="3" creationId="{4E7F1818-EC65-95C2-81FE-3A72201BAE2D}"/>
          </ac:spMkLst>
        </pc:spChg>
      </pc:sldChg>
      <pc:sldChg chg="addSp modSp add mod">
        <pc:chgData name="zied.kammoun" userId="bf0d7764-83a7-4f46-aeea-edade3febd2d" providerId="ADAL" clId="{72E36F06-32C1-4FB1-8856-62AA5C4D770F}" dt="2025-10-01T00:06:16.260" v="1297" actId="20577"/>
        <pc:sldMkLst>
          <pc:docMk/>
          <pc:sldMk cId="886450806" sldId="296"/>
        </pc:sldMkLst>
        <pc:spChg chg="mod">
          <ac:chgData name="zied.kammoun" userId="bf0d7764-83a7-4f46-aeea-edade3febd2d" providerId="ADAL" clId="{72E36F06-32C1-4FB1-8856-62AA5C4D770F}" dt="2025-09-30T23:36:18.179" v="994" actId="20577"/>
          <ac:spMkLst>
            <pc:docMk/>
            <pc:sldMk cId="886450806" sldId="296"/>
            <ac:spMk id="2" creationId="{15DE7427-41F6-F79E-5E4F-FF2D896732B7}"/>
          </ac:spMkLst>
        </pc:spChg>
        <pc:spChg chg="mod">
          <ac:chgData name="zied.kammoun" userId="bf0d7764-83a7-4f46-aeea-edade3febd2d" providerId="ADAL" clId="{72E36F06-32C1-4FB1-8856-62AA5C4D770F}" dt="2025-10-01T00:06:16.260" v="1297" actId="20577"/>
          <ac:spMkLst>
            <pc:docMk/>
            <pc:sldMk cId="886450806" sldId="296"/>
            <ac:spMk id="3" creationId="{D8F90604-8707-9174-64D8-1DD9B09CBEDB}"/>
          </ac:spMkLst>
        </pc:spChg>
        <pc:spChg chg="add mod">
          <ac:chgData name="zied.kammoun" userId="bf0d7764-83a7-4f46-aeea-edade3febd2d" providerId="ADAL" clId="{72E36F06-32C1-4FB1-8856-62AA5C4D770F}" dt="2025-09-30T23:37:31.094" v="1030" actId="1076"/>
          <ac:spMkLst>
            <pc:docMk/>
            <pc:sldMk cId="886450806" sldId="296"/>
            <ac:spMk id="5" creationId="{DD367EFB-BFF4-B930-7F8C-3B6C6EDE110D}"/>
          </ac:spMkLst>
        </pc:spChg>
      </pc:sldChg>
      <pc:sldChg chg="modSp add del mod">
        <pc:chgData name="zied.kammoun" userId="bf0d7764-83a7-4f46-aeea-edade3febd2d" providerId="ADAL" clId="{72E36F06-32C1-4FB1-8856-62AA5C4D770F}" dt="2025-09-30T23:44:02.299" v="1096" actId="47"/>
        <pc:sldMkLst>
          <pc:docMk/>
          <pc:sldMk cId="1861936981" sldId="297"/>
        </pc:sldMkLst>
      </pc:sldChg>
      <pc:sldChg chg="modSp add mod">
        <pc:chgData name="zied.kammoun" userId="bf0d7764-83a7-4f46-aeea-edade3febd2d" providerId="ADAL" clId="{72E36F06-32C1-4FB1-8856-62AA5C4D770F}" dt="2025-10-01T00:06:47.631" v="1298" actId="20577"/>
        <pc:sldMkLst>
          <pc:docMk/>
          <pc:sldMk cId="1526115995" sldId="298"/>
        </pc:sldMkLst>
        <pc:spChg chg="mod">
          <ac:chgData name="zied.kammoun" userId="bf0d7764-83a7-4f46-aeea-edade3febd2d" providerId="ADAL" clId="{72E36F06-32C1-4FB1-8856-62AA5C4D770F}" dt="2025-10-01T00:06:47.631" v="1298" actId="20577"/>
          <ac:spMkLst>
            <pc:docMk/>
            <pc:sldMk cId="1526115995" sldId="298"/>
            <ac:spMk id="3" creationId="{24F9F99D-81E8-5D76-1A60-227384227745}"/>
          </ac:spMkLst>
        </pc:spChg>
      </pc:sldChg>
      <pc:sldChg chg="modSp add mod">
        <pc:chgData name="zied.kammoun" userId="bf0d7764-83a7-4f46-aeea-edade3febd2d" providerId="ADAL" clId="{72E36F06-32C1-4FB1-8856-62AA5C4D770F}" dt="2025-10-01T00:06:53.707" v="1299" actId="20577"/>
        <pc:sldMkLst>
          <pc:docMk/>
          <pc:sldMk cId="3324018768" sldId="299"/>
        </pc:sldMkLst>
        <pc:spChg chg="mod">
          <ac:chgData name="zied.kammoun" userId="bf0d7764-83a7-4f46-aeea-edade3febd2d" providerId="ADAL" clId="{72E36F06-32C1-4FB1-8856-62AA5C4D770F}" dt="2025-10-01T00:06:53.707" v="1299" actId="20577"/>
          <ac:spMkLst>
            <pc:docMk/>
            <pc:sldMk cId="3324018768" sldId="299"/>
            <ac:spMk id="3" creationId="{0DCFD6CC-F673-40D1-695B-975C4BF33E6A}"/>
          </ac:spMkLst>
        </pc:spChg>
      </pc:sldChg>
      <pc:sldChg chg="add del">
        <pc:chgData name="zied.kammoun" userId="bf0d7764-83a7-4f46-aeea-edade3febd2d" providerId="ADAL" clId="{72E36F06-32C1-4FB1-8856-62AA5C4D770F}" dt="2025-10-01T00:07:00.420" v="1300" actId="47"/>
        <pc:sldMkLst>
          <pc:docMk/>
          <pc:sldMk cId="2486394326" sldId="300"/>
        </pc:sldMkLst>
      </pc:sldChg>
      <pc:sldChg chg="addSp delSp modSp add mod">
        <pc:chgData name="zied.kammoun" userId="bf0d7764-83a7-4f46-aeea-edade3febd2d" providerId="ADAL" clId="{72E36F06-32C1-4FB1-8856-62AA5C4D770F}" dt="2025-10-04T00:47:19.100" v="1316" actId="20577"/>
        <pc:sldMkLst>
          <pc:docMk/>
          <pc:sldMk cId="3070710941" sldId="301"/>
        </pc:sldMkLst>
        <pc:spChg chg="mod">
          <ac:chgData name="zied.kammoun" userId="bf0d7764-83a7-4f46-aeea-edade3febd2d" providerId="ADAL" clId="{72E36F06-32C1-4FB1-8856-62AA5C4D770F}" dt="2025-10-04T00:47:19.100" v="1316" actId="20577"/>
          <ac:spMkLst>
            <pc:docMk/>
            <pc:sldMk cId="3070710941" sldId="301"/>
            <ac:spMk id="2" creationId="{68982B3E-6402-8082-590E-59B6E85ED1B6}"/>
          </ac:spMkLst>
        </pc:spChg>
        <pc:spChg chg="mod">
          <ac:chgData name="zied.kammoun" userId="bf0d7764-83a7-4f46-aeea-edade3febd2d" providerId="ADAL" clId="{72E36F06-32C1-4FB1-8856-62AA5C4D770F}" dt="2025-10-01T00:00:08.605" v="1238" actId="20577"/>
          <ac:spMkLst>
            <pc:docMk/>
            <pc:sldMk cId="3070710941" sldId="301"/>
            <ac:spMk id="3" creationId="{1016AB39-45AC-78B6-CCCF-2208AC39A44F}"/>
          </ac:spMkLst>
        </pc:spChg>
        <pc:spChg chg="mod">
          <ac:chgData name="zied.kammoun" userId="bf0d7764-83a7-4f46-aeea-edade3febd2d" providerId="ADAL" clId="{72E36F06-32C1-4FB1-8856-62AA5C4D770F}" dt="2025-09-30T23:55:10.269" v="1114" actId="20577"/>
          <ac:spMkLst>
            <pc:docMk/>
            <pc:sldMk cId="3070710941" sldId="301"/>
            <ac:spMk id="4" creationId="{93D72776-84CD-149B-07F0-BA0E42385132}"/>
          </ac:spMkLst>
        </pc:spChg>
      </pc:sldChg>
      <pc:sldChg chg="delSp add del mod">
        <pc:chgData name="zied.kammoun" userId="bf0d7764-83a7-4f46-aeea-edade3febd2d" providerId="ADAL" clId="{72E36F06-32C1-4FB1-8856-62AA5C4D770F}" dt="2025-09-30T23:59:09.540" v="1228" actId="47"/>
        <pc:sldMkLst>
          <pc:docMk/>
          <pc:sldMk cId="3482190130" sldId="302"/>
        </pc:sldMkLst>
      </pc:sldChg>
      <pc:sldChg chg="delSp modSp add mod">
        <pc:chgData name="zied.kammoun" userId="bf0d7764-83a7-4f46-aeea-edade3febd2d" providerId="ADAL" clId="{72E36F06-32C1-4FB1-8856-62AA5C4D770F}" dt="2025-10-04T00:47:16.462" v="1315" actId="20577"/>
        <pc:sldMkLst>
          <pc:docMk/>
          <pc:sldMk cId="724940762" sldId="303"/>
        </pc:sldMkLst>
        <pc:spChg chg="mod">
          <ac:chgData name="zied.kammoun" userId="bf0d7764-83a7-4f46-aeea-edade3febd2d" providerId="ADAL" clId="{72E36F06-32C1-4FB1-8856-62AA5C4D770F}" dt="2025-10-04T00:47:16.462" v="1315" actId="20577"/>
          <ac:spMkLst>
            <pc:docMk/>
            <pc:sldMk cId="724940762" sldId="303"/>
            <ac:spMk id="2" creationId="{0B6CD253-8661-432F-A602-85EBC21E4911}"/>
          </ac:spMkLst>
        </pc:spChg>
        <pc:spChg chg="mod">
          <ac:chgData name="zied.kammoun" userId="bf0d7764-83a7-4f46-aeea-edade3febd2d" providerId="ADAL" clId="{72E36F06-32C1-4FB1-8856-62AA5C4D770F}" dt="2025-10-01T00:00:25.103" v="1240"/>
          <ac:spMkLst>
            <pc:docMk/>
            <pc:sldMk cId="724940762" sldId="303"/>
            <ac:spMk id="3" creationId="{2FFB1354-5F09-4661-D62D-7D60BF4E5A06}"/>
          </ac:spMkLst>
        </pc:spChg>
      </pc:sldChg>
      <pc:sldChg chg="modSp add mod">
        <pc:chgData name="zied.kammoun" userId="bf0d7764-83a7-4f46-aeea-edade3febd2d" providerId="ADAL" clId="{72E36F06-32C1-4FB1-8856-62AA5C4D770F}" dt="2025-10-04T00:47:09.319" v="1314" actId="20577"/>
        <pc:sldMkLst>
          <pc:docMk/>
          <pc:sldMk cId="3456771438" sldId="304"/>
        </pc:sldMkLst>
        <pc:spChg chg="mod">
          <ac:chgData name="zied.kammoun" userId="bf0d7764-83a7-4f46-aeea-edade3febd2d" providerId="ADAL" clId="{72E36F06-32C1-4FB1-8856-62AA5C4D770F}" dt="2025-10-04T00:47:09.319" v="1314" actId="20577"/>
          <ac:spMkLst>
            <pc:docMk/>
            <pc:sldMk cId="3456771438" sldId="304"/>
            <ac:spMk id="2" creationId="{E3A510D2-A7C3-C4D5-E436-4251D094FF1F}"/>
          </ac:spMkLst>
        </pc:spChg>
        <pc:spChg chg="mod">
          <ac:chgData name="zied.kammoun" userId="bf0d7764-83a7-4f46-aeea-edade3febd2d" providerId="ADAL" clId="{72E36F06-32C1-4FB1-8856-62AA5C4D770F}" dt="2025-10-01T00:07:52.268" v="1302" actId="20577"/>
          <ac:spMkLst>
            <pc:docMk/>
            <pc:sldMk cId="3456771438" sldId="304"/>
            <ac:spMk id="3" creationId="{08F96865-E662-7A32-1437-275312FFE3A1}"/>
          </ac:spMkLst>
        </pc:spChg>
      </pc:sldChg>
      <pc:sldChg chg="addSp delSp modSp new mod">
        <pc:chgData name="zied.kammoun" userId="bf0d7764-83a7-4f46-aeea-edade3febd2d" providerId="ADAL" clId="{72E36F06-32C1-4FB1-8856-62AA5C4D770F}" dt="2025-10-01T00:01:24.685" v="1256" actId="1076"/>
        <pc:sldMkLst>
          <pc:docMk/>
          <pc:sldMk cId="910475589" sldId="305"/>
        </pc:sldMkLst>
        <pc:picChg chg="add mod">
          <ac:chgData name="zied.kammoun" userId="bf0d7764-83a7-4f46-aeea-edade3febd2d" providerId="ADAL" clId="{72E36F06-32C1-4FB1-8856-62AA5C4D770F}" dt="2025-10-01T00:01:24.685" v="1256" actId="1076"/>
          <ac:picMkLst>
            <pc:docMk/>
            <pc:sldMk cId="910475589" sldId="305"/>
            <ac:picMk id="5" creationId="{5B224991-2BCA-EE5E-AF08-F26019A15826}"/>
          </ac:picMkLst>
        </pc:picChg>
      </pc:sldChg>
      <pc:sldChg chg="addSp delSp modSp add mod">
        <pc:chgData name="zied.kammoun" userId="bf0d7764-83a7-4f46-aeea-edade3febd2d" providerId="ADAL" clId="{72E36F06-32C1-4FB1-8856-62AA5C4D770F}" dt="2025-10-13T10:42:12.998" v="1420" actId="207"/>
        <pc:sldMkLst>
          <pc:docMk/>
          <pc:sldMk cId="1806058979" sldId="306"/>
        </pc:sldMkLst>
        <pc:spChg chg="add del mod">
          <ac:chgData name="zied.kammoun" userId="bf0d7764-83a7-4f46-aeea-edade3febd2d" providerId="ADAL" clId="{72E36F06-32C1-4FB1-8856-62AA5C4D770F}" dt="2025-10-13T10:42:09.557" v="1419" actId="478"/>
          <ac:spMkLst>
            <pc:docMk/>
            <pc:sldMk cId="1806058979" sldId="306"/>
            <ac:spMk id="2" creationId="{35318F0B-FE14-B3D0-9596-DC2BD6F379F0}"/>
          </ac:spMkLst>
        </pc:spChg>
        <pc:spChg chg="mod">
          <ac:chgData name="zied.kammoun" userId="bf0d7764-83a7-4f46-aeea-edade3febd2d" providerId="ADAL" clId="{72E36F06-32C1-4FB1-8856-62AA5C4D770F}" dt="2025-10-13T10:42:12.998" v="1420" actId="207"/>
          <ac:spMkLst>
            <pc:docMk/>
            <pc:sldMk cId="1806058979" sldId="306"/>
            <ac:spMk id="3" creationId="{9AAEB12D-6B98-F22D-539A-E18C09FFA1E6}"/>
          </ac:spMkLst>
        </pc:spChg>
      </pc:sldChg>
      <pc:sldChg chg="addSp delSp modSp add mod">
        <pc:chgData name="zied.kammoun" userId="bf0d7764-83a7-4f46-aeea-edade3febd2d" providerId="ADAL" clId="{72E36F06-32C1-4FB1-8856-62AA5C4D770F}" dt="2025-10-13T10:41:55.317" v="1399" actId="207"/>
        <pc:sldMkLst>
          <pc:docMk/>
          <pc:sldMk cId="2963367968" sldId="307"/>
        </pc:sldMkLst>
        <pc:spChg chg="add del mod">
          <ac:chgData name="zied.kammoun" userId="bf0d7764-83a7-4f46-aeea-edade3febd2d" providerId="ADAL" clId="{72E36F06-32C1-4FB1-8856-62AA5C4D770F}" dt="2025-10-13T10:41:47.357" v="1398" actId="478"/>
          <ac:spMkLst>
            <pc:docMk/>
            <pc:sldMk cId="2963367968" sldId="307"/>
            <ac:spMk id="2" creationId="{BCB50D8C-9704-B65B-DD31-48231ABD99F4}"/>
          </ac:spMkLst>
        </pc:spChg>
        <pc:spChg chg="mod">
          <ac:chgData name="zied.kammoun" userId="bf0d7764-83a7-4f46-aeea-edade3febd2d" providerId="ADAL" clId="{72E36F06-32C1-4FB1-8856-62AA5C4D770F}" dt="2025-10-13T10:41:55.317" v="1399" actId="207"/>
          <ac:spMkLst>
            <pc:docMk/>
            <pc:sldMk cId="2963367968" sldId="307"/>
            <ac:spMk id="3" creationId="{0B70746E-F791-6CBA-FA43-A721D8BB8AC9}"/>
          </ac:spMkLst>
        </pc:spChg>
      </pc:sldChg>
      <pc:sldChg chg="delSp add mod">
        <pc:chgData name="zied.kammoun" userId="bf0d7764-83a7-4f46-aeea-edade3febd2d" providerId="ADAL" clId="{72E36F06-32C1-4FB1-8856-62AA5C4D770F}" dt="2025-10-13T10:44:41.307" v="1443" actId="478"/>
        <pc:sldMkLst>
          <pc:docMk/>
          <pc:sldMk cId="1634844465" sldId="308"/>
        </pc:sldMkLst>
        <pc:spChg chg="del">
          <ac:chgData name="zied.kammoun" userId="bf0d7764-83a7-4f46-aeea-edade3febd2d" providerId="ADAL" clId="{72E36F06-32C1-4FB1-8856-62AA5C4D770F}" dt="2025-10-13T10:44:41.307" v="1443" actId="478"/>
          <ac:spMkLst>
            <pc:docMk/>
            <pc:sldMk cId="1634844465" sldId="308"/>
            <ac:spMk id="2" creationId="{A82AC683-534E-5D84-923B-6B2CBDBD8C3A}"/>
          </ac:spMkLst>
        </pc:spChg>
      </pc:sldChg>
      <pc:sldChg chg="add">
        <pc:chgData name="zied.kammoun" userId="bf0d7764-83a7-4f46-aeea-edade3febd2d" providerId="ADAL" clId="{72E36F06-32C1-4FB1-8856-62AA5C4D770F}" dt="2025-10-13T10:42:03.185" v="1417"/>
        <pc:sldMkLst>
          <pc:docMk/>
          <pc:sldMk cId="627859118" sldId="309"/>
        </pc:sldMkLst>
      </pc:sldChg>
      <pc:sldChg chg="modSp add mod">
        <pc:chgData name="zied.kammoun" userId="bf0d7764-83a7-4f46-aeea-edade3febd2d" providerId="ADAL" clId="{72E36F06-32C1-4FB1-8856-62AA5C4D770F}" dt="2025-10-13T10:45:10.248" v="1451" actId="207"/>
        <pc:sldMkLst>
          <pc:docMk/>
          <pc:sldMk cId="673256867" sldId="310"/>
        </pc:sldMkLst>
        <pc:spChg chg="mod">
          <ac:chgData name="zied.kammoun" userId="bf0d7764-83a7-4f46-aeea-edade3febd2d" providerId="ADAL" clId="{72E36F06-32C1-4FB1-8856-62AA5C4D770F}" dt="2025-10-13T10:45:10.248" v="1451" actId="207"/>
          <ac:spMkLst>
            <pc:docMk/>
            <pc:sldMk cId="673256867" sldId="310"/>
            <ac:spMk id="3" creationId="{BC96F2DE-DDA1-369F-53E5-44DD3EC887FE}"/>
          </ac:spMkLst>
        </pc:spChg>
      </pc:sldChg>
      <pc:sldChg chg="addSp delSp modSp add del mod">
        <pc:chgData name="zied.kammoun" userId="bf0d7764-83a7-4f46-aeea-edade3febd2d" providerId="ADAL" clId="{72E36F06-32C1-4FB1-8856-62AA5C4D770F}" dt="2025-10-13T10:44:49.445" v="1445" actId="47"/>
        <pc:sldMkLst>
          <pc:docMk/>
          <pc:sldMk cId="2503921778" sldId="310"/>
        </pc:sldMkLst>
        <pc:spChg chg="add mod">
          <ac:chgData name="zied.kammoun" userId="bf0d7764-83a7-4f46-aeea-edade3febd2d" providerId="ADAL" clId="{72E36F06-32C1-4FB1-8856-62AA5C4D770F}" dt="2025-10-13T10:44:09.286" v="1442" actId="1076"/>
          <ac:spMkLst>
            <pc:docMk/>
            <pc:sldMk cId="2503921778" sldId="310"/>
            <ac:spMk id="2" creationId="{23D5974F-70B2-F601-2758-3A75DAA12697}"/>
          </ac:spMkLst>
        </pc:spChg>
        <pc:spChg chg="del mod">
          <ac:chgData name="zied.kammoun" userId="bf0d7764-83a7-4f46-aeea-edade3febd2d" providerId="ADAL" clId="{72E36F06-32C1-4FB1-8856-62AA5C4D770F}" dt="2025-10-13T10:44:46.523" v="1444" actId="478"/>
          <ac:spMkLst>
            <pc:docMk/>
            <pc:sldMk cId="2503921778" sldId="310"/>
            <ac:spMk id="3" creationId="{811A37EA-1E55-5613-EA56-F36C88A29432}"/>
          </ac:spMkLst>
        </pc:spChg>
        <pc:spChg chg="add mod">
          <ac:chgData name="zied.kammoun" userId="bf0d7764-83a7-4f46-aeea-edade3febd2d" providerId="ADAL" clId="{72E36F06-32C1-4FB1-8856-62AA5C4D770F}" dt="2025-10-13T10:44:46.523" v="1444" actId="478"/>
          <ac:spMkLst>
            <pc:docMk/>
            <pc:sldMk cId="2503921778" sldId="310"/>
            <ac:spMk id="5" creationId="{76D028BF-5474-85D9-FB06-70F49E2CF7A8}"/>
          </ac:spMkLst>
        </pc:spChg>
      </pc:sldChg>
      <pc:sldChg chg="modSp add mod">
        <pc:chgData name="zied.kammoun" userId="bf0d7764-83a7-4f46-aeea-edade3febd2d" providerId="ADAL" clId="{72E36F06-32C1-4FB1-8856-62AA5C4D770F}" dt="2025-10-13T10:45:52.445" v="1470" actId="207"/>
        <pc:sldMkLst>
          <pc:docMk/>
          <pc:sldMk cId="334966064" sldId="311"/>
        </pc:sldMkLst>
        <pc:spChg chg="mod">
          <ac:chgData name="zied.kammoun" userId="bf0d7764-83a7-4f46-aeea-edade3febd2d" providerId="ADAL" clId="{72E36F06-32C1-4FB1-8856-62AA5C4D770F}" dt="2025-10-13T10:45:52.445" v="1470" actId="207"/>
          <ac:spMkLst>
            <pc:docMk/>
            <pc:sldMk cId="334966064" sldId="311"/>
            <ac:spMk id="3" creationId="{D1A0E23E-5130-8A82-0CD1-EBB4EA07B005}"/>
          </ac:spMkLst>
        </pc:spChg>
      </pc:sldChg>
      <pc:sldChg chg="modSp add mod">
        <pc:chgData name="zied.kammoun" userId="bf0d7764-83a7-4f46-aeea-edade3febd2d" providerId="ADAL" clId="{72E36F06-32C1-4FB1-8856-62AA5C4D770F}" dt="2025-10-13T10:46:21.952" v="1474" actId="207"/>
        <pc:sldMkLst>
          <pc:docMk/>
          <pc:sldMk cId="3852381590" sldId="312"/>
        </pc:sldMkLst>
        <pc:spChg chg="mod">
          <ac:chgData name="zied.kammoun" userId="bf0d7764-83a7-4f46-aeea-edade3febd2d" providerId="ADAL" clId="{72E36F06-32C1-4FB1-8856-62AA5C4D770F}" dt="2025-10-13T10:46:21.952" v="1474" actId="207"/>
          <ac:spMkLst>
            <pc:docMk/>
            <pc:sldMk cId="3852381590" sldId="312"/>
            <ac:spMk id="3" creationId="{DEB8AEC8-2274-1984-B315-D6BBF1F6DF2C}"/>
          </ac:spMkLst>
        </pc:spChg>
      </pc:sldChg>
      <pc:sldChg chg="modSp add mod">
        <pc:chgData name="zied.kammoun" userId="bf0d7764-83a7-4f46-aeea-edade3febd2d" providerId="ADAL" clId="{72E36F06-32C1-4FB1-8856-62AA5C4D770F}" dt="2025-10-13T10:46:48.748" v="1476" actId="207"/>
        <pc:sldMkLst>
          <pc:docMk/>
          <pc:sldMk cId="1996702580" sldId="313"/>
        </pc:sldMkLst>
        <pc:spChg chg="mod">
          <ac:chgData name="zied.kammoun" userId="bf0d7764-83a7-4f46-aeea-edade3febd2d" providerId="ADAL" clId="{72E36F06-32C1-4FB1-8856-62AA5C4D770F}" dt="2025-10-13T10:46:48.748" v="1476" actId="207"/>
          <ac:spMkLst>
            <pc:docMk/>
            <pc:sldMk cId="1996702580" sldId="313"/>
            <ac:spMk id="3" creationId="{B08ABCAD-42B2-6F7F-EB51-171094AEDB8C}"/>
          </ac:spMkLst>
        </pc:spChg>
      </pc:sldChg>
      <pc:sldChg chg="modSp add mod">
        <pc:chgData name="zied.kammoun" userId="bf0d7764-83a7-4f46-aeea-edade3febd2d" providerId="ADAL" clId="{72E36F06-32C1-4FB1-8856-62AA5C4D770F}" dt="2025-10-13T10:49:00" v="1485" actId="207"/>
        <pc:sldMkLst>
          <pc:docMk/>
          <pc:sldMk cId="2691127054" sldId="314"/>
        </pc:sldMkLst>
        <pc:spChg chg="mod">
          <ac:chgData name="zied.kammoun" userId="bf0d7764-83a7-4f46-aeea-edade3febd2d" providerId="ADAL" clId="{72E36F06-32C1-4FB1-8856-62AA5C4D770F}" dt="2025-10-13T10:49:00" v="1485" actId="207"/>
          <ac:spMkLst>
            <pc:docMk/>
            <pc:sldMk cId="2691127054" sldId="314"/>
            <ac:spMk id="3" creationId="{2BB8BC51-F97B-F3E9-0279-A6B0DD9B4D82}"/>
          </ac:spMkLst>
        </pc:spChg>
      </pc:sldChg>
      <pc:sldChg chg="modSp add mod">
        <pc:chgData name="zied.kammoun" userId="bf0d7764-83a7-4f46-aeea-edade3febd2d" providerId="ADAL" clId="{72E36F06-32C1-4FB1-8856-62AA5C4D770F}" dt="2025-10-13T10:49:17.192" v="1488" actId="207"/>
        <pc:sldMkLst>
          <pc:docMk/>
          <pc:sldMk cId="405248719" sldId="315"/>
        </pc:sldMkLst>
        <pc:spChg chg="mod">
          <ac:chgData name="zied.kammoun" userId="bf0d7764-83a7-4f46-aeea-edade3febd2d" providerId="ADAL" clId="{72E36F06-32C1-4FB1-8856-62AA5C4D770F}" dt="2025-10-13T10:49:17.192" v="1488" actId="207"/>
          <ac:spMkLst>
            <pc:docMk/>
            <pc:sldMk cId="405248719" sldId="315"/>
            <ac:spMk id="3" creationId="{AD872F3C-A246-A49C-A2C9-F4FAE36E5FA9}"/>
          </ac:spMkLst>
        </pc:spChg>
      </pc:sldChg>
      <pc:sldChg chg="modSp add mod">
        <pc:chgData name="zied.kammoun" userId="bf0d7764-83a7-4f46-aeea-edade3febd2d" providerId="ADAL" clId="{72E36F06-32C1-4FB1-8856-62AA5C4D770F}" dt="2025-10-13T10:49:33.734" v="1490" actId="207"/>
        <pc:sldMkLst>
          <pc:docMk/>
          <pc:sldMk cId="771320493" sldId="316"/>
        </pc:sldMkLst>
        <pc:spChg chg="mod">
          <ac:chgData name="zied.kammoun" userId="bf0d7764-83a7-4f46-aeea-edade3febd2d" providerId="ADAL" clId="{72E36F06-32C1-4FB1-8856-62AA5C4D770F}" dt="2025-10-13T10:49:33.734" v="1490" actId="207"/>
          <ac:spMkLst>
            <pc:docMk/>
            <pc:sldMk cId="771320493" sldId="316"/>
            <ac:spMk id="3" creationId="{0D7EDD54-71BA-C2C8-AF58-E043B5DA0C13}"/>
          </ac:spMkLst>
        </pc:spChg>
      </pc:sldChg>
      <pc:sldChg chg="modSp add mod">
        <pc:chgData name="zied.kammoun" userId="bf0d7764-83a7-4f46-aeea-edade3febd2d" providerId="ADAL" clId="{72E36F06-32C1-4FB1-8856-62AA5C4D770F}" dt="2025-10-13T10:49:49.706" v="1494" actId="20577"/>
        <pc:sldMkLst>
          <pc:docMk/>
          <pc:sldMk cId="798577723" sldId="317"/>
        </pc:sldMkLst>
        <pc:spChg chg="mod">
          <ac:chgData name="zied.kammoun" userId="bf0d7764-83a7-4f46-aeea-edade3febd2d" providerId="ADAL" clId="{72E36F06-32C1-4FB1-8856-62AA5C4D770F}" dt="2025-10-13T10:49:49.706" v="1494" actId="20577"/>
          <ac:spMkLst>
            <pc:docMk/>
            <pc:sldMk cId="798577723" sldId="317"/>
            <ac:spMk id="3" creationId="{D8C65B32-9A1E-E8A2-ED4D-3FA731DFC4E7}"/>
          </ac:spMkLst>
        </pc:spChg>
      </pc:sldChg>
      <pc:sldChg chg="modSp add mod">
        <pc:chgData name="zied.kammoun" userId="bf0d7764-83a7-4f46-aeea-edade3febd2d" providerId="ADAL" clId="{72E36F06-32C1-4FB1-8856-62AA5C4D770F}" dt="2025-10-13T10:50:27.308" v="1499" actId="207"/>
        <pc:sldMkLst>
          <pc:docMk/>
          <pc:sldMk cId="1281419064" sldId="318"/>
        </pc:sldMkLst>
        <pc:spChg chg="mod">
          <ac:chgData name="zied.kammoun" userId="bf0d7764-83a7-4f46-aeea-edade3febd2d" providerId="ADAL" clId="{72E36F06-32C1-4FB1-8856-62AA5C4D770F}" dt="2025-10-13T10:50:27.308" v="1499" actId="207"/>
          <ac:spMkLst>
            <pc:docMk/>
            <pc:sldMk cId="1281419064" sldId="318"/>
            <ac:spMk id="3" creationId="{62F7C26D-8E90-DBF7-1520-C699DC67A545}"/>
          </ac:spMkLst>
        </pc:spChg>
      </pc:sldChg>
      <pc:sldChg chg="modSp add mod">
        <pc:chgData name="zied.kammoun" userId="bf0d7764-83a7-4f46-aeea-edade3febd2d" providerId="ADAL" clId="{72E36F06-32C1-4FB1-8856-62AA5C4D770F}" dt="2025-10-13T10:50:42.258" v="1501" actId="207"/>
        <pc:sldMkLst>
          <pc:docMk/>
          <pc:sldMk cId="53346684" sldId="319"/>
        </pc:sldMkLst>
        <pc:spChg chg="mod">
          <ac:chgData name="zied.kammoun" userId="bf0d7764-83a7-4f46-aeea-edade3febd2d" providerId="ADAL" clId="{72E36F06-32C1-4FB1-8856-62AA5C4D770F}" dt="2025-10-13T10:50:42.258" v="1501" actId="207"/>
          <ac:spMkLst>
            <pc:docMk/>
            <pc:sldMk cId="53346684" sldId="319"/>
            <ac:spMk id="3" creationId="{44E16988-FCCB-9D22-07E8-484D107C2F23}"/>
          </ac:spMkLst>
        </pc:spChg>
      </pc:sldChg>
      <pc:sldChg chg="modSp add mod">
        <pc:chgData name="zied.kammoun" userId="bf0d7764-83a7-4f46-aeea-edade3febd2d" providerId="ADAL" clId="{72E36F06-32C1-4FB1-8856-62AA5C4D770F}" dt="2025-10-13T10:51:22.014" v="1503" actId="207"/>
        <pc:sldMkLst>
          <pc:docMk/>
          <pc:sldMk cId="3620877483" sldId="320"/>
        </pc:sldMkLst>
        <pc:spChg chg="mod">
          <ac:chgData name="zied.kammoun" userId="bf0d7764-83a7-4f46-aeea-edade3febd2d" providerId="ADAL" clId="{72E36F06-32C1-4FB1-8856-62AA5C4D770F}" dt="2025-10-13T10:51:22.014" v="1503" actId="207"/>
          <ac:spMkLst>
            <pc:docMk/>
            <pc:sldMk cId="3620877483" sldId="320"/>
            <ac:spMk id="3" creationId="{96B90C17-A87B-429C-AD30-492ABBD19019}"/>
          </ac:spMkLst>
        </pc:spChg>
      </pc:sldChg>
      <pc:sldChg chg="modSp add mod">
        <pc:chgData name="zied.kammoun" userId="bf0d7764-83a7-4f46-aeea-edade3febd2d" providerId="ADAL" clId="{72E36F06-32C1-4FB1-8856-62AA5C4D770F}" dt="2025-10-13T10:51:35.793" v="1505" actId="207"/>
        <pc:sldMkLst>
          <pc:docMk/>
          <pc:sldMk cId="1763922187" sldId="321"/>
        </pc:sldMkLst>
        <pc:spChg chg="mod">
          <ac:chgData name="zied.kammoun" userId="bf0d7764-83a7-4f46-aeea-edade3febd2d" providerId="ADAL" clId="{72E36F06-32C1-4FB1-8856-62AA5C4D770F}" dt="2025-10-13T10:51:35.793" v="1505" actId="207"/>
          <ac:spMkLst>
            <pc:docMk/>
            <pc:sldMk cId="1763922187" sldId="321"/>
            <ac:spMk id="3" creationId="{E2E7E8D5-2513-FF00-A608-63F7D26DE379}"/>
          </ac:spMkLst>
        </pc:spChg>
      </pc:sldChg>
      <pc:sldChg chg="modSp add mod">
        <pc:chgData name="zied.kammoun" userId="bf0d7764-83a7-4f46-aeea-edade3febd2d" providerId="ADAL" clId="{72E36F06-32C1-4FB1-8856-62AA5C4D770F}" dt="2025-10-13T10:53:21.437" v="1520" actId="20577"/>
        <pc:sldMkLst>
          <pc:docMk/>
          <pc:sldMk cId="3637611879" sldId="322"/>
        </pc:sldMkLst>
        <pc:spChg chg="mod">
          <ac:chgData name="zied.kammoun" userId="bf0d7764-83a7-4f46-aeea-edade3febd2d" providerId="ADAL" clId="{72E36F06-32C1-4FB1-8856-62AA5C4D770F}" dt="2025-10-13T10:53:21.437" v="1520" actId="20577"/>
          <ac:spMkLst>
            <pc:docMk/>
            <pc:sldMk cId="3637611879" sldId="322"/>
            <ac:spMk id="3" creationId="{74CBDA30-FA15-B5FD-932B-BA815468DCC7}"/>
          </ac:spMkLst>
        </pc:spChg>
      </pc:sldChg>
      <pc:sldChg chg="modSp add mod">
        <pc:chgData name="zied.kammoun" userId="bf0d7764-83a7-4f46-aeea-edade3febd2d" providerId="ADAL" clId="{72E36F06-32C1-4FB1-8856-62AA5C4D770F}" dt="2025-10-13T10:52:25.273" v="1509" actId="207"/>
        <pc:sldMkLst>
          <pc:docMk/>
          <pc:sldMk cId="1260594356" sldId="323"/>
        </pc:sldMkLst>
        <pc:spChg chg="mod">
          <ac:chgData name="zied.kammoun" userId="bf0d7764-83a7-4f46-aeea-edade3febd2d" providerId="ADAL" clId="{72E36F06-32C1-4FB1-8856-62AA5C4D770F}" dt="2025-10-13T10:52:25.273" v="1509" actId="207"/>
          <ac:spMkLst>
            <pc:docMk/>
            <pc:sldMk cId="1260594356" sldId="323"/>
            <ac:spMk id="7" creationId="{215C5D54-20EE-569F-79E4-43C668381847}"/>
          </ac:spMkLst>
        </pc:spChg>
      </pc:sldChg>
      <pc:sldChg chg="modSp add mod">
        <pc:chgData name="zied.kammoun" userId="bf0d7764-83a7-4f46-aeea-edade3febd2d" providerId="ADAL" clId="{72E36F06-32C1-4FB1-8856-62AA5C4D770F}" dt="2025-10-13T10:52:38.748" v="1511" actId="207"/>
        <pc:sldMkLst>
          <pc:docMk/>
          <pc:sldMk cId="1134310874" sldId="324"/>
        </pc:sldMkLst>
        <pc:spChg chg="mod">
          <ac:chgData name="zied.kammoun" userId="bf0d7764-83a7-4f46-aeea-edade3febd2d" providerId="ADAL" clId="{72E36F06-32C1-4FB1-8856-62AA5C4D770F}" dt="2025-10-13T10:52:38.748" v="1511" actId="207"/>
          <ac:spMkLst>
            <pc:docMk/>
            <pc:sldMk cId="1134310874" sldId="324"/>
            <ac:spMk id="3" creationId="{517F061F-C83F-EE74-2662-2FC2ABE2792B}"/>
          </ac:spMkLst>
        </pc:spChg>
      </pc:sldChg>
      <pc:sldChg chg="modSp add mod">
        <pc:chgData name="zied.kammoun" userId="bf0d7764-83a7-4f46-aeea-edade3febd2d" providerId="ADAL" clId="{72E36F06-32C1-4FB1-8856-62AA5C4D770F}" dt="2025-10-13T10:52:55.568" v="1514" actId="207"/>
        <pc:sldMkLst>
          <pc:docMk/>
          <pc:sldMk cId="4032267711" sldId="325"/>
        </pc:sldMkLst>
        <pc:spChg chg="mod">
          <ac:chgData name="zied.kammoun" userId="bf0d7764-83a7-4f46-aeea-edade3febd2d" providerId="ADAL" clId="{72E36F06-32C1-4FB1-8856-62AA5C4D770F}" dt="2025-10-13T10:52:55.568" v="1514" actId="207"/>
          <ac:spMkLst>
            <pc:docMk/>
            <pc:sldMk cId="4032267711" sldId="325"/>
            <ac:spMk id="3" creationId="{B0BDEB8E-7A83-CAB7-68EE-44FD59AFDF75}"/>
          </ac:spMkLst>
        </pc:spChg>
      </pc:sldChg>
      <pc:sldChg chg="modSp add mod">
        <pc:chgData name="zied.kammoun" userId="bf0d7764-83a7-4f46-aeea-edade3febd2d" providerId="ADAL" clId="{72E36F06-32C1-4FB1-8856-62AA5C4D770F}" dt="2025-10-13T10:53:11.992" v="1517" actId="207"/>
        <pc:sldMkLst>
          <pc:docMk/>
          <pc:sldMk cId="2652772554" sldId="326"/>
        </pc:sldMkLst>
        <pc:spChg chg="mod">
          <ac:chgData name="zied.kammoun" userId="bf0d7764-83a7-4f46-aeea-edade3febd2d" providerId="ADAL" clId="{72E36F06-32C1-4FB1-8856-62AA5C4D770F}" dt="2025-10-13T10:53:11.992" v="1517" actId="207"/>
          <ac:spMkLst>
            <pc:docMk/>
            <pc:sldMk cId="2652772554" sldId="326"/>
            <ac:spMk id="3" creationId="{C904E6B8-98AB-4881-DA39-6FFAFC392034}"/>
          </ac:spMkLst>
        </pc:spChg>
      </pc:sldChg>
      <pc:sldChg chg="modSp add mod">
        <pc:chgData name="zied.kammoun" userId="bf0d7764-83a7-4f46-aeea-edade3febd2d" providerId="ADAL" clId="{72E36F06-32C1-4FB1-8856-62AA5C4D770F}" dt="2025-10-13T10:54:20.155" v="1526" actId="20578"/>
        <pc:sldMkLst>
          <pc:docMk/>
          <pc:sldMk cId="2705220746" sldId="327"/>
        </pc:sldMkLst>
        <pc:spChg chg="mod">
          <ac:chgData name="zied.kammoun" userId="bf0d7764-83a7-4f46-aeea-edade3febd2d" providerId="ADAL" clId="{72E36F06-32C1-4FB1-8856-62AA5C4D770F}" dt="2025-10-13T10:54:20.155" v="1526" actId="20578"/>
          <ac:spMkLst>
            <pc:docMk/>
            <pc:sldMk cId="2705220746" sldId="327"/>
            <ac:spMk id="3" creationId="{F6875019-7FE7-CF7A-986F-F2F5CEC250B6}"/>
          </ac:spMkLst>
        </pc:spChg>
      </pc:sldChg>
      <pc:sldChg chg="modSp add mod">
        <pc:chgData name="zied.kammoun" userId="bf0d7764-83a7-4f46-aeea-edade3febd2d" providerId="ADAL" clId="{72E36F06-32C1-4FB1-8856-62AA5C4D770F}" dt="2025-10-13T10:54:38.925" v="1529" actId="207"/>
        <pc:sldMkLst>
          <pc:docMk/>
          <pc:sldMk cId="4013243375" sldId="328"/>
        </pc:sldMkLst>
        <pc:spChg chg="mod">
          <ac:chgData name="zied.kammoun" userId="bf0d7764-83a7-4f46-aeea-edade3febd2d" providerId="ADAL" clId="{72E36F06-32C1-4FB1-8856-62AA5C4D770F}" dt="2025-10-13T10:54:38.925" v="1529" actId="207"/>
          <ac:spMkLst>
            <pc:docMk/>
            <pc:sldMk cId="4013243375" sldId="328"/>
            <ac:spMk id="3" creationId="{8BED20E1-37FD-2E8D-FEB6-B4E62C6D5C41}"/>
          </ac:spMkLst>
        </pc:spChg>
      </pc:sldChg>
      <pc:sldChg chg="modSp add mod">
        <pc:chgData name="zied.kammoun" userId="bf0d7764-83a7-4f46-aeea-edade3febd2d" providerId="ADAL" clId="{72E36F06-32C1-4FB1-8856-62AA5C4D770F}" dt="2025-10-13T10:55:07.974" v="1531" actId="207"/>
        <pc:sldMkLst>
          <pc:docMk/>
          <pc:sldMk cId="4011733023" sldId="329"/>
        </pc:sldMkLst>
        <pc:spChg chg="mod">
          <ac:chgData name="zied.kammoun" userId="bf0d7764-83a7-4f46-aeea-edade3febd2d" providerId="ADAL" clId="{72E36F06-32C1-4FB1-8856-62AA5C4D770F}" dt="2025-10-13T10:55:07.974" v="1531" actId="207"/>
          <ac:spMkLst>
            <pc:docMk/>
            <pc:sldMk cId="4011733023" sldId="329"/>
            <ac:spMk id="3" creationId="{5572A964-AC0E-B780-F04F-ED218002BA7E}"/>
          </ac:spMkLst>
        </pc:spChg>
      </pc:sldChg>
      <pc:sldChg chg="modSp add mod">
        <pc:chgData name="zied.kammoun" userId="bf0d7764-83a7-4f46-aeea-edade3febd2d" providerId="ADAL" clId="{72E36F06-32C1-4FB1-8856-62AA5C4D770F}" dt="2025-10-13T10:55:30.907" v="1534" actId="207"/>
        <pc:sldMkLst>
          <pc:docMk/>
          <pc:sldMk cId="4211319716" sldId="330"/>
        </pc:sldMkLst>
        <pc:spChg chg="mod">
          <ac:chgData name="zied.kammoun" userId="bf0d7764-83a7-4f46-aeea-edade3febd2d" providerId="ADAL" clId="{72E36F06-32C1-4FB1-8856-62AA5C4D770F}" dt="2025-10-13T10:55:30.907" v="1534" actId="207"/>
          <ac:spMkLst>
            <pc:docMk/>
            <pc:sldMk cId="4211319716" sldId="330"/>
            <ac:spMk id="3" creationId="{690AACC8-85F0-3826-DA1F-5C00941DDE83}"/>
          </ac:spMkLst>
        </pc:spChg>
      </pc:sldChg>
      <pc:sldChg chg="modSp add mod">
        <pc:chgData name="zied.kammoun" userId="bf0d7764-83a7-4f46-aeea-edade3febd2d" providerId="ADAL" clId="{72E36F06-32C1-4FB1-8856-62AA5C4D770F}" dt="2025-10-13T10:55:48.487" v="1537" actId="207"/>
        <pc:sldMkLst>
          <pc:docMk/>
          <pc:sldMk cId="3567636607" sldId="331"/>
        </pc:sldMkLst>
        <pc:spChg chg="mod">
          <ac:chgData name="zied.kammoun" userId="bf0d7764-83a7-4f46-aeea-edade3febd2d" providerId="ADAL" clId="{72E36F06-32C1-4FB1-8856-62AA5C4D770F}" dt="2025-10-13T10:55:48.487" v="1537" actId="207"/>
          <ac:spMkLst>
            <pc:docMk/>
            <pc:sldMk cId="3567636607" sldId="331"/>
            <ac:spMk id="3" creationId="{E4F89E21-1877-6C7E-166E-9BF0CABCE561}"/>
          </ac:spMkLst>
        </pc:spChg>
      </pc:sldChg>
      <pc:sldChg chg="modSp add mod">
        <pc:chgData name="zied.kammoun" userId="bf0d7764-83a7-4f46-aeea-edade3febd2d" providerId="ADAL" clId="{72E36F06-32C1-4FB1-8856-62AA5C4D770F}" dt="2025-10-13T10:56:03.403" v="1539" actId="207"/>
        <pc:sldMkLst>
          <pc:docMk/>
          <pc:sldMk cId="881832020" sldId="332"/>
        </pc:sldMkLst>
        <pc:spChg chg="mod">
          <ac:chgData name="zied.kammoun" userId="bf0d7764-83a7-4f46-aeea-edade3febd2d" providerId="ADAL" clId="{72E36F06-32C1-4FB1-8856-62AA5C4D770F}" dt="2025-10-13T10:56:03.403" v="1539" actId="207"/>
          <ac:spMkLst>
            <pc:docMk/>
            <pc:sldMk cId="881832020" sldId="332"/>
            <ac:spMk id="3" creationId="{27D57802-9BEA-1BF3-1E86-9068EAE8D523}"/>
          </ac:spMkLst>
        </pc:spChg>
      </pc:sldChg>
      <pc:sldChg chg="modSp add mod">
        <pc:chgData name="zied.kammoun" userId="bf0d7764-83a7-4f46-aeea-edade3febd2d" providerId="ADAL" clId="{72E36F06-32C1-4FB1-8856-62AA5C4D770F}" dt="2025-10-13T10:56:21.101" v="1541" actId="207"/>
        <pc:sldMkLst>
          <pc:docMk/>
          <pc:sldMk cId="296731638" sldId="333"/>
        </pc:sldMkLst>
        <pc:spChg chg="mod">
          <ac:chgData name="zied.kammoun" userId="bf0d7764-83a7-4f46-aeea-edade3febd2d" providerId="ADAL" clId="{72E36F06-32C1-4FB1-8856-62AA5C4D770F}" dt="2025-10-13T10:56:21.101" v="1541" actId="207"/>
          <ac:spMkLst>
            <pc:docMk/>
            <pc:sldMk cId="296731638" sldId="333"/>
            <ac:spMk id="3" creationId="{8A1EC9CF-3AC5-23E9-1DC5-23605D60503D}"/>
          </ac:spMkLst>
        </pc:spChg>
      </pc:sldChg>
      <pc:sldChg chg="modSp add mod">
        <pc:chgData name="zied.kammoun" userId="bf0d7764-83a7-4f46-aeea-edade3febd2d" providerId="ADAL" clId="{72E36F06-32C1-4FB1-8856-62AA5C4D770F}" dt="2025-10-13T10:56:36.194" v="1543" actId="207"/>
        <pc:sldMkLst>
          <pc:docMk/>
          <pc:sldMk cId="2856967228" sldId="334"/>
        </pc:sldMkLst>
        <pc:spChg chg="mod">
          <ac:chgData name="zied.kammoun" userId="bf0d7764-83a7-4f46-aeea-edade3febd2d" providerId="ADAL" clId="{72E36F06-32C1-4FB1-8856-62AA5C4D770F}" dt="2025-10-13T10:56:36.194" v="1543" actId="207"/>
          <ac:spMkLst>
            <pc:docMk/>
            <pc:sldMk cId="2856967228" sldId="334"/>
            <ac:spMk id="8" creationId="{34E72D71-7983-E9B1-31E0-8DEB955785A7}"/>
          </ac:spMkLst>
        </pc:spChg>
      </pc:sldChg>
      <pc:sldChg chg="modSp add mod">
        <pc:chgData name="zied.kammoun" userId="bf0d7764-83a7-4f46-aeea-edade3febd2d" providerId="ADAL" clId="{72E36F06-32C1-4FB1-8856-62AA5C4D770F}" dt="2025-10-13T10:58:27.922" v="1545" actId="207"/>
        <pc:sldMkLst>
          <pc:docMk/>
          <pc:sldMk cId="3769629456" sldId="335"/>
        </pc:sldMkLst>
        <pc:spChg chg="mod">
          <ac:chgData name="zied.kammoun" userId="bf0d7764-83a7-4f46-aeea-edade3febd2d" providerId="ADAL" clId="{72E36F06-32C1-4FB1-8856-62AA5C4D770F}" dt="2025-10-13T10:58:27.922" v="1545" actId="207"/>
          <ac:spMkLst>
            <pc:docMk/>
            <pc:sldMk cId="3769629456" sldId="335"/>
            <ac:spMk id="3" creationId="{EDC6AB67-5A1F-EA45-6576-7AFB1C3DEF59}"/>
          </ac:spMkLst>
        </pc:spChg>
      </pc:sldChg>
      <pc:sldChg chg="modSp add mod">
        <pc:chgData name="zied.kammoun" userId="bf0d7764-83a7-4f46-aeea-edade3febd2d" providerId="ADAL" clId="{72E36F06-32C1-4FB1-8856-62AA5C4D770F}" dt="2025-10-13T10:59:01.335" v="1547" actId="207"/>
        <pc:sldMkLst>
          <pc:docMk/>
          <pc:sldMk cId="1016091977" sldId="336"/>
        </pc:sldMkLst>
        <pc:spChg chg="mod">
          <ac:chgData name="zied.kammoun" userId="bf0d7764-83a7-4f46-aeea-edade3febd2d" providerId="ADAL" clId="{72E36F06-32C1-4FB1-8856-62AA5C4D770F}" dt="2025-10-13T10:59:01.335" v="1547" actId="207"/>
          <ac:spMkLst>
            <pc:docMk/>
            <pc:sldMk cId="1016091977" sldId="336"/>
            <ac:spMk id="3" creationId="{B2B35CDC-5C58-54F3-264A-6583CC4591D9}"/>
          </ac:spMkLst>
        </pc:spChg>
      </pc:sldChg>
      <pc:sldChg chg="modSp add mod">
        <pc:chgData name="zied.kammoun" userId="bf0d7764-83a7-4f46-aeea-edade3febd2d" providerId="ADAL" clId="{72E36F06-32C1-4FB1-8856-62AA5C4D770F}" dt="2025-10-13T10:59:20.225" v="1549" actId="207"/>
        <pc:sldMkLst>
          <pc:docMk/>
          <pc:sldMk cId="2417971279" sldId="337"/>
        </pc:sldMkLst>
        <pc:spChg chg="mod">
          <ac:chgData name="zied.kammoun" userId="bf0d7764-83a7-4f46-aeea-edade3febd2d" providerId="ADAL" clId="{72E36F06-32C1-4FB1-8856-62AA5C4D770F}" dt="2025-10-13T10:59:20.225" v="1549" actId="207"/>
          <ac:spMkLst>
            <pc:docMk/>
            <pc:sldMk cId="2417971279" sldId="337"/>
            <ac:spMk id="3" creationId="{44534139-9BD8-20B1-CAB6-BADBB6A2FC60}"/>
          </ac:spMkLst>
        </pc:spChg>
      </pc:sldChg>
      <pc:sldChg chg="modSp add mod">
        <pc:chgData name="zied.kammoun" userId="bf0d7764-83a7-4f46-aeea-edade3febd2d" providerId="ADAL" clId="{72E36F06-32C1-4FB1-8856-62AA5C4D770F}" dt="2025-10-13T10:59:37.001" v="1551" actId="207"/>
        <pc:sldMkLst>
          <pc:docMk/>
          <pc:sldMk cId="3061737708" sldId="338"/>
        </pc:sldMkLst>
        <pc:spChg chg="mod">
          <ac:chgData name="zied.kammoun" userId="bf0d7764-83a7-4f46-aeea-edade3febd2d" providerId="ADAL" clId="{72E36F06-32C1-4FB1-8856-62AA5C4D770F}" dt="2025-10-13T10:59:37.001" v="1551" actId="207"/>
          <ac:spMkLst>
            <pc:docMk/>
            <pc:sldMk cId="3061737708" sldId="338"/>
            <ac:spMk id="3" creationId="{0E98C548-10ED-40EE-7F1A-7331CB358773}"/>
          </ac:spMkLst>
        </pc:spChg>
      </pc:sldChg>
      <pc:sldChg chg="modSp add mod">
        <pc:chgData name="zied.kammoun" userId="bf0d7764-83a7-4f46-aeea-edade3febd2d" providerId="ADAL" clId="{72E36F06-32C1-4FB1-8856-62AA5C4D770F}" dt="2025-10-13T10:59:53.289" v="1553" actId="207"/>
        <pc:sldMkLst>
          <pc:docMk/>
          <pc:sldMk cId="3418848124" sldId="339"/>
        </pc:sldMkLst>
        <pc:spChg chg="mod">
          <ac:chgData name="zied.kammoun" userId="bf0d7764-83a7-4f46-aeea-edade3febd2d" providerId="ADAL" clId="{72E36F06-32C1-4FB1-8856-62AA5C4D770F}" dt="2025-10-13T10:59:53.289" v="1553" actId="207"/>
          <ac:spMkLst>
            <pc:docMk/>
            <pc:sldMk cId="3418848124" sldId="339"/>
            <ac:spMk id="3" creationId="{CE04F0EC-6ED5-252B-403C-36FD9F4B9229}"/>
          </ac:spMkLst>
        </pc:spChg>
      </pc:sldChg>
      <pc:sldChg chg="modSp add mod">
        <pc:chgData name="zied.kammoun" userId="bf0d7764-83a7-4f46-aeea-edade3febd2d" providerId="ADAL" clId="{72E36F06-32C1-4FB1-8856-62AA5C4D770F}" dt="2025-10-13T11:00:07.834" v="1555" actId="207"/>
        <pc:sldMkLst>
          <pc:docMk/>
          <pc:sldMk cId="2967915178" sldId="340"/>
        </pc:sldMkLst>
        <pc:spChg chg="mod">
          <ac:chgData name="zied.kammoun" userId="bf0d7764-83a7-4f46-aeea-edade3febd2d" providerId="ADAL" clId="{72E36F06-32C1-4FB1-8856-62AA5C4D770F}" dt="2025-10-13T11:00:07.834" v="1555" actId="207"/>
          <ac:spMkLst>
            <pc:docMk/>
            <pc:sldMk cId="2967915178" sldId="340"/>
            <ac:spMk id="3" creationId="{EEC55532-8E84-0F2F-77F6-A9AFA8DAD431}"/>
          </ac:spMkLst>
        </pc:spChg>
      </pc:sldChg>
      <pc:sldChg chg="modSp add mod">
        <pc:chgData name="zied.kammoun" userId="bf0d7764-83a7-4f46-aeea-edade3febd2d" providerId="ADAL" clId="{72E36F06-32C1-4FB1-8856-62AA5C4D770F}" dt="2025-10-13T11:00:25.984" v="1557" actId="207"/>
        <pc:sldMkLst>
          <pc:docMk/>
          <pc:sldMk cId="1345911675" sldId="341"/>
        </pc:sldMkLst>
        <pc:spChg chg="mod">
          <ac:chgData name="zied.kammoun" userId="bf0d7764-83a7-4f46-aeea-edade3febd2d" providerId="ADAL" clId="{72E36F06-32C1-4FB1-8856-62AA5C4D770F}" dt="2025-10-13T11:00:25.984" v="1557" actId="207"/>
          <ac:spMkLst>
            <pc:docMk/>
            <pc:sldMk cId="1345911675" sldId="341"/>
            <ac:spMk id="3" creationId="{1809894D-70EF-555A-CD3D-F1F8434B92D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F1D034-8154-92B5-668B-74FF8637096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A7DE024-781F-A764-C027-6ABC915DCF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BDF35F02-5871-FC8D-BD95-9295C5770464}"/>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D8ACD9A9-2DC0-E145-5637-A55B9C4C4D1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EA8CBAC-147E-3A28-8827-0AC6E1F704D9}"/>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1134730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6D285D-521B-0F1A-C1F1-E7261EF55C4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19DCEA3-F651-9B26-6087-9259E94348F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2FF03B7-1A45-1D09-6AFA-5975886B1D07}"/>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86A99319-3DA8-6E1A-1EA7-49926D5138A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815D89A-76C3-7277-BB69-B99E5E4F6A07}"/>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2288886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656B2F-07D6-9E62-178E-2491F648F50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DC356FA2-3007-945F-D793-E3587EF68B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1039E66-03E5-B9C0-209B-1A3984021A4D}"/>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1D880027-6723-D637-7F20-FC6E6C3D09C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30C704D-D9C3-C2CC-08CB-C8E6FE7F3757}"/>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1419650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4C6C3F-517A-FAD4-09A8-F96102F250F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8238340-6061-7161-4DA6-4FEA025539E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DAE762E-6E98-981F-DE00-B519C21384A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2FADE55B-9CB2-8DF6-839B-4C2AD4D94934}"/>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6" name="Espace réservé du pied de page 5">
            <a:extLst>
              <a:ext uri="{FF2B5EF4-FFF2-40B4-BE49-F238E27FC236}">
                <a16:creationId xmlns:a16="http://schemas.microsoft.com/office/drawing/2014/main" id="{3BACF86B-D024-4940-B706-6EABEE4BD42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8188525-D9D3-9314-EE8C-04B774F53F30}"/>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1769580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29FD6D-2871-D3C5-519F-BF2FB57F36A4}"/>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6617997-98FB-022C-D9AB-1D20B078DA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0561845-1E61-9367-33BF-04CFAC728A3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B9691AE-9267-A48C-4C26-69B9F3D936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D05F34F-77DB-70F1-10AE-06F42D4E2F5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C5BF1D7-D1C7-D835-7C06-B1B178AFD7CC}"/>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8" name="Espace réservé du pied de page 7">
            <a:extLst>
              <a:ext uri="{FF2B5EF4-FFF2-40B4-BE49-F238E27FC236}">
                <a16:creationId xmlns:a16="http://schemas.microsoft.com/office/drawing/2014/main" id="{A016263D-35B0-62CE-DF5F-E5A655922653}"/>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1944A30-69A6-A75D-747D-398FCD39AFE5}"/>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3891671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6F9503-734B-50BE-47F7-8B6989E0A3F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B384F00-4332-46A0-8C2C-5125BD5492AC}"/>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4" name="Espace réservé du pied de page 3">
            <a:extLst>
              <a:ext uri="{FF2B5EF4-FFF2-40B4-BE49-F238E27FC236}">
                <a16:creationId xmlns:a16="http://schemas.microsoft.com/office/drawing/2014/main" id="{883623CE-3C8F-9B6D-0B43-EF504BD41A2C}"/>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008C935-26A5-F8CC-12A9-3782D6E4F1E7}"/>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1900719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D52AB0B-69C5-350B-353E-6853116D6E81}"/>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3" name="Espace réservé du pied de page 2">
            <a:extLst>
              <a:ext uri="{FF2B5EF4-FFF2-40B4-BE49-F238E27FC236}">
                <a16:creationId xmlns:a16="http://schemas.microsoft.com/office/drawing/2014/main" id="{E6CFC1B1-A34B-D5EA-E4B9-36AA5C5205E0}"/>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08AA83C-8A99-8A53-23BD-6042C08AE522}"/>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206147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86F7EC-CF56-AF70-E64B-9109ED66779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18FE54D-C1D3-B481-05B7-82C82BA089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9A80A02-121A-D901-A89A-8EF07E45B0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21DB3A1-BD94-49F3-01A9-8B32E74A7DEB}"/>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6" name="Espace réservé du pied de page 5">
            <a:extLst>
              <a:ext uri="{FF2B5EF4-FFF2-40B4-BE49-F238E27FC236}">
                <a16:creationId xmlns:a16="http://schemas.microsoft.com/office/drawing/2014/main" id="{291E4814-5E37-593D-D180-007B97547F8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7DBA9C5-EC7B-763B-E26A-963FF1BB0D86}"/>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3876775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BB5100-4F2F-1CEC-81AC-1AE32C92F02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6CA2F28-35BD-2D46-456B-FC03CD4942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1669E32-F7B7-600A-4853-D6C21EC0C5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12383BB-A48F-475B-693E-67DD6D1D8E2B}"/>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6" name="Espace réservé du pied de page 5">
            <a:extLst>
              <a:ext uri="{FF2B5EF4-FFF2-40B4-BE49-F238E27FC236}">
                <a16:creationId xmlns:a16="http://schemas.microsoft.com/office/drawing/2014/main" id="{9571B41E-BA97-2C81-ADFA-7E4380D164A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2892840-ACD1-D8AD-FC09-4C3EC17EBFA8}"/>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3627586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277A71-53AD-4905-2653-98F08D5E0723}"/>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889438B-418A-949C-313D-22BB465C842C}"/>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C795BAC-4359-D93A-6BF6-B9D55DB4F2BE}"/>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7094D4EF-6814-5A9F-0C2D-BDC0F666BF3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002F8DF-1C0B-EDA8-C42B-C7C29C94EC2C}"/>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2112456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F595B16-D70F-BE17-F450-292F6B78EB5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A54631D6-A8CF-33A2-8E73-F7104A5CD5A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C5F323D-12A0-B8B4-B587-114B8AE2854B}"/>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D772A869-8B59-5A07-A2E9-3C4E42E6FD5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AEDE717-B8A0-DA8B-EEB7-6613B3C8404A}"/>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1674013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8728941-AD9F-3896-BC03-9C775B641D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56BDF910-DB70-7713-0BE2-83E7B0F7F3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5DDFC4F-8EFD-1282-EB22-C3A67B5913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EDCBFA2B-C811-F278-1176-409F58757B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AE3659D-E9E0-5CD6-626A-4EEA721125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FAC97D-DEE9-4BA1-B26C-70F0EFAFB8E2}" type="slidenum">
              <a:rPr lang="fr-FR" smtClean="0"/>
              <a:t>‹N°›</a:t>
            </a:fld>
            <a:endParaRPr lang="fr-FR"/>
          </a:p>
        </p:txBody>
      </p:sp>
    </p:spTree>
    <p:extLst>
      <p:ext uri="{BB962C8B-B14F-4D97-AF65-F5344CB8AC3E}">
        <p14:creationId xmlns:p14="http://schemas.microsoft.com/office/powerpoint/2010/main" val="3691151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E6A78-A49D-73C9-E85C-83C0CC4FFAC8}"/>
            </a:ext>
          </a:extLst>
        </p:cNvPr>
        <p:cNvGrpSpPr/>
        <p:nvPr/>
      </p:nvGrpSpPr>
      <p:grpSpPr>
        <a:xfrm>
          <a:off x="0" y="0"/>
          <a:ext cx="0" cy="0"/>
          <a:chOff x="0" y="0"/>
          <a:chExt cx="0" cy="0"/>
        </a:xfrm>
      </p:grpSpPr>
      <p:pic>
        <p:nvPicPr>
          <p:cNvPr id="1026" name="Picture 2" descr="FMS - Authentification">
            <a:extLst>
              <a:ext uri="{FF2B5EF4-FFF2-40B4-BE49-F238E27FC236}">
                <a16:creationId xmlns:a16="http://schemas.microsoft.com/office/drawing/2014/main" id="{CF562570-6DFB-32CC-680C-2034D406F4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628" t="4638" r="22777" b="12042"/>
          <a:stretch>
            <a:fillRect/>
          </a:stretch>
        </p:blipFill>
        <p:spPr bwMode="auto">
          <a:xfrm>
            <a:off x="4921315" y="770041"/>
            <a:ext cx="2199166" cy="2172695"/>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702BF6AB-88C3-DC20-4A08-D7617F0963CB}"/>
              </a:ext>
            </a:extLst>
          </p:cNvPr>
          <p:cNvSpPr txBox="1"/>
          <p:nvPr/>
        </p:nvSpPr>
        <p:spPr>
          <a:xfrm>
            <a:off x="3470773" y="2942736"/>
            <a:ext cx="5445273" cy="923330"/>
          </a:xfrm>
          <a:prstGeom prst="rect">
            <a:avLst/>
          </a:prstGeom>
          <a:noFill/>
        </p:spPr>
        <p:txBody>
          <a:bodyPr wrap="none" rtlCol="0">
            <a:spAutoFit/>
          </a:bodyPr>
          <a:lstStyle/>
          <a:p>
            <a:r>
              <a:rPr lang="fr-FR" sz="5400" b="1" dirty="0">
                <a:latin typeface="Calibri" panose="020F0502020204030204" pitchFamily="34" charset="0"/>
                <a:ea typeface="Calibri" panose="020F0502020204030204" pitchFamily="34" charset="0"/>
                <a:cs typeface="Calibri" panose="020F0502020204030204" pitchFamily="34" charset="0"/>
              </a:rPr>
              <a:t>Appendicite Aigüe</a:t>
            </a:r>
          </a:p>
        </p:txBody>
      </p:sp>
      <p:sp>
        <p:nvSpPr>
          <p:cNvPr id="2" name="ZoneTexte 1">
            <a:extLst>
              <a:ext uri="{FF2B5EF4-FFF2-40B4-BE49-F238E27FC236}">
                <a16:creationId xmlns:a16="http://schemas.microsoft.com/office/drawing/2014/main" id="{C214E06A-BD35-775C-D474-C0E92433EBFB}"/>
              </a:ext>
            </a:extLst>
          </p:cNvPr>
          <p:cNvSpPr txBox="1"/>
          <p:nvPr/>
        </p:nvSpPr>
        <p:spPr>
          <a:xfrm>
            <a:off x="4630374" y="4681814"/>
            <a:ext cx="2931252" cy="523220"/>
          </a:xfrm>
          <a:prstGeom prst="rect">
            <a:avLst/>
          </a:prstGeom>
          <a:noFill/>
        </p:spPr>
        <p:txBody>
          <a:bodyPr wrap="none" rtlCol="0">
            <a:spAutoFit/>
          </a:bodyPr>
          <a:lstStyle/>
          <a:p>
            <a:r>
              <a:rPr lang="fr-FR" sz="2800"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Nozha</a:t>
            </a:r>
            <a:r>
              <a:rPr lang="fr-FR" sz="28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 </a:t>
            </a:r>
            <a:r>
              <a:rPr lang="fr-FR" sz="2800"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Toumi</a:t>
            </a:r>
            <a:r>
              <a:rPr lang="fr-FR" sz="28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 </a:t>
            </a:r>
            <a:r>
              <a:rPr lang="fr-FR" sz="2800"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Kallel</a:t>
            </a:r>
            <a:endParaRPr lang="fr-FR" sz="28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110F74F0-997E-C844-5BAE-160BEED4AE5B}"/>
              </a:ext>
            </a:extLst>
          </p:cNvPr>
          <p:cNvSpPr txBox="1"/>
          <p:nvPr/>
        </p:nvSpPr>
        <p:spPr>
          <a:xfrm>
            <a:off x="2388842" y="5564739"/>
            <a:ext cx="7609134" cy="523220"/>
          </a:xfrm>
          <a:prstGeom prst="rect">
            <a:avLst/>
          </a:prstGeom>
          <a:noFill/>
        </p:spPr>
        <p:txBody>
          <a:bodyPr wrap="none" rtlCol="0">
            <a:spAutoFit/>
          </a:bodyPr>
          <a:lstStyle/>
          <a:p>
            <a:r>
              <a:rPr lang="fr-FR" sz="2800"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Pr.Ag.Imagerie</a:t>
            </a:r>
            <a:r>
              <a:rPr lang="fr-FR" sz="28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 médicale CHU Habib Bourguiba Sfax</a:t>
            </a:r>
          </a:p>
        </p:txBody>
      </p:sp>
    </p:spTree>
    <p:extLst>
      <p:ext uri="{BB962C8B-B14F-4D97-AF65-F5344CB8AC3E}">
        <p14:creationId xmlns:p14="http://schemas.microsoft.com/office/powerpoint/2010/main" val="920508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8C6369-E9D3-E7DA-2CF7-D518238AC2AB}"/>
              </a:ext>
            </a:extLst>
          </p:cNvPr>
          <p:cNvSpPr>
            <a:spLocks noGrp="1"/>
          </p:cNvSpPr>
          <p:nvPr>
            <p:ph type="title"/>
          </p:nvPr>
        </p:nvSpPr>
        <p:spPr/>
        <p:txBody>
          <a:bodyPr/>
          <a:lstStyle/>
          <a:p>
            <a:r>
              <a:rPr lang="fr-FR" dirty="0">
                <a:latin typeface="Arial" panose="020B0604020202020204" pitchFamily="34" charset="0"/>
                <a:cs typeface="Arial" panose="020B0604020202020204" pitchFamily="34" charset="0"/>
              </a:rPr>
              <a:t>Appendicite aigüe</a:t>
            </a:r>
          </a:p>
        </p:txBody>
      </p:sp>
      <p:sp>
        <p:nvSpPr>
          <p:cNvPr id="7" name="Titre 1">
            <a:extLst>
              <a:ext uri="{FF2B5EF4-FFF2-40B4-BE49-F238E27FC236}">
                <a16:creationId xmlns:a16="http://schemas.microsoft.com/office/drawing/2014/main" id="{40F18F03-587E-F0D4-2787-0A64A5930C2B}"/>
              </a:ext>
            </a:extLst>
          </p:cNvPr>
          <p:cNvSpPr txBox="1">
            <a:spLocks/>
          </p:cNvSpPr>
          <p:nvPr/>
        </p:nvSpPr>
        <p:spPr>
          <a:xfrm>
            <a:off x="838200" y="2364934"/>
            <a:ext cx="10819300" cy="2128132"/>
          </a:xfrm>
          <a:prstGeom prst="rect">
            <a:avLst/>
          </a:prstGeom>
          <a:ln w="19050">
            <a:solidFill>
              <a:schemeClr val="tx1"/>
            </a:solidFill>
          </a:ln>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fr-FR" sz="2400" b="1" dirty="0">
                <a:latin typeface="Times New Roman" panose="02020603050405020304" pitchFamily="18" charset="0"/>
                <a:cs typeface="Times New Roman" panose="02020603050405020304" pitchFamily="18" charset="0"/>
              </a:rPr>
              <a:t>Objectifs :</a:t>
            </a:r>
            <a:endParaRPr lang="fr-FR" sz="2400" dirty="0">
              <a:latin typeface="Times New Roman" panose="02020603050405020304" pitchFamily="18" charset="0"/>
              <a:cs typeface="Times New Roman" panose="02020603050405020304" pitchFamily="18" charset="0"/>
            </a:endParaRPr>
          </a:p>
          <a:p>
            <a:pPr>
              <a:lnSpc>
                <a:spcPct val="150000"/>
              </a:lnSpc>
            </a:pPr>
            <a:r>
              <a:rPr lang="fr-FR" sz="2400" dirty="0">
                <a:latin typeface="Times New Roman" panose="02020603050405020304" pitchFamily="18" charset="0"/>
                <a:cs typeface="Times New Roman" panose="02020603050405020304" pitchFamily="18" charset="0"/>
              </a:rPr>
              <a:t>4- Réunir les éléments cliniques et para cliniques permettant de poser le diagnostic d'appendicite aigue dans ses diverses formes</a:t>
            </a:r>
          </a:p>
          <a:p>
            <a:pPr>
              <a:lnSpc>
                <a:spcPct val="150000"/>
              </a:lnSpc>
            </a:pPr>
            <a:r>
              <a:rPr lang="fr-FR" sz="2400" dirty="0">
                <a:latin typeface="Times New Roman" panose="02020603050405020304" pitchFamily="18" charset="0"/>
                <a:cs typeface="Times New Roman" panose="02020603050405020304" pitchFamily="18" charset="0"/>
              </a:rPr>
              <a:t>5- Éliminer sur des éléments cliniques et paracliniques les principaux diagnostics différentiels des appendicites aigues dans leurs diverses formes</a:t>
            </a:r>
          </a:p>
        </p:txBody>
      </p:sp>
    </p:spTree>
    <p:extLst>
      <p:ext uri="{BB962C8B-B14F-4D97-AF65-F5344CB8AC3E}">
        <p14:creationId xmlns:p14="http://schemas.microsoft.com/office/powerpoint/2010/main" val="1877302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9CF6C-5FFF-7A4D-E7AD-0309DE362FE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AAEB12D-6B98-F22D-539A-E18C09FFA1E6}"/>
              </a:ext>
            </a:extLst>
          </p:cNvPr>
          <p:cNvSpPr>
            <a:spLocks noGrp="1"/>
          </p:cNvSpPr>
          <p:nvPr>
            <p:ph idx="1"/>
          </p:nvPr>
        </p:nvSpPr>
        <p:spPr>
          <a:xfrm>
            <a:off x="838200" y="1158765"/>
            <a:ext cx="10515600" cy="3406775"/>
          </a:xfrm>
        </p:spPr>
        <p:txBody>
          <a:bodyPr anchor="ctr" anchorCtr="0"/>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 Dans le cadre d’une appendicite aigüe, l’ASP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Peut montrer un stercolithe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Peut montrer un NHA</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l’examen de première intention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N’a plus d’indication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souvent suffisant pour poser le diagnostic</a:t>
            </a:r>
          </a:p>
        </p:txBody>
      </p:sp>
    </p:spTree>
    <p:extLst>
      <p:ext uri="{BB962C8B-B14F-4D97-AF65-F5344CB8AC3E}">
        <p14:creationId xmlns:p14="http://schemas.microsoft.com/office/powerpoint/2010/main" val="1806058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553E5-1D64-D98D-0BFC-FF27D4BD2EA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3962AB6-8BAD-41CE-2ABD-FE67E12F74D8}"/>
              </a:ext>
            </a:extLst>
          </p:cNvPr>
          <p:cNvSpPr>
            <a:spLocks noGrp="1"/>
          </p:cNvSpPr>
          <p:nvPr>
            <p:ph idx="1"/>
          </p:nvPr>
        </p:nvSpPr>
        <p:spPr>
          <a:xfrm>
            <a:off x="838200" y="1158765"/>
            <a:ext cx="10515600" cy="3406775"/>
          </a:xfrm>
        </p:spPr>
        <p:txBody>
          <a:bodyPr anchor="ctr" anchorCtr="0"/>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 Dans le cadre d’une appendicite aigüe, l’ASP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Peut montrer un stercolithe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Peut montrer un NHA</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l’examen de première intention</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N’a plus d’indication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souvent suffisant pour poser le diagnostic</a:t>
            </a:r>
          </a:p>
        </p:txBody>
      </p:sp>
      <p:sp>
        <p:nvSpPr>
          <p:cNvPr id="2" name="ZoneTexte 1">
            <a:extLst>
              <a:ext uri="{FF2B5EF4-FFF2-40B4-BE49-F238E27FC236}">
                <a16:creationId xmlns:a16="http://schemas.microsoft.com/office/drawing/2014/main" id="{A2150F5A-5F35-F9B2-01E0-99842BB607D2}"/>
              </a:ext>
            </a:extLst>
          </p:cNvPr>
          <p:cNvSpPr txBox="1"/>
          <p:nvPr/>
        </p:nvSpPr>
        <p:spPr>
          <a:xfrm>
            <a:off x="268780" y="4670287"/>
            <a:ext cx="11724640" cy="1100301"/>
          </a:xfrm>
          <a:prstGeom prst="rect">
            <a:avLst/>
          </a:prstGeom>
          <a:noFill/>
          <a:ln>
            <a:solidFill>
              <a:schemeClr val="tx1"/>
            </a:solidFill>
          </a:ln>
        </p:spPr>
        <p:txBody>
          <a:bodyPr wrap="square" anchor="ctr" anchorCtr="0">
            <a:spAutoFit/>
          </a:bodyPr>
          <a:lstStyle/>
          <a:p>
            <a:pPr>
              <a:lnSpc>
                <a:spcPct val="150000"/>
              </a:lnSpc>
              <a:buNone/>
            </a:pPr>
            <a:r>
              <a:rPr lang="fr-FR" sz="2300" b="0" i="0" dirty="0">
                <a:solidFill>
                  <a:srgbClr val="000000"/>
                </a:solidFill>
                <a:effectLst/>
                <a:latin typeface="TimesNewRomanPSMT"/>
              </a:rPr>
              <a:t>Autrefois réalisée à la recherche d’un stercolithe, la radiographie de l’abdomen sans préparation (ASP) n’a plus aucune indication dans le bilan diagnostique d’une appendicite aigue.</a:t>
            </a:r>
            <a:r>
              <a:rPr lang="fr-FR" sz="2300" dirty="0"/>
              <a:t> </a:t>
            </a:r>
          </a:p>
        </p:txBody>
      </p:sp>
    </p:spTree>
    <p:extLst>
      <p:ext uri="{BB962C8B-B14F-4D97-AF65-F5344CB8AC3E}">
        <p14:creationId xmlns:p14="http://schemas.microsoft.com/office/powerpoint/2010/main" val="627859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B4D1C-3A04-F997-9129-4A4F3259029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B70746E-F791-6CBA-FA43-A721D8BB8AC9}"/>
              </a:ext>
            </a:extLst>
          </p:cNvPr>
          <p:cNvSpPr>
            <a:spLocks noGrp="1"/>
          </p:cNvSpPr>
          <p:nvPr>
            <p:ph idx="1"/>
          </p:nvPr>
        </p:nvSpPr>
        <p:spPr>
          <a:xfrm>
            <a:off x="838200" y="1025758"/>
            <a:ext cx="1051560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 Devant la suspicion d’une appendicite aigüe, l’examen de première intention est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L’échographie abdominale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abdominal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L’IRM</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L’ASP</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L’opacification aux hydrosolubles</a:t>
            </a:r>
          </a:p>
        </p:txBody>
      </p:sp>
    </p:spTree>
    <p:extLst>
      <p:ext uri="{BB962C8B-B14F-4D97-AF65-F5344CB8AC3E}">
        <p14:creationId xmlns:p14="http://schemas.microsoft.com/office/powerpoint/2010/main" val="2963367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90B04-0D70-C2DE-AB81-D960A8DD1C5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79E4FB8-8876-7637-05B0-4856BBE7C2C7}"/>
              </a:ext>
            </a:extLst>
          </p:cNvPr>
          <p:cNvSpPr>
            <a:spLocks noGrp="1"/>
          </p:cNvSpPr>
          <p:nvPr>
            <p:ph idx="1"/>
          </p:nvPr>
        </p:nvSpPr>
        <p:spPr>
          <a:xfrm>
            <a:off x="838200" y="1025758"/>
            <a:ext cx="1051560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 Devant la suspicion d’une appendicite aigüe, l’examen de première intention est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L’échographie abdominale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abdominal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L’IRM</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L’ASP</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L’opacification aux hydrosolubles</a:t>
            </a:r>
          </a:p>
        </p:txBody>
      </p:sp>
    </p:spTree>
    <p:extLst>
      <p:ext uri="{BB962C8B-B14F-4D97-AF65-F5344CB8AC3E}">
        <p14:creationId xmlns:p14="http://schemas.microsoft.com/office/powerpoint/2010/main" val="1634844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CAF09-14B3-9873-BD49-50C53449C0A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5010DFB-CC1C-9183-6CEC-FD7DB29D5BF5}"/>
              </a:ext>
            </a:extLst>
          </p:cNvPr>
          <p:cNvSpPr>
            <a:spLocks noGrp="1"/>
          </p:cNvSpPr>
          <p:nvPr>
            <p:ph idx="1"/>
          </p:nvPr>
        </p:nvSpPr>
        <p:spPr>
          <a:xfrm>
            <a:off x="553720" y="1640899"/>
            <a:ext cx="11084560" cy="3147233"/>
          </a:xfrm>
        </p:spPr>
        <p:txBody>
          <a:bodyPr anchor="ctr" anchorCtr="0">
            <a:normAutofit fontScale="925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 Devant la suspicion d’une appendicite aigüe, l’échographie abdominale est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L’examen de première intention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L’examen de prédilection chez les enfants et les sujets âgés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L’examen de choix chez la femme en âge de procréer</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Plus sensible que le scanner dans la visualisation d’un appendice rétro-caecal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Moins performante dans l’exploration d’un sujet obèse</a:t>
            </a:r>
          </a:p>
        </p:txBody>
      </p:sp>
    </p:spTree>
    <p:extLst>
      <p:ext uri="{BB962C8B-B14F-4D97-AF65-F5344CB8AC3E}">
        <p14:creationId xmlns:p14="http://schemas.microsoft.com/office/powerpoint/2010/main" val="1106629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D01A2-3867-2371-9026-08E14CE043A6}"/>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C96F2DE-DDA1-369F-53E5-44DD3EC887FE}"/>
              </a:ext>
            </a:extLst>
          </p:cNvPr>
          <p:cNvSpPr>
            <a:spLocks noGrp="1"/>
          </p:cNvSpPr>
          <p:nvPr>
            <p:ph idx="1"/>
          </p:nvPr>
        </p:nvSpPr>
        <p:spPr>
          <a:xfrm>
            <a:off x="553720" y="1640899"/>
            <a:ext cx="11084560" cy="3147233"/>
          </a:xfrm>
        </p:spPr>
        <p:txBody>
          <a:bodyPr anchor="ctr" anchorCtr="0">
            <a:normAutofit fontScale="925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 Devant la suspicion d’une appendicite aigüe, l’échographie abdominale est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L’examen de première intention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L’examen de prédilection chez les enfants et les sujets âgés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L’examen de choix chez la femme en âge de procréer</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Plus sensible que le scanner dans la visualisation d’un appendice rétro-caecal</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Moins performante dans l’exploration d’un sujet obèse</a:t>
            </a:r>
          </a:p>
        </p:txBody>
      </p:sp>
    </p:spTree>
    <p:extLst>
      <p:ext uri="{BB962C8B-B14F-4D97-AF65-F5344CB8AC3E}">
        <p14:creationId xmlns:p14="http://schemas.microsoft.com/office/powerpoint/2010/main" val="673256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4E825-F473-E733-AD1B-7368994F15C8}"/>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8FAC37DA-D964-6CDD-35D2-8137CC813407}"/>
              </a:ext>
            </a:extLst>
          </p:cNvPr>
          <p:cNvSpPr txBox="1"/>
          <p:nvPr/>
        </p:nvSpPr>
        <p:spPr>
          <a:xfrm>
            <a:off x="553720" y="1620351"/>
            <a:ext cx="11242040" cy="3214213"/>
          </a:xfrm>
          <a:prstGeom prst="rect">
            <a:avLst/>
          </a:prstGeom>
          <a:noFill/>
          <a:ln>
            <a:solidFill>
              <a:schemeClr val="tx1"/>
            </a:solidFill>
          </a:ln>
        </p:spPr>
        <p:txBody>
          <a:bodyPr wrap="square" anchor="ctr" anchorCtr="0">
            <a:spAutoFit/>
          </a:bodyPr>
          <a:lstStyle/>
          <a:p>
            <a:pPr>
              <a:lnSpc>
                <a:spcPct val="150000"/>
              </a:lnSpc>
            </a:pPr>
            <a:r>
              <a:rPr lang="fr-FR" sz="2300" b="1" dirty="0">
                <a:latin typeface="Times New Roman" panose="02020603050405020304" pitchFamily="18" charset="0"/>
                <a:cs typeface="Times New Roman" panose="02020603050405020304" pitchFamily="18" charset="0"/>
              </a:rPr>
              <a:t>L’échographie abdominale </a:t>
            </a:r>
            <a:r>
              <a:rPr lang="fr-FR" sz="2300" dirty="0">
                <a:latin typeface="Times New Roman" panose="02020603050405020304" pitchFamily="18" charset="0"/>
                <a:cs typeface="Times New Roman" panose="02020603050405020304" pitchFamily="18" charset="0"/>
              </a:rPr>
              <a:t>est </a:t>
            </a:r>
            <a:r>
              <a:rPr lang="fr-FR" sz="2300" u="sng" dirty="0">
                <a:latin typeface="Times New Roman" panose="02020603050405020304" pitchFamily="18" charset="0"/>
                <a:cs typeface="Times New Roman" panose="02020603050405020304" pitchFamily="18" charset="0"/>
              </a:rPr>
              <a:t>l’examen de choix en première intention </a:t>
            </a:r>
            <a:r>
              <a:rPr lang="fr-FR" sz="2300" dirty="0">
                <a:latin typeface="Times New Roman" panose="02020603050405020304" pitchFamily="18" charset="0"/>
                <a:cs typeface="Times New Roman" panose="02020603050405020304" pitchFamily="18" charset="0"/>
              </a:rPr>
              <a:t>dans la plupart des situations. Elle est accessible, rapide, et peu couteuse mais surtout non irradiante. C’est donc l’examen de prédilection chez les enfants et les patientes en âge de procréer. Elle permet facilement d’éliminer des diagnostics différentiels gynécologiques et urinaires. Sa sensibilité est d’environ 80% avec un taux cependant plus faible chez les patients obèses ou lorsque l’appendice est en position rétro-caecale. </a:t>
            </a:r>
          </a:p>
        </p:txBody>
      </p:sp>
    </p:spTree>
    <p:extLst>
      <p:ext uri="{BB962C8B-B14F-4D97-AF65-F5344CB8AC3E}">
        <p14:creationId xmlns:p14="http://schemas.microsoft.com/office/powerpoint/2010/main" val="3607179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6CC01-F154-C65B-88FC-4F14536B216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E75A4A4-774B-6C09-D3BC-A123C763EDE0}"/>
              </a:ext>
            </a:extLst>
          </p:cNvPr>
          <p:cNvSpPr>
            <a:spLocks noGrp="1"/>
          </p:cNvSpPr>
          <p:nvPr>
            <p:ph idx="1"/>
          </p:nvPr>
        </p:nvSpPr>
        <p:spPr>
          <a:xfrm>
            <a:off x="561340" y="1541145"/>
            <a:ext cx="1106932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 Devant la suspicion d’une appendicite aigüe, le scanner abdominal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l’examen de choix</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réalisé sans et avec injection de PDCI (produit de contraste iodé)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temps portal est nécessaire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L’opacification digestive est indispensable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plus facile à interpréter chez les obèses</a:t>
            </a:r>
          </a:p>
        </p:txBody>
      </p:sp>
    </p:spTree>
    <p:extLst>
      <p:ext uri="{BB962C8B-B14F-4D97-AF65-F5344CB8AC3E}">
        <p14:creationId xmlns:p14="http://schemas.microsoft.com/office/powerpoint/2010/main" val="2824375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EE600-5E46-9F15-F1DB-0ADC33B621B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1A0E23E-5130-8A82-0CD1-EBB4EA07B005}"/>
              </a:ext>
            </a:extLst>
          </p:cNvPr>
          <p:cNvSpPr>
            <a:spLocks noGrp="1"/>
          </p:cNvSpPr>
          <p:nvPr>
            <p:ph idx="1"/>
          </p:nvPr>
        </p:nvSpPr>
        <p:spPr>
          <a:xfrm>
            <a:off x="561340" y="1541145"/>
            <a:ext cx="1106932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 Devant la suspicion d’une appendicite aigüe, le scanner abdominal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Est l’examen de choix</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Est réalisé sans et avec injection de PDCI (produit de contraste iodé)</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 temps portal est nécessaire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L’opacification digestive est indispensable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Est plus facile à interpréter chez les obèses</a:t>
            </a:r>
          </a:p>
        </p:txBody>
      </p:sp>
    </p:spTree>
    <p:extLst>
      <p:ext uri="{BB962C8B-B14F-4D97-AF65-F5344CB8AC3E}">
        <p14:creationId xmlns:p14="http://schemas.microsoft.com/office/powerpoint/2010/main" val="334966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7A4D0-3E3F-3E46-EBB5-00BC851F382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D1D5E15-CC84-2F9D-6DD8-BF3EC5E8CADF}"/>
              </a:ext>
            </a:extLst>
          </p:cNvPr>
          <p:cNvSpPr>
            <a:spLocks noGrp="1"/>
          </p:cNvSpPr>
          <p:nvPr>
            <p:ph idx="1"/>
          </p:nvPr>
        </p:nvSpPr>
        <p:spPr>
          <a:xfrm>
            <a:off x="838200" y="1541145"/>
            <a:ext cx="1106932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5/ Devant la suspicion d’une appendicite aigüe, le scanner abdominal est indiqué de première intention dans les situations suivantes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Forme compliquée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Femme en âge de procréer</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Sujets âgés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Femme enceinte au premier trimestre de grossesse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Patient obèse</a:t>
            </a:r>
          </a:p>
        </p:txBody>
      </p:sp>
    </p:spTree>
    <p:extLst>
      <p:ext uri="{BB962C8B-B14F-4D97-AF65-F5344CB8AC3E}">
        <p14:creationId xmlns:p14="http://schemas.microsoft.com/office/powerpoint/2010/main" val="1179806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D602C-85A7-AA94-5A3A-26BF64DAAEF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EB8AEC8-2274-1984-B315-D6BBF1F6DF2C}"/>
              </a:ext>
            </a:extLst>
          </p:cNvPr>
          <p:cNvSpPr>
            <a:spLocks noGrp="1"/>
          </p:cNvSpPr>
          <p:nvPr>
            <p:ph idx="1"/>
          </p:nvPr>
        </p:nvSpPr>
        <p:spPr>
          <a:xfrm>
            <a:off x="838200" y="1541145"/>
            <a:ext cx="1106932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5/ Devant la suspicion d’une appendicite aigüe, le scanner abdominal est indiqué de première intention dans les situations suivantes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Forme compliquée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Femme en âge de procréer</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Sujets âgés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Femme enceinte au premier trimestre de grossesse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Patient obèse</a:t>
            </a:r>
          </a:p>
        </p:txBody>
      </p:sp>
    </p:spTree>
    <p:extLst>
      <p:ext uri="{BB962C8B-B14F-4D97-AF65-F5344CB8AC3E}">
        <p14:creationId xmlns:p14="http://schemas.microsoft.com/office/powerpoint/2010/main" val="3852381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40C55-5DE5-8A99-9181-0AA652B37159}"/>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DF6CAF4C-3DB7-943D-3E6A-E2E446982AD8}"/>
              </a:ext>
            </a:extLst>
          </p:cNvPr>
          <p:cNvSpPr txBox="1"/>
          <p:nvPr/>
        </p:nvSpPr>
        <p:spPr>
          <a:xfrm>
            <a:off x="553720" y="2416722"/>
            <a:ext cx="11059160" cy="1621470"/>
          </a:xfrm>
          <a:prstGeom prst="rect">
            <a:avLst/>
          </a:prstGeom>
          <a:noFill/>
          <a:ln>
            <a:solidFill>
              <a:schemeClr val="tx1"/>
            </a:solidFill>
          </a:ln>
        </p:spPr>
        <p:txBody>
          <a:bodyPr wrap="square" anchor="ctr" anchorCtr="0">
            <a:spAutoFit/>
          </a:bodyPr>
          <a:lstStyle/>
          <a:p>
            <a:pPr algn="just">
              <a:lnSpc>
                <a:spcPct val="150000"/>
              </a:lnSpc>
            </a:pPr>
            <a:r>
              <a:rPr lang="fr-FR" sz="2300" b="1" dirty="0">
                <a:latin typeface="Times New Roman" panose="02020603050405020304" pitchFamily="18" charset="0"/>
                <a:cs typeface="Times New Roman" panose="02020603050405020304" pitchFamily="18" charset="0"/>
              </a:rPr>
              <a:t>- Chez la personne âgée</a:t>
            </a:r>
            <a:r>
              <a:rPr lang="fr-FR" sz="2300" dirty="0">
                <a:latin typeface="Times New Roman" panose="02020603050405020304" pitchFamily="18" charset="0"/>
                <a:cs typeface="Times New Roman" panose="02020603050405020304" pitchFamily="18" charset="0"/>
              </a:rPr>
              <a:t>, les symptômes de l’appendicite aigue sont moins francs retardant le diagnostic. L’évolution est plus torpide. Un iléus est souvent présent. Il faut impérativement au minimum évoquer la possibilité d’une tumeur colique droite.</a:t>
            </a:r>
          </a:p>
        </p:txBody>
      </p:sp>
    </p:spTree>
    <p:extLst>
      <p:ext uri="{BB962C8B-B14F-4D97-AF65-F5344CB8AC3E}">
        <p14:creationId xmlns:p14="http://schemas.microsoft.com/office/powerpoint/2010/main" val="1648161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A7246-5A1D-0566-81AC-B93DF6B0D52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D0D339D-C278-643A-2D98-003107ED1A98}"/>
              </a:ext>
            </a:extLst>
          </p:cNvPr>
          <p:cNvSpPr>
            <a:spLocks noGrp="1"/>
          </p:cNvSpPr>
          <p:nvPr>
            <p:ph idx="1"/>
          </p:nvPr>
        </p:nvSpPr>
        <p:spPr>
          <a:xfrm>
            <a:off x="345440" y="1541145"/>
            <a:ext cx="1184656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6/ Devant la suspicion d’une appendicite aigüe chez une femme enceinte on peut demander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échographie abdomino-pelvienne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IRM</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scanner abdominal sans injection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ASP</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échographie endo-rectale</a:t>
            </a:r>
          </a:p>
        </p:txBody>
      </p:sp>
    </p:spTree>
    <p:extLst>
      <p:ext uri="{BB962C8B-B14F-4D97-AF65-F5344CB8AC3E}">
        <p14:creationId xmlns:p14="http://schemas.microsoft.com/office/powerpoint/2010/main" val="889468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9F36D-C66F-E17B-BC86-E6ACA8CA3C6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08ABCAD-42B2-6F7F-EB51-171094AEDB8C}"/>
              </a:ext>
            </a:extLst>
          </p:cNvPr>
          <p:cNvSpPr>
            <a:spLocks noGrp="1"/>
          </p:cNvSpPr>
          <p:nvPr>
            <p:ph idx="1"/>
          </p:nvPr>
        </p:nvSpPr>
        <p:spPr>
          <a:xfrm>
            <a:off x="345440" y="1541145"/>
            <a:ext cx="1184656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6/ Devant la suspicion d’une appendicite aigüe chez une femme enceinte on peut demander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Une échographie abdomino-pelvienne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Une IRM</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scanner abdominal sans injection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ASP</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échographie endo-rectale</a:t>
            </a:r>
          </a:p>
        </p:txBody>
      </p:sp>
    </p:spTree>
    <p:extLst>
      <p:ext uri="{BB962C8B-B14F-4D97-AF65-F5344CB8AC3E}">
        <p14:creationId xmlns:p14="http://schemas.microsoft.com/office/powerpoint/2010/main" val="1996702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6AB3D-5D4B-4679-92D4-FB4CE45EA5BF}"/>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B3509ADA-A57E-3FC1-4287-461D52C74A90}"/>
              </a:ext>
            </a:extLst>
          </p:cNvPr>
          <p:cNvSpPr txBox="1"/>
          <p:nvPr/>
        </p:nvSpPr>
        <p:spPr>
          <a:xfrm>
            <a:off x="553720" y="1354893"/>
            <a:ext cx="11211560" cy="3745128"/>
          </a:xfrm>
          <a:prstGeom prst="rect">
            <a:avLst/>
          </a:prstGeom>
          <a:noFill/>
          <a:ln>
            <a:solidFill>
              <a:schemeClr val="tx1"/>
            </a:solidFill>
          </a:ln>
        </p:spPr>
        <p:txBody>
          <a:bodyPr wrap="square" anchor="ctr" anchorCtr="0">
            <a:spAutoFit/>
          </a:bodyPr>
          <a:lstStyle/>
          <a:p>
            <a:pPr>
              <a:lnSpc>
                <a:spcPct val="150000"/>
              </a:lnSpc>
            </a:pPr>
            <a:r>
              <a:rPr lang="fr-FR" sz="2300" b="1" dirty="0">
                <a:latin typeface="Times New Roman" panose="02020603050405020304" pitchFamily="18" charset="0"/>
                <a:cs typeface="Times New Roman" panose="02020603050405020304" pitchFamily="18" charset="0"/>
              </a:rPr>
              <a:t>- Chez la femme enceinte</a:t>
            </a:r>
            <a:r>
              <a:rPr lang="fr-FR" sz="2300" dirty="0">
                <a:latin typeface="Times New Roman" panose="02020603050405020304" pitchFamily="18" charset="0"/>
                <a:cs typeface="Times New Roman" panose="02020603050405020304" pitchFamily="18" charset="0"/>
              </a:rPr>
              <a:t>, l’appendicite peut potentiellement être une pathologie grave en raison du retard au diagnostic entrainant des formes compliquées. La présentation clinique évolue en fonction du stade de la grossesse. Au premier trimestre, l’examen clinique n’est pas encore modifié. Aux deuxième et troisième trimestres, l’utérus augmente de volume et l’appendice peut être refoulé vers le haut, le dehors et l’arrière. Le principal diagnostic différentiel est la pyélonéphrite aigue droite. </a:t>
            </a:r>
            <a:r>
              <a:rPr lang="fr-FR" sz="2300" dirty="0">
                <a:highlight>
                  <a:srgbClr val="FFFF00"/>
                </a:highlight>
                <a:latin typeface="Times New Roman" panose="02020603050405020304" pitchFamily="18" charset="0"/>
                <a:cs typeface="Times New Roman" panose="02020603050405020304" pitchFamily="18" charset="0"/>
              </a:rPr>
              <a:t>L'échographie et l'IRM abdomino-pelvienne permettent de faire le diagnostic.</a:t>
            </a:r>
          </a:p>
        </p:txBody>
      </p:sp>
    </p:spTree>
    <p:extLst>
      <p:ext uri="{BB962C8B-B14F-4D97-AF65-F5344CB8AC3E}">
        <p14:creationId xmlns:p14="http://schemas.microsoft.com/office/powerpoint/2010/main" val="3553934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BB55D-7F5D-3BC2-BE4B-33A152B0086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E20BECD-C69D-0499-B521-E36F7565C30B}"/>
              </a:ext>
            </a:extLst>
          </p:cNvPr>
          <p:cNvSpPr>
            <a:spLocks noGrp="1"/>
          </p:cNvSpPr>
          <p:nvPr>
            <p:ph idx="1"/>
          </p:nvPr>
        </p:nvSpPr>
        <p:spPr>
          <a:xfrm>
            <a:off x="142240" y="1541145"/>
            <a:ext cx="1204976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7/ Concernant le diagnostic d’une appendicite aigüe chez une femme enceinte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L’échographe abdominale est demandée de 1</a:t>
            </a:r>
            <a:r>
              <a:rPr lang="fr-FR" baseline="30000" dirty="0">
                <a:latin typeface="Calibri" panose="020F0502020204030204" pitchFamily="34" charset="0"/>
                <a:ea typeface="Calibri" panose="020F0502020204030204" pitchFamily="34" charset="0"/>
                <a:cs typeface="Calibri" panose="020F0502020204030204" pitchFamily="34" charset="0"/>
              </a:rPr>
              <a:t>ère</a:t>
            </a:r>
            <a:r>
              <a:rPr lang="fr-FR" dirty="0">
                <a:latin typeface="Calibri" panose="020F0502020204030204" pitchFamily="34" charset="0"/>
                <a:ea typeface="Calibri" panose="020F0502020204030204" pitchFamily="34" charset="0"/>
                <a:cs typeface="Calibri" panose="020F0502020204030204" pitchFamily="34" charset="0"/>
              </a:rPr>
              <a:t> intention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diagnostic est souvent difficile au premier trimestre de grossesse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L’IRM abdominale est l’examen clé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est contre-indiqué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L’échographie endo-vaginale n’a pas de place</a:t>
            </a:r>
          </a:p>
        </p:txBody>
      </p:sp>
    </p:spTree>
    <p:extLst>
      <p:ext uri="{BB962C8B-B14F-4D97-AF65-F5344CB8AC3E}">
        <p14:creationId xmlns:p14="http://schemas.microsoft.com/office/powerpoint/2010/main" val="2759572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CBB2B-941B-1F06-6615-DDF85AB68DE6}"/>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BB8BC51-F97B-F3E9-0279-A6B0DD9B4D82}"/>
              </a:ext>
            </a:extLst>
          </p:cNvPr>
          <p:cNvSpPr>
            <a:spLocks noGrp="1"/>
          </p:cNvSpPr>
          <p:nvPr>
            <p:ph idx="1"/>
          </p:nvPr>
        </p:nvSpPr>
        <p:spPr>
          <a:xfrm>
            <a:off x="142240" y="1541145"/>
            <a:ext cx="1204976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7/ Concernant le diagnostic d’une appendicite aigüe chez une femme enceinte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L’échographe abdominale est demandée de 1</a:t>
            </a:r>
            <a:r>
              <a:rPr lang="fr-FR" baseline="30000" dirty="0">
                <a:solidFill>
                  <a:srgbClr val="FF0000"/>
                </a:solidFill>
                <a:latin typeface="Calibri" panose="020F0502020204030204" pitchFamily="34" charset="0"/>
                <a:ea typeface="Calibri" panose="020F0502020204030204" pitchFamily="34" charset="0"/>
                <a:cs typeface="Calibri" panose="020F0502020204030204" pitchFamily="34" charset="0"/>
              </a:rPr>
              <a:t>ère</a:t>
            </a: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 intention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diagnostic est souvent difficile au premier trimestre de grossesse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L’IRM abdominale est l’examen clé</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 scanner est contre-indiqué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L’échographie endo-vaginale n’a pas de place</a:t>
            </a:r>
          </a:p>
        </p:txBody>
      </p:sp>
    </p:spTree>
    <p:extLst>
      <p:ext uri="{BB962C8B-B14F-4D97-AF65-F5344CB8AC3E}">
        <p14:creationId xmlns:p14="http://schemas.microsoft.com/office/powerpoint/2010/main" val="2691127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1C365-2491-4F6A-11ED-D10EB860C84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88A54D3-7833-54EB-AE9F-2570EDBBA543}"/>
              </a:ext>
            </a:extLst>
          </p:cNvPr>
          <p:cNvSpPr>
            <a:spLocks noGrp="1"/>
          </p:cNvSpPr>
          <p:nvPr>
            <p:ph idx="1"/>
          </p:nvPr>
        </p:nvSpPr>
        <p:spPr>
          <a:xfrm>
            <a:off x="345440" y="1541145"/>
            <a:ext cx="1184656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8/ En faveur d’une adénolymphite mésentérique, on retient les éléments suivants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L’âge jeune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contexte d’apyrexie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appendice non visualisé à l’échographie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densification de la graisse péri-appendiculaire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magma d’adénomégalies sur la racine du mésentère</a:t>
            </a:r>
          </a:p>
        </p:txBody>
      </p:sp>
    </p:spTree>
    <p:extLst>
      <p:ext uri="{BB962C8B-B14F-4D97-AF65-F5344CB8AC3E}">
        <p14:creationId xmlns:p14="http://schemas.microsoft.com/office/powerpoint/2010/main" val="1868612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35A06-2C27-F913-C29F-93D2CAFBEFB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D872F3C-A246-A49C-A2C9-F4FAE36E5FA9}"/>
              </a:ext>
            </a:extLst>
          </p:cNvPr>
          <p:cNvSpPr>
            <a:spLocks noGrp="1"/>
          </p:cNvSpPr>
          <p:nvPr>
            <p:ph idx="1"/>
          </p:nvPr>
        </p:nvSpPr>
        <p:spPr>
          <a:xfrm>
            <a:off x="345440" y="1541145"/>
            <a:ext cx="1184656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8/ En faveur d’une adénolymphite mésentérique, on retient les éléments suivants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L’âge jeune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contexte d’apyrexie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appendice non visualisé à l’échographie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densification de la graisse péri-appendiculaire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 magma d’adénomégalies sur la racine du mésentère</a:t>
            </a:r>
          </a:p>
        </p:txBody>
      </p:sp>
    </p:spTree>
    <p:extLst>
      <p:ext uri="{BB962C8B-B14F-4D97-AF65-F5344CB8AC3E}">
        <p14:creationId xmlns:p14="http://schemas.microsoft.com/office/powerpoint/2010/main" val="4052487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FBED4-7003-D1C2-0215-D5154286BE1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BC64370-42E3-8B2E-3DE4-2A175D34F923}"/>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9/ Une image hyperéchogène avec cône d’ombre postérieur en regard de la FID évoque en premier lieu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stercolithe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pneumopéritoine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Du gaz digestif</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lithiase urinaire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Aucune proposition correcte</a:t>
            </a:r>
          </a:p>
        </p:txBody>
      </p:sp>
    </p:spTree>
    <p:extLst>
      <p:ext uri="{BB962C8B-B14F-4D97-AF65-F5344CB8AC3E}">
        <p14:creationId xmlns:p14="http://schemas.microsoft.com/office/powerpoint/2010/main" val="14315639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297E1-7EFE-8A7C-4F03-6861B84FC66E}"/>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D7EDD54-71BA-C2C8-AF58-E043B5DA0C13}"/>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9/ Une image hyperéchogène avec cône d’ombre postérieur en regard de la FID évoque en premier lieu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 stercolithe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pneumopéritoine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Du gaz digestif</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lithiase urinaire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Aucune proposition correcte</a:t>
            </a:r>
          </a:p>
        </p:txBody>
      </p:sp>
    </p:spTree>
    <p:extLst>
      <p:ext uri="{BB962C8B-B14F-4D97-AF65-F5344CB8AC3E}">
        <p14:creationId xmlns:p14="http://schemas.microsoft.com/office/powerpoint/2010/main" val="771320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2AA1B-4351-371B-D330-D49785A292B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A62A90C-1BDE-A0D0-B045-A13A2BFC6171}"/>
              </a:ext>
            </a:extLst>
          </p:cNvPr>
          <p:cNvSpPr>
            <a:spLocks noGrp="1"/>
          </p:cNvSpPr>
          <p:nvPr>
            <p:ph idx="1"/>
          </p:nvPr>
        </p:nvSpPr>
        <p:spPr>
          <a:xfrm>
            <a:off x="3454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10/ Les critères diagnostiques d’une appendicite aigüe sont les suivants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Appendice non compressible par la sonde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Appendice non aéré de diamètre supérieur à 6mm</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Densification de la graisse péri-appendiculaire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Appendice non visualisé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Paroi appendiculaire &gt; 2mm</a:t>
            </a:r>
          </a:p>
        </p:txBody>
      </p:sp>
    </p:spTree>
    <p:extLst>
      <p:ext uri="{BB962C8B-B14F-4D97-AF65-F5344CB8AC3E}">
        <p14:creationId xmlns:p14="http://schemas.microsoft.com/office/powerpoint/2010/main" val="1016152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FC364-3D6F-3399-B2A4-8DF71634007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8C65B32-9A1E-E8A2-ED4D-3FA731DFC4E7}"/>
              </a:ext>
            </a:extLst>
          </p:cNvPr>
          <p:cNvSpPr>
            <a:spLocks noGrp="1"/>
          </p:cNvSpPr>
          <p:nvPr>
            <p:ph idx="1"/>
          </p:nvPr>
        </p:nvSpPr>
        <p:spPr>
          <a:xfrm>
            <a:off x="3454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10/ Les critères diagnostiques d’une appendicite aigüe sont les suivants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Appendice non compressible par la sonde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Appendice non aéré de diamètre supérieur à 6mm</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Densification de la graisse péri-appendiculaire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Appendice non visualisé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Paroi appendiculaire &gt; 2mm</a:t>
            </a:r>
          </a:p>
        </p:txBody>
      </p:sp>
    </p:spTree>
    <p:extLst>
      <p:ext uri="{BB962C8B-B14F-4D97-AF65-F5344CB8AC3E}">
        <p14:creationId xmlns:p14="http://schemas.microsoft.com/office/powerpoint/2010/main" val="798577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14CCE-75F0-07B1-01A8-D5C2CAF7BC50}"/>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B2CD4A1C-0744-FDB5-CCE6-BA720C15A387}"/>
              </a:ext>
            </a:extLst>
          </p:cNvPr>
          <p:cNvSpPr txBox="1"/>
          <p:nvPr/>
        </p:nvSpPr>
        <p:spPr>
          <a:xfrm>
            <a:off x="368300" y="1620350"/>
            <a:ext cx="11455400" cy="3214213"/>
          </a:xfrm>
          <a:prstGeom prst="rect">
            <a:avLst/>
          </a:prstGeom>
          <a:noFill/>
          <a:ln>
            <a:solidFill>
              <a:schemeClr val="tx1"/>
            </a:solidFill>
          </a:ln>
        </p:spPr>
        <p:txBody>
          <a:bodyPr wrap="square" anchor="ctr" anchorCtr="0">
            <a:spAutoFit/>
          </a:bodyPr>
          <a:lstStyle/>
          <a:p>
            <a:pPr>
              <a:lnSpc>
                <a:spcPct val="150000"/>
              </a:lnSpc>
            </a:pPr>
            <a:r>
              <a:rPr lang="fr-FR" sz="2300" dirty="0">
                <a:latin typeface="Times New Roman" panose="02020603050405020304" pitchFamily="18" charset="0"/>
                <a:cs typeface="Times New Roman" panose="02020603050405020304" pitchFamily="18" charset="0"/>
              </a:rPr>
              <a:t>Le diagnostic d’appendicite est confirmé avec un diamètre appendiculaire augmenté (&gt; 6mm) et une paroi épaissie (&gt;3mm). En cas d’appendicite aigue, l’échographie retrouve également un appendice non compressible et douloureux à la paroi de la sonde. Une image hyperéchogène avec cône d’ombre postérieur est en faveur d’un stercolithe. L’échographie peut montrer également une infiltration de la graisse péri-appendiculaire ainsi qu’un épanchement liquidien en fosse iliaque droite ou dans le pelvis.</a:t>
            </a:r>
          </a:p>
        </p:txBody>
      </p:sp>
    </p:spTree>
    <p:extLst>
      <p:ext uri="{BB962C8B-B14F-4D97-AF65-F5344CB8AC3E}">
        <p14:creationId xmlns:p14="http://schemas.microsoft.com/office/powerpoint/2010/main" val="1453881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956FA-7808-A485-3AE0-5C03FDE7AF0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06A378F-4B11-BBD2-D789-56057781D784}"/>
              </a:ext>
            </a:extLst>
          </p:cNvPr>
          <p:cNvSpPr>
            <a:spLocks noGrp="1"/>
          </p:cNvSpPr>
          <p:nvPr>
            <p:ph idx="1"/>
          </p:nvPr>
        </p:nvSpPr>
        <p:spPr>
          <a:xfrm>
            <a:off x="3454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11/ Les critères diagnostiques d’une appendicite aigüe sont les suivants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Présence d’un stercolithe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Épaississement pariétal circonférentiel de la paroi de l’iléon terminal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Masse vascularisée faisant saillie dans la lumière caecale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Valvule iléo-caecale œdématiée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Paroi appendiculaire &gt; 3mm</a:t>
            </a:r>
          </a:p>
        </p:txBody>
      </p:sp>
    </p:spTree>
    <p:extLst>
      <p:ext uri="{BB962C8B-B14F-4D97-AF65-F5344CB8AC3E}">
        <p14:creationId xmlns:p14="http://schemas.microsoft.com/office/powerpoint/2010/main" val="39166338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56472-979E-95EF-4A3E-B618CB846EF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2F7C26D-8E90-DBF7-1520-C699DC67A545}"/>
              </a:ext>
            </a:extLst>
          </p:cNvPr>
          <p:cNvSpPr>
            <a:spLocks noGrp="1"/>
          </p:cNvSpPr>
          <p:nvPr>
            <p:ph idx="1"/>
          </p:nvPr>
        </p:nvSpPr>
        <p:spPr>
          <a:xfrm>
            <a:off x="3454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11/ Les critères diagnostiques d’une appendicite aigüe sont les suivants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Présence d’un stercolithe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Épaississement pariétal circonférentiel de la paroi de l’iléon terminal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Masse vascularisée faisant saillie dans la lumière caecale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Valvule iléo-caecale œdématiée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Paroi appendiculaire &gt; 3mm</a:t>
            </a:r>
          </a:p>
        </p:txBody>
      </p:sp>
    </p:spTree>
    <p:extLst>
      <p:ext uri="{BB962C8B-B14F-4D97-AF65-F5344CB8AC3E}">
        <p14:creationId xmlns:p14="http://schemas.microsoft.com/office/powerpoint/2010/main" val="12814190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DE984-EE93-ED6E-37A6-8323909EC9E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5B6060B-DE4C-2CA9-C131-F84EB5ACB8F9}"/>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12/ En faveur d’un abcès appendiculaire, la présence d’:</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épanchement dans le CDS de douglas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formation arrondie anéchogène dans la FID renforçant les échos en postérieur</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densification de la graisse appendiculaire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structure oblongue non compressible sous la sonde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agglutination des anses iléales dans la FID</a:t>
            </a:r>
          </a:p>
        </p:txBody>
      </p:sp>
    </p:spTree>
    <p:extLst>
      <p:ext uri="{BB962C8B-B14F-4D97-AF65-F5344CB8AC3E}">
        <p14:creationId xmlns:p14="http://schemas.microsoft.com/office/powerpoint/2010/main" val="214813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6DCF9-2FCF-53EC-1AE7-414F6922450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4E16988-FCCB-9D22-07E8-484D107C2F23}"/>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12/ En faveur d’un abcès appendiculaire, la présence d’:</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épanchement dans le CDS de douglas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Une formation arrondie anéchogène dans la FID renforçant les échos en postérieur</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densification de la graisse appendiculaire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structure oblongue non compressible sous la sonde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agglutination des anses iléales dans la FID</a:t>
            </a:r>
          </a:p>
        </p:txBody>
      </p:sp>
    </p:spTree>
    <p:extLst>
      <p:ext uri="{BB962C8B-B14F-4D97-AF65-F5344CB8AC3E}">
        <p14:creationId xmlns:p14="http://schemas.microsoft.com/office/powerpoint/2010/main" val="533466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0A98C-C9AB-98AE-DB28-AEE2F0AB1FBE}"/>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F0BC663-6A9E-AEE2-DD31-A9A8C75E7A47}"/>
              </a:ext>
            </a:extLst>
          </p:cNvPr>
          <p:cNvSpPr>
            <a:spLocks noGrp="1"/>
          </p:cNvSpPr>
          <p:nvPr>
            <p:ph idx="1"/>
          </p:nvPr>
        </p:nvSpPr>
        <p:spPr>
          <a:xfrm>
            <a:off x="3454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13/ En faveur d’une péritonite appendiculaire, la présence d’:</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épanchement dans la gouttière </a:t>
            </a:r>
            <a:r>
              <a:rPr lang="fr-FR" dirty="0" err="1">
                <a:latin typeface="Calibri" panose="020F0502020204030204" pitchFamily="34" charset="0"/>
                <a:ea typeface="Calibri" panose="020F0502020204030204" pitchFamily="34" charset="0"/>
                <a:cs typeface="Calibri" panose="020F0502020204030204" pitchFamily="34" charset="0"/>
              </a:rPr>
              <a:t>pariéto</a:t>
            </a:r>
            <a:r>
              <a:rPr lang="fr-FR" dirty="0">
                <a:latin typeface="Calibri" panose="020F0502020204030204" pitchFamily="34" charset="0"/>
                <a:ea typeface="Calibri" panose="020F0502020204030204" pitchFamily="34" charset="0"/>
                <a:cs typeface="Calibri" panose="020F0502020204030204" pitchFamily="34" charset="0"/>
              </a:rPr>
              <a:t>-colique droite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image de stercolithe extra-digestive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densification de la graisse appendiculaire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structure oblongue non compressible sous la sonde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agglutination des anses iléales dans la FID</a:t>
            </a:r>
          </a:p>
        </p:txBody>
      </p:sp>
    </p:spTree>
    <p:extLst>
      <p:ext uri="{BB962C8B-B14F-4D97-AF65-F5344CB8AC3E}">
        <p14:creationId xmlns:p14="http://schemas.microsoft.com/office/powerpoint/2010/main" val="1248009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B545F-3120-7D51-EF91-2CAEC497863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6B90C17-A87B-429C-AD30-492ABBD19019}"/>
              </a:ext>
            </a:extLst>
          </p:cNvPr>
          <p:cNvSpPr>
            <a:spLocks noGrp="1"/>
          </p:cNvSpPr>
          <p:nvPr>
            <p:ph idx="1"/>
          </p:nvPr>
        </p:nvSpPr>
        <p:spPr>
          <a:xfrm>
            <a:off x="3454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13/ En faveur d’une péritonite appendiculaire, la présence d’:</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 épanchement dans la gouttière </a:t>
            </a:r>
            <a:r>
              <a:rPr lang="fr-FR" dirty="0" err="1">
                <a:solidFill>
                  <a:srgbClr val="FF0000"/>
                </a:solidFill>
                <a:latin typeface="Calibri" panose="020F0502020204030204" pitchFamily="34" charset="0"/>
                <a:ea typeface="Calibri" panose="020F0502020204030204" pitchFamily="34" charset="0"/>
                <a:cs typeface="Calibri" panose="020F0502020204030204" pitchFamily="34" charset="0"/>
              </a:rPr>
              <a:t>pariéto</a:t>
            </a: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-colique droite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Une image de stercolithe extra-digestive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densification de la graisse appendiculaire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structure oblongue non compressible sous la sonde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agglutination des anses iléales dans la FID</a:t>
            </a:r>
          </a:p>
        </p:txBody>
      </p:sp>
    </p:spTree>
    <p:extLst>
      <p:ext uri="{BB962C8B-B14F-4D97-AF65-F5344CB8AC3E}">
        <p14:creationId xmlns:p14="http://schemas.microsoft.com/office/powerpoint/2010/main" val="36208774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0584E-E29F-A345-AB13-67979DAFBA6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5C0BB80-74D8-9664-BD3B-C0D7CFEFF3D3}"/>
              </a:ext>
            </a:extLst>
          </p:cNvPr>
          <p:cNvSpPr>
            <a:spLocks noGrp="1"/>
          </p:cNvSpPr>
          <p:nvPr>
            <p:ph idx="1"/>
          </p:nvPr>
        </p:nvSpPr>
        <p:spPr>
          <a:xfrm>
            <a:off x="4470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14/ Dans le cadre d’une appendicite aigüe, le drainage percutané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indiqué en cas de plastron appendiculaire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indiqué en cas d’appendicite sous hépatique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indiqué en cas d’abcès appendiculaire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Doit être associé à une antibiothérapie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Permet de différer le geste chirurgical</a:t>
            </a:r>
          </a:p>
        </p:txBody>
      </p:sp>
    </p:spTree>
    <p:extLst>
      <p:ext uri="{BB962C8B-B14F-4D97-AF65-F5344CB8AC3E}">
        <p14:creationId xmlns:p14="http://schemas.microsoft.com/office/powerpoint/2010/main" val="13793725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A71A0-377B-1CAC-80C5-302FB15045C3}"/>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2E7E8D5-2513-FF00-A608-63F7D26DE379}"/>
              </a:ext>
            </a:extLst>
          </p:cNvPr>
          <p:cNvSpPr>
            <a:spLocks noGrp="1"/>
          </p:cNvSpPr>
          <p:nvPr>
            <p:ph idx="1"/>
          </p:nvPr>
        </p:nvSpPr>
        <p:spPr>
          <a:xfrm>
            <a:off x="4470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14/ Dans le cadre d’une appendicite aigüe, le drainage percutané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indiqué en cas de plastron appendiculaire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indiqué en cas d’appendicite sous hépatique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Est indiqué en cas d’abcès appendiculaire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Doit être associé à une antibiothérapie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Permet de différer le geste chirurgical</a:t>
            </a:r>
          </a:p>
        </p:txBody>
      </p:sp>
    </p:spTree>
    <p:extLst>
      <p:ext uri="{BB962C8B-B14F-4D97-AF65-F5344CB8AC3E}">
        <p14:creationId xmlns:p14="http://schemas.microsoft.com/office/powerpoint/2010/main" val="1763922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19BC3-045E-3585-F761-E17C93A59BD6}"/>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3C32142-C560-B752-DF2E-CE8B4ACF98D9}"/>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1- Quel(s) est (sont) parmi les diagnostics suivants, celui (ceux) que vous suspectez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iléite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gastro-entérite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appendicite aigüe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abcès appendiculaire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colique néphritique</a:t>
            </a:r>
          </a:p>
        </p:txBody>
      </p:sp>
      <p:sp>
        <p:nvSpPr>
          <p:cNvPr id="2" name="Espace réservé du contenu 2">
            <a:extLst>
              <a:ext uri="{FF2B5EF4-FFF2-40B4-BE49-F238E27FC236}">
                <a16:creationId xmlns:a16="http://schemas.microsoft.com/office/drawing/2014/main" id="{1E1D50BA-A253-67D3-CE90-800B9C4161F7}"/>
              </a:ext>
            </a:extLst>
          </p:cNvPr>
          <p:cNvSpPr txBox="1">
            <a:spLocks/>
          </p:cNvSpPr>
          <p:nvPr/>
        </p:nvSpPr>
        <p:spPr>
          <a:xfrm>
            <a:off x="309880" y="727869"/>
            <a:ext cx="11572240" cy="2177415"/>
          </a:xfrm>
          <a:prstGeom prst="rect">
            <a:avLst/>
          </a:prstGeom>
        </p:spPr>
        <p:txBody>
          <a:bodyPr vert="horz" lIns="91440" tIns="45720" rIns="91440" bIns="45720" rtlCol="0" anchor="ctr"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 jeune homme de 20 ans consulte les urgences pour douleurs abdominale avec vomissements</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Son histoire de la maladie remonte à un jour ou il a présenté une douleur épigastrique avec des vomissements secondairement localisées à la fosse iliaque droite.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température 37.90C, douleur à la palpation de la fosse iliaque droite, le TR est douloureux à droite.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biologie GB = 12 500 et CRP = 8</a:t>
            </a:r>
          </a:p>
        </p:txBody>
      </p:sp>
      <p:sp>
        <p:nvSpPr>
          <p:cNvPr id="4" name="Espace réservé du contenu 2">
            <a:extLst>
              <a:ext uri="{FF2B5EF4-FFF2-40B4-BE49-F238E27FC236}">
                <a16:creationId xmlns:a16="http://schemas.microsoft.com/office/drawing/2014/main" id="{29BAF111-818A-9C45-5E56-F9DDEF2868AB}"/>
              </a:ext>
            </a:extLst>
          </p:cNvPr>
          <p:cNvSpPr txBox="1">
            <a:spLocks/>
          </p:cNvSpPr>
          <p:nvPr/>
        </p:nvSpPr>
        <p:spPr>
          <a:xfrm>
            <a:off x="309880" y="27289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1 :</a:t>
            </a:r>
          </a:p>
        </p:txBody>
      </p:sp>
    </p:spTree>
    <p:extLst>
      <p:ext uri="{BB962C8B-B14F-4D97-AF65-F5344CB8AC3E}">
        <p14:creationId xmlns:p14="http://schemas.microsoft.com/office/powerpoint/2010/main" val="13684984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F4D32-2985-4671-805C-6B66DC909AF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4CBDA30-FA15-B5FD-932B-BA815468DCC7}"/>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1- Quel(s) est (sont) parmi les diagnostics suivants, celui (ceux) que vous suspectez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iléite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gastro-entérite</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Une appendicite aigüe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abcès appendiculaire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colique néphritique</a:t>
            </a:r>
          </a:p>
        </p:txBody>
      </p:sp>
      <p:sp>
        <p:nvSpPr>
          <p:cNvPr id="2" name="Espace réservé du contenu 2">
            <a:extLst>
              <a:ext uri="{FF2B5EF4-FFF2-40B4-BE49-F238E27FC236}">
                <a16:creationId xmlns:a16="http://schemas.microsoft.com/office/drawing/2014/main" id="{1794515F-C598-9B71-C8FD-7E0C065DDEC7}"/>
              </a:ext>
            </a:extLst>
          </p:cNvPr>
          <p:cNvSpPr txBox="1">
            <a:spLocks/>
          </p:cNvSpPr>
          <p:nvPr/>
        </p:nvSpPr>
        <p:spPr>
          <a:xfrm>
            <a:off x="309880" y="727869"/>
            <a:ext cx="11572240" cy="2177415"/>
          </a:xfrm>
          <a:prstGeom prst="rect">
            <a:avLst/>
          </a:prstGeom>
        </p:spPr>
        <p:txBody>
          <a:bodyPr vert="horz" lIns="91440" tIns="45720" rIns="91440" bIns="45720" rtlCol="0" anchor="ctr"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 jeune homme de 20 ans consulte les urgences pour douleurs abdominale avec vomissements</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Son histoire de la maladie remonte à un jour ou il a présenté une douleur épigastrique avec des vomissements secondairement localisées à la fosse iliaque droite.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température 37.90C, douleur à la palpation de la fosse iliaque droite, le TR est douloureux à droite.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biologie GB = 12 500 et CRP = 8</a:t>
            </a:r>
          </a:p>
        </p:txBody>
      </p:sp>
      <p:sp>
        <p:nvSpPr>
          <p:cNvPr id="4" name="Espace réservé du contenu 2">
            <a:extLst>
              <a:ext uri="{FF2B5EF4-FFF2-40B4-BE49-F238E27FC236}">
                <a16:creationId xmlns:a16="http://schemas.microsoft.com/office/drawing/2014/main" id="{7DAE0865-163F-6B87-4EBF-27E274F7D6C6}"/>
              </a:ext>
            </a:extLst>
          </p:cNvPr>
          <p:cNvSpPr txBox="1">
            <a:spLocks/>
          </p:cNvSpPr>
          <p:nvPr/>
        </p:nvSpPr>
        <p:spPr>
          <a:xfrm>
            <a:off x="309880" y="27289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1 :</a:t>
            </a:r>
          </a:p>
        </p:txBody>
      </p:sp>
    </p:spTree>
    <p:extLst>
      <p:ext uri="{BB962C8B-B14F-4D97-AF65-F5344CB8AC3E}">
        <p14:creationId xmlns:p14="http://schemas.microsoft.com/office/powerpoint/2010/main" val="36376118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D9E63-E54B-4C47-3FE2-9FFDA7B44349}"/>
            </a:ext>
          </a:extLst>
        </p:cNvPr>
        <p:cNvGrpSpPr/>
        <p:nvPr/>
      </p:nvGrpSpPr>
      <p:grpSpPr>
        <a:xfrm>
          <a:off x="0" y="0"/>
          <a:ext cx="0" cy="0"/>
          <a:chOff x="0" y="0"/>
          <a:chExt cx="0" cy="0"/>
        </a:xfrm>
      </p:grpSpPr>
      <p:sp>
        <p:nvSpPr>
          <p:cNvPr id="2" name="Espace réservé du contenu 2">
            <a:extLst>
              <a:ext uri="{FF2B5EF4-FFF2-40B4-BE49-F238E27FC236}">
                <a16:creationId xmlns:a16="http://schemas.microsoft.com/office/drawing/2014/main" id="{164DDC64-4659-9CA5-C624-4AA178F9E51D}"/>
              </a:ext>
            </a:extLst>
          </p:cNvPr>
          <p:cNvSpPr txBox="1">
            <a:spLocks/>
          </p:cNvSpPr>
          <p:nvPr/>
        </p:nvSpPr>
        <p:spPr>
          <a:xfrm>
            <a:off x="309880" y="727869"/>
            <a:ext cx="11572240" cy="2177415"/>
          </a:xfrm>
          <a:prstGeom prst="rect">
            <a:avLst/>
          </a:prstGeom>
        </p:spPr>
        <p:txBody>
          <a:bodyPr vert="horz" lIns="91440" tIns="45720" rIns="91440" bIns="45720" rtlCol="0" anchor="ctr"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 jeune homme de 20 ans consulte les urgences pour douleurs abdominale avec vomissements</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Son histoire de la maladie remonte à un jour ou il a présenté une douleur épigastrique avec des vomissements secondairement localisées à la fosse iliaque droite.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température 37.90C, douleur à la palpation de la fosse iliaque droite, le TR est douloureux à droite.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biologie GB = 12 500 et CRP = 8</a:t>
            </a:r>
          </a:p>
        </p:txBody>
      </p:sp>
      <p:sp>
        <p:nvSpPr>
          <p:cNvPr id="4" name="Espace réservé du contenu 2">
            <a:extLst>
              <a:ext uri="{FF2B5EF4-FFF2-40B4-BE49-F238E27FC236}">
                <a16:creationId xmlns:a16="http://schemas.microsoft.com/office/drawing/2014/main" id="{F64CE88A-8137-69A1-28D7-11CB6D011F3E}"/>
              </a:ext>
            </a:extLst>
          </p:cNvPr>
          <p:cNvSpPr txBox="1">
            <a:spLocks/>
          </p:cNvSpPr>
          <p:nvPr/>
        </p:nvSpPr>
        <p:spPr>
          <a:xfrm>
            <a:off x="309880" y="27289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1 :</a:t>
            </a:r>
          </a:p>
        </p:txBody>
      </p:sp>
      <p:sp>
        <p:nvSpPr>
          <p:cNvPr id="7" name="Espace réservé du contenu 2">
            <a:extLst>
              <a:ext uri="{FF2B5EF4-FFF2-40B4-BE49-F238E27FC236}">
                <a16:creationId xmlns:a16="http://schemas.microsoft.com/office/drawing/2014/main" id="{E5603687-97E0-EC59-670B-3B75087E2F0B}"/>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2- Que demandez vous pour confirmer votre diagnostic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Échographie abdominale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ECBU</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IRM abdominale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ASP</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Scanner abdominal</a:t>
            </a:r>
          </a:p>
        </p:txBody>
      </p:sp>
    </p:spTree>
    <p:extLst>
      <p:ext uri="{BB962C8B-B14F-4D97-AF65-F5344CB8AC3E}">
        <p14:creationId xmlns:p14="http://schemas.microsoft.com/office/powerpoint/2010/main" val="37449215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CE673-3309-B57D-2AAE-FE4EACD98282}"/>
            </a:ext>
          </a:extLst>
        </p:cNvPr>
        <p:cNvGrpSpPr/>
        <p:nvPr/>
      </p:nvGrpSpPr>
      <p:grpSpPr>
        <a:xfrm>
          <a:off x="0" y="0"/>
          <a:ext cx="0" cy="0"/>
          <a:chOff x="0" y="0"/>
          <a:chExt cx="0" cy="0"/>
        </a:xfrm>
      </p:grpSpPr>
      <p:sp>
        <p:nvSpPr>
          <p:cNvPr id="2" name="Espace réservé du contenu 2">
            <a:extLst>
              <a:ext uri="{FF2B5EF4-FFF2-40B4-BE49-F238E27FC236}">
                <a16:creationId xmlns:a16="http://schemas.microsoft.com/office/drawing/2014/main" id="{E85E189B-F5A5-318C-8218-A880704052D6}"/>
              </a:ext>
            </a:extLst>
          </p:cNvPr>
          <p:cNvSpPr txBox="1">
            <a:spLocks/>
          </p:cNvSpPr>
          <p:nvPr/>
        </p:nvSpPr>
        <p:spPr>
          <a:xfrm>
            <a:off x="309880" y="727869"/>
            <a:ext cx="11572240" cy="2177415"/>
          </a:xfrm>
          <a:prstGeom prst="rect">
            <a:avLst/>
          </a:prstGeom>
        </p:spPr>
        <p:txBody>
          <a:bodyPr vert="horz" lIns="91440" tIns="45720" rIns="91440" bIns="45720" rtlCol="0" anchor="ctr"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 jeune homme de 20 ans consulte les urgences pour douleurs abdominale avec vomissements</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Son histoire de la maladie remonte à un jour ou il a présenté une douleur épigastrique avec des vomissements secondairement localisées à la fosse iliaque droite.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température 37.90C, douleur à la palpation de la fosse iliaque droite, le TR est douloureux à droite.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biologie GB = 12 500 et CRP = 8</a:t>
            </a:r>
          </a:p>
        </p:txBody>
      </p:sp>
      <p:sp>
        <p:nvSpPr>
          <p:cNvPr id="4" name="Espace réservé du contenu 2">
            <a:extLst>
              <a:ext uri="{FF2B5EF4-FFF2-40B4-BE49-F238E27FC236}">
                <a16:creationId xmlns:a16="http://schemas.microsoft.com/office/drawing/2014/main" id="{E4A9A079-30C5-4044-C7CD-A6D4A98FF7FD}"/>
              </a:ext>
            </a:extLst>
          </p:cNvPr>
          <p:cNvSpPr txBox="1">
            <a:spLocks/>
          </p:cNvSpPr>
          <p:nvPr/>
        </p:nvSpPr>
        <p:spPr>
          <a:xfrm>
            <a:off x="309880" y="27289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1 :</a:t>
            </a:r>
          </a:p>
        </p:txBody>
      </p:sp>
      <p:sp>
        <p:nvSpPr>
          <p:cNvPr id="7" name="Espace réservé du contenu 2">
            <a:extLst>
              <a:ext uri="{FF2B5EF4-FFF2-40B4-BE49-F238E27FC236}">
                <a16:creationId xmlns:a16="http://schemas.microsoft.com/office/drawing/2014/main" id="{215C5D54-20EE-569F-79E4-43C668381847}"/>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2- Que demandez vous pour confirmer votre diagnostic ?</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Échographie abdominale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ECBU</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IRM abdominale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ASP</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Scanner abdominal</a:t>
            </a:r>
          </a:p>
        </p:txBody>
      </p:sp>
    </p:spTree>
    <p:extLst>
      <p:ext uri="{BB962C8B-B14F-4D97-AF65-F5344CB8AC3E}">
        <p14:creationId xmlns:p14="http://schemas.microsoft.com/office/powerpoint/2010/main" val="12605943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55FA0-96A5-E55D-D295-0825BD908A9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9F16C30-F070-B58A-3C43-46AE2CDC1A6B}"/>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1- Quels sont les éléments, parmi les suivants, faut-il préciser à l’interrogatoire ?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infection ORL récente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Des diarrhées nouvellement apparues</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L’aspect des selles</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L’aspect des urines</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La date des derniers règles (DDR)</a:t>
            </a:r>
          </a:p>
        </p:txBody>
      </p:sp>
      <p:sp>
        <p:nvSpPr>
          <p:cNvPr id="2" name="Espace réservé du contenu 2">
            <a:extLst>
              <a:ext uri="{FF2B5EF4-FFF2-40B4-BE49-F238E27FC236}">
                <a16:creationId xmlns:a16="http://schemas.microsoft.com/office/drawing/2014/main" id="{7ACD7141-714B-8E10-AA85-151FBA841304}"/>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Une jeune fille de 26 ans, consulte aux urgences pour douleur abdominale évoluant depuis 24 heures sans signes urinaires.</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A l’examen: température = 37.4°C, sensibilité à la palpation de la FID.</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Le bilan biologique : GB = 11000, CRP = 10.</a:t>
            </a:r>
          </a:p>
        </p:txBody>
      </p:sp>
      <p:sp>
        <p:nvSpPr>
          <p:cNvPr id="4" name="Espace réservé du contenu 2">
            <a:extLst>
              <a:ext uri="{FF2B5EF4-FFF2-40B4-BE49-F238E27FC236}">
                <a16:creationId xmlns:a16="http://schemas.microsoft.com/office/drawing/2014/main" id="{85211578-3ABF-7C64-6801-6F3E956A726C}"/>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2 :</a:t>
            </a:r>
          </a:p>
        </p:txBody>
      </p:sp>
    </p:spTree>
    <p:extLst>
      <p:ext uri="{BB962C8B-B14F-4D97-AF65-F5344CB8AC3E}">
        <p14:creationId xmlns:p14="http://schemas.microsoft.com/office/powerpoint/2010/main" val="31257665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68810-C50A-DE07-F4F7-B5D8BEBA4513}"/>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17F061F-C83F-EE74-2662-2FC2ABE2792B}"/>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1- Quels sont les éléments, parmi les suivants, faut-il préciser à l’interrogatoire ?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infection ORL récente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Des diarrhées nouvellement apparues</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L’aspect des selles</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L’aspect des urines</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La date des derniers règles (DDR)</a:t>
            </a:r>
          </a:p>
        </p:txBody>
      </p:sp>
      <p:sp>
        <p:nvSpPr>
          <p:cNvPr id="2" name="Espace réservé du contenu 2">
            <a:extLst>
              <a:ext uri="{FF2B5EF4-FFF2-40B4-BE49-F238E27FC236}">
                <a16:creationId xmlns:a16="http://schemas.microsoft.com/office/drawing/2014/main" id="{57117F3F-179F-394F-D661-A7492003286A}"/>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Une jeune fille de 26 ans, consulte aux urgences pour douleur abdominale évoluant depuis 24 heures sans signes urinaires.</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A l’examen: température = 37.4°C, sensibilité à la palpation de la FID.</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Le bilan biologique : GB = 11000, CRP = 10.</a:t>
            </a:r>
          </a:p>
        </p:txBody>
      </p:sp>
      <p:sp>
        <p:nvSpPr>
          <p:cNvPr id="4" name="Espace réservé du contenu 2">
            <a:extLst>
              <a:ext uri="{FF2B5EF4-FFF2-40B4-BE49-F238E27FC236}">
                <a16:creationId xmlns:a16="http://schemas.microsoft.com/office/drawing/2014/main" id="{9A44FECD-F7C3-E323-FB3B-B2A5DA025EF2}"/>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2 :</a:t>
            </a:r>
          </a:p>
        </p:txBody>
      </p:sp>
    </p:spTree>
    <p:extLst>
      <p:ext uri="{BB962C8B-B14F-4D97-AF65-F5344CB8AC3E}">
        <p14:creationId xmlns:p14="http://schemas.microsoft.com/office/powerpoint/2010/main" val="11343108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6B079-8A7A-B04C-F6CB-779D5BDAE0E6}"/>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4C28CA3-50B8-7CBC-95C4-803CFF890097}"/>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2- Quel(s) est (sont) le(s) examen(s) complémentaire(s) à demander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ASP</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cœlioscopie exploratrice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échographie abdominale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scanner abdominal</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βHCG</a:t>
            </a:r>
          </a:p>
        </p:txBody>
      </p:sp>
      <p:sp>
        <p:nvSpPr>
          <p:cNvPr id="2" name="Espace réservé du contenu 2">
            <a:extLst>
              <a:ext uri="{FF2B5EF4-FFF2-40B4-BE49-F238E27FC236}">
                <a16:creationId xmlns:a16="http://schemas.microsoft.com/office/drawing/2014/main" id="{9FDC950C-E9C0-3805-B627-CFED01800C3D}"/>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Une jeune fille de 26 ans, consulte aux urgences pour douleur abdominale évoluant depuis 24 heures sans signes urinaires.</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A l’examen: température = 37.4°C, sensibilité à la palpation de la FID.</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Le bilan biologique : GB = 11000, CRP = 10.</a:t>
            </a:r>
          </a:p>
        </p:txBody>
      </p:sp>
      <p:sp>
        <p:nvSpPr>
          <p:cNvPr id="4" name="Espace réservé du contenu 2">
            <a:extLst>
              <a:ext uri="{FF2B5EF4-FFF2-40B4-BE49-F238E27FC236}">
                <a16:creationId xmlns:a16="http://schemas.microsoft.com/office/drawing/2014/main" id="{E486C4D1-390C-265A-2830-CA1BEF3BB34B}"/>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2 :</a:t>
            </a:r>
          </a:p>
        </p:txBody>
      </p:sp>
    </p:spTree>
    <p:extLst>
      <p:ext uri="{BB962C8B-B14F-4D97-AF65-F5344CB8AC3E}">
        <p14:creationId xmlns:p14="http://schemas.microsoft.com/office/powerpoint/2010/main" val="27908283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FBEB5-D367-E2A9-626E-68FF5ACF471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0BDEB8E-7A83-CAB7-68EE-44FD59AFDF75}"/>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2- Quel(s) est (sont) le(s) examen(s) complémentaire(s) à demander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ASP</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cœlioscopie exploratrice</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Une échographie abdominale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scanner abdominal</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Une βHCG</a:t>
            </a:r>
          </a:p>
        </p:txBody>
      </p:sp>
      <p:sp>
        <p:nvSpPr>
          <p:cNvPr id="2" name="Espace réservé du contenu 2">
            <a:extLst>
              <a:ext uri="{FF2B5EF4-FFF2-40B4-BE49-F238E27FC236}">
                <a16:creationId xmlns:a16="http://schemas.microsoft.com/office/drawing/2014/main" id="{5AED3E08-2171-74E7-BBF1-30BA8A3605E1}"/>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Une jeune fille de 26 ans, consulte aux urgences pour douleur abdominale évoluant depuis 24 heures sans signes urinaires.</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A l’examen: température = 37.4°C, sensibilité à la palpation de la FID.</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Le bilan biologique : GB = 11000, CRP = 10.</a:t>
            </a:r>
          </a:p>
        </p:txBody>
      </p:sp>
      <p:sp>
        <p:nvSpPr>
          <p:cNvPr id="4" name="Espace réservé du contenu 2">
            <a:extLst>
              <a:ext uri="{FF2B5EF4-FFF2-40B4-BE49-F238E27FC236}">
                <a16:creationId xmlns:a16="http://schemas.microsoft.com/office/drawing/2014/main" id="{E5720FB6-F4C5-6238-F7D8-2CE2FE8C91E4}"/>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2 :</a:t>
            </a:r>
          </a:p>
        </p:txBody>
      </p:sp>
    </p:spTree>
    <p:extLst>
      <p:ext uri="{BB962C8B-B14F-4D97-AF65-F5344CB8AC3E}">
        <p14:creationId xmlns:p14="http://schemas.microsoft.com/office/powerpoint/2010/main" val="40322677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3CF83-8DE6-E699-093B-A089425A362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8C8EE7A-D21D-C2E3-F016-9A25206616AA}"/>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1- Quel(s) est (sont) le(s) diagnostic(s) que vous suspectez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appendicite aigüe sous hépatique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abcès hépatique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angiocholite aigüe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ulcère duodénal hyperalgique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cholécystite aigüe</a:t>
            </a:r>
          </a:p>
        </p:txBody>
      </p:sp>
      <p:sp>
        <p:nvSpPr>
          <p:cNvPr id="2" name="Espace réservé du contenu 2">
            <a:extLst>
              <a:ext uri="{FF2B5EF4-FFF2-40B4-BE49-F238E27FC236}">
                <a16:creationId xmlns:a16="http://schemas.microsoft.com/office/drawing/2014/main" id="{4CF65FA1-364B-6BFE-DCC1-038649426749}"/>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 homme de 36 ans, sans antécédents particuliers, consulte pour des douleurs de l'hypochondre droit évoluant depuis 2 jours avec des vomissements sans ictère.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température= 38.2°C, défense de l'hypochondre droit, le reste le l'abdomen est</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souple dépressible.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biologie : GB = 14 500, CRP= 60, le bilan hépatique est correct</a:t>
            </a:r>
          </a:p>
        </p:txBody>
      </p:sp>
      <p:sp>
        <p:nvSpPr>
          <p:cNvPr id="4" name="Espace réservé du contenu 2">
            <a:extLst>
              <a:ext uri="{FF2B5EF4-FFF2-40B4-BE49-F238E27FC236}">
                <a16:creationId xmlns:a16="http://schemas.microsoft.com/office/drawing/2014/main" id="{4FF8FC5A-9121-F036-3932-4DC86581CD35}"/>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3 :</a:t>
            </a:r>
          </a:p>
        </p:txBody>
      </p:sp>
    </p:spTree>
    <p:extLst>
      <p:ext uri="{BB962C8B-B14F-4D97-AF65-F5344CB8AC3E}">
        <p14:creationId xmlns:p14="http://schemas.microsoft.com/office/powerpoint/2010/main" val="24203174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03EF6-E2E3-F62C-F2D1-78A970B6EA1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904E6B8-98AB-4881-DA39-6FFAFC392034}"/>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1- Quel(s) est (sont) le(s) diagnostic(s) que vous suspectez :</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Une appendicite aigüe sous hépatique</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 abcès hépatique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angiocholite aigüe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ulcère duodénal hyperalgique</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Une cholécystite aigüe</a:t>
            </a:r>
          </a:p>
        </p:txBody>
      </p:sp>
      <p:sp>
        <p:nvSpPr>
          <p:cNvPr id="2" name="Espace réservé du contenu 2">
            <a:extLst>
              <a:ext uri="{FF2B5EF4-FFF2-40B4-BE49-F238E27FC236}">
                <a16:creationId xmlns:a16="http://schemas.microsoft.com/office/drawing/2014/main" id="{45B03A90-0E59-DEDD-8B3E-6624B0C67605}"/>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 homme de 36 ans, sans antécédents particuliers, consulte pour des douleurs de l'hypochondre droit évoluant depuis 2 jours avec des vomissements sans ictère.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température= 38.2°C, défense de l'hypochondre droit, le reste le l'abdomen est</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souple dépressible.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biologie : GB = 14 500, CRP= 60, le bilan hépatique est correct</a:t>
            </a:r>
          </a:p>
        </p:txBody>
      </p:sp>
      <p:sp>
        <p:nvSpPr>
          <p:cNvPr id="4" name="Espace réservé du contenu 2">
            <a:extLst>
              <a:ext uri="{FF2B5EF4-FFF2-40B4-BE49-F238E27FC236}">
                <a16:creationId xmlns:a16="http://schemas.microsoft.com/office/drawing/2014/main" id="{101D6F39-5366-490A-2C1C-67715260BA4A}"/>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3 :</a:t>
            </a:r>
          </a:p>
        </p:txBody>
      </p:sp>
    </p:spTree>
    <p:extLst>
      <p:ext uri="{BB962C8B-B14F-4D97-AF65-F5344CB8AC3E}">
        <p14:creationId xmlns:p14="http://schemas.microsoft.com/office/powerpoint/2010/main" val="26527725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1B2B-63EE-3065-4983-46974164119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A799FFF-D25D-61AC-BD52-31C601992CB3}"/>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2- Quel est le premier examen complémentaire à demander ?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IRM abdominale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ASP</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angioscanner hépatique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échographie abdominale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FOGD</a:t>
            </a:r>
          </a:p>
        </p:txBody>
      </p:sp>
      <p:sp>
        <p:nvSpPr>
          <p:cNvPr id="2" name="Espace réservé du contenu 2">
            <a:extLst>
              <a:ext uri="{FF2B5EF4-FFF2-40B4-BE49-F238E27FC236}">
                <a16:creationId xmlns:a16="http://schemas.microsoft.com/office/drawing/2014/main" id="{FF0FD41C-BFE4-F579-44F7-03EBC54BEE88}"/>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 homme de 36 ans, sans antécédents particuliers, consulte pour des douleurs de l'hypochondre droit évoluant depuis 2 jours avec des vomissements sans ictère.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température= 38.2°C, défense de l'hypochondre droit, le reste le l'abdomen est</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souple dépressible.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biologie : GB = 14 500, CRP= 60, le bilan hépatique est correct</a:t>
            </a:r>
          </a:p>
        </p:txBody>
      </p:sp>
      <p:sp>
        <p:nvSpPr>
          <p:cNvPr id="4" name="Espace réservé du contenu 2">
            <a:extLst>
              <a:ext uri="{FF2B5EF4-FFF2-40B4-BE49-F238E27FC236}">
                <a16:creationId xmlns:a16="http://schemas.microsoft.com/office/drawing/2014/main" id="{DBE4AB2D-01A2-3385-9587-DCED532A6EB5}"/>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3 :</a:t>
            </a:r>
          </a:p>
        </p:txBody>
      </p:sp>
    </p:spTree>
    <p:extLst>
      <p:ext uri="{BB962C8B-B14F-4D97-AF65-F5344CB8AC3E}">
        <p14:creationId xmlns:p14="http://schemas.microsoft.com/office/powerpoint/2010/main" val="5499094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3F697-0345-B20D-B482-78AA06622155}"/>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6875019-7FE7-CF7A-986F-F2F5CEC250B6}"/>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2- Quel est le premier examen complémentaire à demander ?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IRM abdominale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ASP</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angioscanner hépatique</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Une échographie abdominale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FOGD</a:t>
            </a:r>
          </a:p>
        </p:txBody>
      </p:sp>
      <p:sp>
        <p:nvSpPr>
          <p:cNvPr id="2" name="Espace réservé du contenu 2">
            <a:extLst>
              <a:ext uri="{FF2B5EF4-FFF2-40B4-BE49-F238E27FC236}">
                <a16:creationId xmlns:a16="http://schemas.microsoft.com/office/drawing/2014/main" id="{98490D65-2626-7BBF-3AB7-065C46DF0E90}"/>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 homme de 36 ans, sans antécédents particuliers, consulte pour des douleurs de l'hypochondre droit évoluant depuis 2 jours avec des vomissements sans ictère.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température= 38.2°C, défense de l'hypochondre droit, le reste le l'abdomen est</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souple dépressible.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biologie : GB = 14 500, CRP= 60, le bilan hépatique est correct</a:t>
            </a:r>
          </a:p>
        </p:txBody>
      </p:sp>
      <p:sp>
        <p:nvSpPr>
          <p:cNvPr id="4" name="Espace réservé du contenu 2">
            <a:extLst>
              <a:ext uri="{FF2B5EF4-FFF2-40B4-BE49-F238E27FC236}">
                <a16:creationId xmlns:a16="http://schemas.microsoft.com/office/drawing/2014/main" id="{BD955096-8BFF-B340-BE6A-471AD9614010}"/>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3 :</a:t>
            </a:r>
          </a:p>
        </p:txBody>
      </p:sp>
    </p:spTree>
    <p:extLst>
      <p:ext uri="{BB962C8B-B14F-4D97-AF65-F5344CB8AC3E}">
        <p14:creationId xmlns:p14="http://schemas.microsoft.com/office/powerpoint/2010/main" val="27052207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E5E46-01B2-6AF2-7164-C483D398689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A9712B8-4971-9E63-ADEC-DA5F04B8792E}"/>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1- Parmi les suivants, quels sont les diagnostics à évoquer devant ce tableau clinique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Gastroentérite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Cystite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Pyélonéphrite aigüe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Appendicite aigüe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Diverticulite caecale</a:t>
            </a:r>
          </a:p>
        </p:txBody>
      </p:sp>
      <p:sp>
        <p:nvSpPr>
          <p:cNvPr id="2" name="Espace réservé du contenu 2">
            <a:extLst>
              <a:ext uri="{FF2B5EF4-FFF2-40B4-BE49-F238E27FC236}">
                <a16:creationId xmlns:a16="http://schemas.microsoft.com/office/drawing/2014/main" id="{3C5F7708-B000-EAE8-64AA-8725032C7A7D}"/>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Patient âgé de 12 ans ramené aux urgences par ses parents pour douleur de la FID, nausées et deux épisodes diarrhéiques.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T° = 38,2°, gorge propre, auscultation pulmonaire normale, abdomen souple avec une sensibilité de la FID</a:t>
            </a:r>
          </a:p>
        </p:txBody>
      </p:sp>
      <p:sp>
        <p:nvSpPr>
          <p:cNvPr id="4" name="Espace réservé du contenu 2">
            <a:extLst>
              <a:ext uri="{FF2B5EF4-FFF2-40B4-BE49-F238E27FC236}">
                <a16:creationId xmlns:a16="http://schemas.microsoft.com/office/drawing/2014/main" id="{BBBFDDE3-7556-9B81-46A1-EFCB7DE1DC57}"/>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4 :</a:t>
            </a:r>
          </a:p>
        </p:txBody>
      </p:sp>
    </p:spTree>
    <p:extLst>
      <p:ext uri="{BB962C8B-B14F-4D97-AF65-F5344CB8AC3E}">
        <p14:creationId xmlns:p14="http://schemas.microsoft.com/office/powerpoint/2010/main" val="23477409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35C9B-314B-96BB-A5D4-945016C03A9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BED20E1-37FD-2E8D-FEB6-B4E62C6D5C41}"/>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1- Parmi les suivants, quels sont les diagnostics à évoquer devant ce tableau clinique :</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Gastroentérite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Cystite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Pyélonéphrite aigüe</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Appendicite aigüe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Diverticulite caecale</a:t>
            </a:r>
          </a:p>
        </p:txBody>
      </p:sp>
      <p:sp>
        <p:nvSpPr>
          <p:cNvPr id="2" name="Espace réservé du contenu 2">
            <a:extLst>
              <a:ext uri="{FF2B5EF4-FFF2-40B4-BE49-F238E27FC236}">
                <a16:creationId xmlns:a16="http://schemas.microsoft.com/office/drawing/2014/main" id="{B87757E4-7417-C504-E1EA-AF0D62402F05}"/>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Patient âgé de 12 ans ramené aux urgences par ses parents pour douleur de la FID, nausées et deux épisodes diarrhéiques.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T° = 38,2°, gorge propre, auscultation pulmonaire normale, abdomen souple avec une sensibilité de la FID</a:t>
            </a:r>
          </a:p>
        </p:txBody>
      </p:sp>
      <p:sp>
        <p:nvSpPr>
          <p:cNvPr id="4" name="Espace réservé du contenu 2">
            <a:extLst>
              <a:ext uri="{FF2B5EF4-FFF2-40B4-BE49-F238E27FC236}">
                <a16:creationId xmlns:a16="http://schemas.microsoft.com/office/drawing/2014/main" id="{E5661ADD-8461-36A9-0713-78649BCE5E7C}"/>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4 :</a:t>
            </a:r>
          </a:p>
        </p:txBody>
      </p:sp>
    </p:spTree>
    <p:extLst>
      <p:ext uri="{BB962C8B-B14F-4D97-AF65-F5344CB8AC3E}">
        <p14:creationId xmlns:p14="http://schemas.microsoft.com/office/powerpoint/2010/main" val="40132433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4CAA5-F86B-6272-FD8A-0B9BDC80F4D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3CC2799-392D-B408-D50D-B53B89B45214}"/>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2- Quel est parmi les suivants, le premier examen complémentaire morphologique nécessaire chez ce patient ?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TDM abdominale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Échographie abdominale</a:t>
            </a:r>
          </a:p>
          <a:p>
            <a:pPr marL="514350" indent="-422275">
              <a:buFont typeface="+mj-lt"/>
              <a:buAutoNum type="alphaUcPeriod"/>
            </a:pPr>
            <a:r>
              <a:rPr lang="fr-FR" sz="2400" dirty="0" err="1">
                <a:latin typeface="Calibri" panose="020F0502020204030204" pitchFamily="34" charset="0"/>
                <a:ea typeface="Calibri" panose="020F0502020204030204" pitchFamily="34" charset="0"/>
                <a:cs typeface="Calibri" panose="020F0502020204030204" pitchFamily="34" charset="0"/>
              </a:rPr>
              <a:t>Entéroscanner</a:t>
            </a:r>
            <a:endParaRPr lang="fr-FR" sz="2400" dirty="0">
              <a:latin typeface="Calibri" panose="020F0502020204030204" pitchFamily="34" charset="0"/>
              <a:ea typeface="Calibri" panose="020F0502020204030204" pitchFamily="34" charset="0"/>
              <a:cs typeface="Calibri" panose="020F0502020204030204" pitchFamily="34" charset="0"/>
            </a:endParaRP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ASP</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AUSP</a:t>
            </a:r>
          </a:p>
        </p:txBody>
      </p:sp>
      <p:sp>
        <p:nvSpPr>
          <p:cNvPr id="2" name="Espace réservé du contenu 2">
            <a:extLst>
              <a:ext uri="{FF2B5EF4-FFF2-40B4-BE49-F238E27FC236}">
                <a16:creationId xmlns:a16="http://schemas.microsoft.com/office/drawing/2014/main" id="{DF33EADD-4166-148A-4464-102F94BD73B6}"/>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Patient âgé de 12 ans ramené aux urgences par ses parents pour douleur de la FID, nausées et deux épisodes diarrhéiques.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T° = 38,2°, gorge propre, auscultation pulmonaire normale, abdomen souple avec une sensibilité de la FID</a:t>
            </a:r>
          </a:p>
        </p:txBody>
      </p:sp>
      <p:sp>
        <p:nvSpPr>
          <p:cNvPr id="4" name="Espace réservé du contenu 2">
            <a:extLst>
              <a:ext uri="{FF2B5EF4-FFF2-40B4-BE49-F238E27FC236}">
                <a16:creationId xmlns:a16="http://schemas.microsoft.com/office/drawing/2014/main" id="{7C87DC43-85C8-21B1-872B-6E0252ED2D7B}"/>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4 :</a:t>
            </a:r>
          </a:p>
        </p:txBody>
      </p:sp>
    </p:spTree>
    <p:extLst>
      <p:ext uri="{BB962C8B-B14F-4D97-AF65-F5344CB8AC3E}">
        <p14:creationId xmlns:p14="http://schemas.microsoft.com/office/powerpoint/2010/main" val="21623103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9FF1C-6D86-C4B4-B33D-C79D28AC090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572A964-AC0E-B780-F04F-ED218002BA7E}"/>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2- Quel est parmi les suivants, le premier examen complémentaire morphologique nécessaire chez ce patient ?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TDM abdominale</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Échographie abdominale</a:t>
            </a:r>
          </a:p>
          <a:p>
            <a:pPr marL="514350" indent="-422275">
              <a:buFont typeface="+mj-lt"/>
              <a:buAutoNum type="alphaUcPeriod"/>
            </a:pPr>
            <a:r>
              <a:rPr lang="fr-FR" sz="2400" dirty="0" err="1">
                <a:latin typeface="Calibri" panose="020F0502020204030204" pitchFamily="34" charset="0"/>
                <a:ea typeface="Calibri" panose="020F0502020204030204" pitchFamily="34" charset="0"/>
                <a:cs typeface="Calibri" panose="020F0502020204030204" pitchFamily="34" charset="0"/>
              </a:rPr>
              <a:t>Entéroscanner</a:t>
            </a:r>
            <a:endParaRPr lang="fr-FR" sz="2400" dirty="0">
              <a:latin typeface="Calibri" panose="020F0502020204030204" pitchFamily="34" charset="0"/>
              <a:ea typeface="Calibri" panose="020F0502020204030204" pitchFamily="34" charset="0"/>
              <a:cs typeface="Calibri" panose="020F0502020204030204" pitchFamily="34" charset="0"/>
            </a:endParaRP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ASP</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AUSP</a:t>
            </a:r>
          </a:p>
        </p:txBody>
      </p:sp>
      <p:sp>
        <p:nvSpPr>
          <p:cNvPr id="2" name="Espace réservé du contenu 2">
            <a:extLst>
              <a:ext uri="{FF2B5EF4-FFF2-40B4-BE49-F238E27FC236}">
                <a16:creationId xmlns:a16="http://schemas.microsoft.com/office/drawing/2014/main" id="{0D869306-8604-6513-4E7F-0CA0820E615E}"/>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Patient âgé de 12 ans ramené aux urgences par ses parents pour douleur de la FID, nausées et deux épisodes diarrhéiques.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T° = 38,2°, gorge propre, auscultation pulmonaire normale, abdomen souple avec une sensibilité de la FID</a:t>
            </a:r>
          </a:p>
        </p:txBody>
      </p:sp>
      <p:sp>
        <p:nvSpPr>
          <p:cNvPr id="4" name="Espace réservé du contenu 2">
            <a:extLst>
              <a:ext uri="{FF2B5EF4-FFF2-40B4-BE49-F238E27FC236}">
                <a16:creationId xmlns:a16="http://schemas.microsoft.com/office/drawing/2014/main" id="{9B94224B-E328-3298-CAB6-DAD364381259}"/>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4 :</a:t>
            </a:r>
          </a:p>
        </p:txBody>
      </p:sp>
    </p:spTree>
    <p:extLst>
      <p:ext uri="{BB962C8B-B14F-4D97-AF65-F5344CB8AC3E}">
        <p14:creationId xmlns:p14="http://schemas.microsoft.com/office/powerpoint/2010/main" val="40117330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10F17-29A4-7639-2B12-2E7E0983662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4BEE028-35A7-53E3-8D59-3BC45D7A42ED}"/>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1- Le tableau clinique présenté par la patiente peut cadrer avec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GEU</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Infection génitale haute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ovulation douloureuse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appendicite aigüe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cystite</a:t>
            </a:r>
          </a:p>
        </p:txBody>
      </p:sp>
      <p:sp>
        <p:nvSpPr>
          <p:cNvPr id="2" name="Espace réservé du contenu 2">
            <a:extLst>
              <a:ext uri="{FF2B5EF4-FFF2-40B4-BE49-F238E27FC236}">
                <a16:creationId xmlns:a16="http://schemas.microsoft.com/office/drawing/2014/main" id="{4E898517-255D-E124-598F-2988BF060BE0}"/>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Patiente âgée de 26 ans, sans antécédents particuliers, consulte aux urgences pour douleur abdomino-pelvienne évoluant depuis 24 heures avec vomissements et brûlures mictionnelles.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La DDR remonte à 28 jours.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T°= 37.7 °C, sensibilité hypogastrique plus marquée à droite. Le TR est douloureux.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biologie : GB = 11000 EB/mm3, CRP = 20, Hb = 9g/dl </a:t>
            </a:r>
          </a:p>
        </p:txBody>
      </p:sp>
      <p:sp>
        <p:nvSpPr>
          <p:cNvPr id="4" name="Espace réservé du contenu 2">
            <a:extLst>
              <a:ext uri="{FF2B5EF4-FFF2-40B4-BE49-F238E27FC236}">
                <a16:creationId xmlns:a16="http://schemas.microsoft.com/office/drawing/2014/main" id="{B89E3570-6BA6-18B5-FE9A-91C5C476B70B}"/>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5 :</a:t>
            </a:r>
          </a:p>
        </p:txBody>
      </p:sp>
    </p:spTree>
    <p:extLst>
      <p:ext uri="{BB962C8B-B14F-4D97-AF65-F5344CB8AC3E}">
        <p14:creationId xmlns:p14="http://schemas.microsoft.com/office/powerpoint/2010/main" val="7842840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D375D-F658-1306-1DBE-D82FC599270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90AACC8-85F0-3826-DA1F-5C00941DDE83}"/>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1- Le tableau clinique présenté par la patiente peut cadrer avec :</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Une GEU</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Une Infection génitale haute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ovulation douloureuse</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Une appendicite aigüe</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Une cystite</a:t>
            </a:r>
          </a:p>
        </p:txBody>
      </p:sp>
      <p:sp>
        <p:nvSpPr>
          <p:cNvPr id="2" name="Espace réservé du contenu 2">
            <a:extLst>
              <a:ext uri="{FF2B5EF4-FFF2-40B4-BE49-F238E27FC236}">
                <a16:creationId xmlns:a16="http://schemas.microsoft.com/office/drawing/2014/main" id="{59C14B51-8EB3-7B40-1DF1-BBBC87F6DB70}"/>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Patiente âgée de 26 ans, sans antécédents particuliers, consulte aux urgences pour douleur abdomino-pelvienne évoluant depuis 24 heures avec vomissements et brûlures mictionnelles.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La DDR remonte à 28 jours.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T°= 37.7 °C, sensibilité hypogastrique plus marquée à droite. Le TR est douloureux.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biologie : GB = 11000 EB/mm3, CRP = 20, Hb = 9g/dl </a:t>
            </a:r>
          </a:p>
        </p:txBody>
      </p:sp>
      <p:sp>
        <p:nvSpPr>
          <p:cNvPr id="4" name="Espace réservé du contenu 2">
            <a:extLst>
              <a:ext uri="{FF2B5EF4-FFF2-40B4-BE49-F238E27FC236}">
                <a16:creationId xmlns:a16="http://schemas.microsoft.com/office/drawing/2014/main" id="{25942797-C702-95B1-71E4-7B34E8C783E9}"/>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5 :</a:t>
            </a:r>
          </a:p>
        </p:txBody>
      </p:sp>
    </p:spTree>
    <p:extLst>
      <p:ext uri="{BB962C8B-B14F-4D97-AF65-F5344CB8AC3E}">
        <p14:creationId xmlns:p14="http://schemas.microsoft.com/office/powerpoint/2010/main" val="42113197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E27E-878C-2F2D-8AB3-5E37718B55D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AAABD19-5D51-E750-146B-21207D9D515F}"/>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2- Les explorations à demander à ce stade peuvent inclure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IRM abdomino-pelvienne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coelioscopie diagnostique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dosage de βHCG</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échographie abdomino-pelvienne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examen aux bandelettes urinaires</a:t>
            </a:r>
          </a:p>
        </p:txBody>
      </p:sp>
      <p:sp>
        <p:nvSpPr>
          <p:cNvPr id="2" name="Espace réservé du contenu 2">
            <a:extLst>
              <a:ext uri="{FF2B5EF4-FFF2-40B4-BE49-F238E27FC236}">
                <a16:creationId xmlns:a16="http://schemas.microsoft.com/office/drawing/2014/main" id="{DF468A63-58E9-9339-6F78-863F168F0EA7}"/>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Patiente âgée de 26 ans, sans antécédents particuliers, consulte aux urgences pour douleur abdomino-pelvienne évoluant depuis 24 heures avec vomissements et brûlures mictionnelles.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La DDR remonte à 28 jours.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T°= 37.7 °C, sensibilité hypogastrique plus marquée à droite. Le TR est douloureux.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biologie : GB = 11000 EB/mm3, CRP = 20, Hb = 9g/dl </a:t>
            </a:r>
          </a:p>
        </p:txBody>
      </p:sp>
      <p:sp>
        <p:nvSpPr>
          <p:cNvPr id="4" name="Espace réservé du contenu 2">
            <a:extLst>
              <a:ext uri="{FF2B5EF4-FFF2-40B4-BE49-F238E27FC236}">
                <a16:creationId xmlns:a16="http://schemas.microsoft.com/office/drawing/2014/main" id="{EDD0B8BB-1317-7B02-D3BC-B91B8BE20D29}"/>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5 :</a:t>
            </a:r>
          </a:p>
        </p:txBody>
      </p:sp>
    </p:spTree>
    <p:extLst>
      <p:ext uri="{BB962C8B-B14F-4D97-AF65-F5344CB8AC3E}">
        <p14:creationId xmlns:p14="http://schemas.microsoft.com/office/powerpoint/2010/main" val="39585639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21C59-94DD-3F85-BBBD-7B3511F896A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4F89E21-1877-6C7E-166E-9BF0CABCE561}"/>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2- Les explorations à demander à ce stade peuvent inclure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IRM abdomino-pelvienne</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Une coelioscopie diagnostique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dosage de βHCG</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Une échographie abdomino-pelvienne</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 examen aux bandelettes urinaires</a:t>
            </a:r>
          </a:p>
        </p:txBody>
      </p:sp>
      <p:sp>
        <p:nvSpPr>
          <p:cNvPr id="2" name="Espace réservé du contenu 2">
            <a:extLst>
              <a:ext uri="{FF2B5EF4-FFF2-40B4-BE49-F238E27FC236}">
                <a16:creationId xmlns:a16="http://schemas.microsoft.com/office/drawing/2014/main" id="{C49F28CB-59D4-7889-02B3-6D4F21F8A02D}"/>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Patiente âgée de 26 ans, sans antécédents particuliers, consulte aux urgences pour douleur abdomino-pelvienne évoluant depuis 24 heures avec vomissements et brûlures mictionnelles.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La DDR remonte à 28 jours.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T°= 37.7 °C, sensibilité hypogastrique plus marquée à droite. Le TR est douloureux.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biologie : GB = 11000 EB/mm3, CRP = 20, Hb = 9g/dl </a:t>
            </a:r>
          </a:p>
        </p:txBody>
      </p:sp>
      <p:sp>
        <p:nvSpPr>
          <p:cNvPr id="4" name="Espace réservé du contenu 2">
            <a:extLst>
              <a:ext uri="{FF2B5EF4-FFF2-40B4-BE49-F238E27FC236}">
                <a16:creationId xmlns:a16="http://schemas.microsoft.com/office/drawing/2014/main" id="{3FBEEAEB-97B8-776F-2C27-9B8B7965C24B}"/>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5 :</a:t>
            </a:r>
          </a:p>
        </p:txBody>
      </p:sp>
    </p:spTree>
    <p:extLst>
      <p:ext uri="{BB962C8B-B14F-4D97-AF65-F5344CB8AC3E}">
        <p14:creationId xmlns:p14="http://schemas.microsoft.com/office/powerpoint/2010/main" val="35676366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6B7AD-FEFA-88EC-5C38-48DD2DB4442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8F638CB-53C0-2DDC-7E58-BB6523176C55}"/>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3- Les examens biologiques demandés sont normaux, les examens morphologiques sont non concluants, quels sont les diagnostic(s) à retenir ?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GEU</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Infection génitale haute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Appendicite aigüe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Cystite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Ovulation douloureuse</a:t>
            </a:r>
          </a:p>
        </p:txBody>
      </p:sp>
      <p:sp>
        <p:nvSpPr>
          <p:cNvPr id="2" name="Espace réservé du contenu 2">
            <a:extLst>
              <a:ext uri="{FF2B5EF4-FFF2-40B4-BE49-F238E27FC236}">
                <a16:creationId xmlns:a16="http://schemas.microsoft.com/office/drawing/2014/main" id="{35EECF3F-F7F7-CFBC-E264-6322C76345EB}"/>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Patiente âgée de 26 ans, sans antécédents particuliers, consulte aux urgences pour douleur abdomino-pelvienne évoluant depuis 24 heures avec vomissements et brûlures mictionnelles.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La DDR remonte à 28 jours.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T°= 37.7 °C, sensibilité hypogastrique plus marquée à droite. Le TR est douloureux.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biologie : GB = 11000 EB/mm3, CRP = 20, Hb = 9g/dl </a:t>
            </a:r>
          </a:p>
        </p:txBody>
      </p:sp>
      <p:sp>
        <p:nvSpPr>
          <p:cNvPr id="4" name="Espace réservé du contenu 2">
            <a:extLst>
              <a:ext uri="{FF2B5EF4-FFF2-40B4-BE49-F238E27FC236}">
                <a16:creationId xmlns:a16="http://schemas.microsoft.com/office/drawing/2014/main" id="{BC9E0ECE-BB90-979D-1ABC-C5A74AF74D22}"/>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5 :</a:t>
            </a:r>
          </a:p>
        </p:txBody>
      </p:sp>
    </p:spTree>
    <p:extLst>
      <p:ext uri="{BB962C8B-B14F-4D97-AF65-F5344CB8AC3E}">
        <p14:creationId xmlns:p14="http://schemas.microsoft.com/office/powerpoint/2010/main" val="33535040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6EB04-05B9-4396-5D93-697B72E5198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7D57802-9BEA-1BF3-1E86-9068EAE8D523}"/>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3- Les examens biologiques demandés sont normaux, les examens morphologiques sont non concluants, quels sont les diagnostic(s) à retenir ?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GEU</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Infection génitale haute</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Appendicite aigüe</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Cystite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Ovulation douloureuse</a:t>
            </a:r>
          </a:p>
        </p:txBody>
      </p:sp>
      <p:sp>
        <p:nvSpPr>
          <p:cNvPr id="2" name="Espace réservé du contenu 2">
            <a:extLst>
              <a:ext uri="{FF2B5EF4-FFF2-40B4-BE49-F238E27FC236}">
                <a16:creationId xmlns:a16="http://schemas.microsoft.com/office/drawing/2014/main" id="{BC980B5C-24FF-990A-1362-DF558DC36CDE}"/>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Patiente âgée de 26 ans, sans antécédents particuliers, consulte aux urgences pour douleur abdomino-pelvienne évoluant depuis 24 heures avec vomissements et brûlures mictionnelles.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La DDR remonte à 28 jours.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T°= 37.7 °C, sensibilité hypogastrique plus marquée à droite. Le TR est douloureux.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biologie : GB = 11000 EB/mm3, CRP = 20, Hb = 9g/dl </a:t>
            </a:r>
          </a:p>
        </p:txBody>
      </p:sp>
      <p:sp>
        <p:nvSpPr>
          <p:cNvPr id="4" name="Espace réservé du contenu 2">
            <a:extLst>
              <a:ext uri="{FF2B5EF4-FFF2-40B4-BE49-F238E27FC236}">
                <a16:creationId xmlns:a16="http://schemas.microsoft.com/office/drawing/2014/main" id="{8F819475-F53D-7149-4F7A-AB6198C8DDF9}"/>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5 :</a:t>
            </a:r>
          </a:p>
        </p:txBody>
      </p:sp>
    </p:spTree>
    <p:extLst>
      <p:ext uri="{BB962C8B-B14F-4D97-AF65-F5344CB8AC3E}">
        <p14:creationId xmlns:p14="http://schemas.microsoft.com/office/powerpoint/2010/main" val="8818320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6EBE-56CA-596E-423E-3A20514E6E7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5A76748-D3C7-4662-E1BD-3948131488BD}"/>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4- Quel autre examen demandez-vous pour établir le diagnostic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Coelioscopie diagnostique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IRM</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Scanner abdominal</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Échographie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ASP</a:t>
            </a:r>
          </a:p>
        </p:txBody>
      </p:sp>
      <p:sp>
        <p:nvSpPr>
          <p:cNvPr id="2" name="Espace réservé du contenu 2">
            <a:extLst>
              <a:ext uri="{FF2B5EF4-FFF2-40B4-BE49-F238E27FC236}">
                <a16:creationId xmlns:a16="http://schemas.microsoft.com/office/drawing/2014/main" id="{F2E33F32-5774-EA30-A6BE-DF5CAF27EF28}"/>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Patiente âgée de 26 ans, sans antécédents particuliers, consulte aux urgences pour douleur abdomino-pelvienne évoluant depuis 24 heures avec vomissements et brûlures mictionnelles.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La DDR remonte à 28 jours.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T°= 37.7 °C, sensibilité hypogastrique plus marquée à droite. Le TR est douloureux.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biologie : GB = 11000 EB/mm3, CRP = 20, Hb = 9g/dl </a:t>
            </a:r>
          </a:p>
        </p:txBody>
      </p:sp>
      <p:sp>
        <p:nvSpPr>
          <p:cNvPr id="4" name="Espace réservé du contenu 2">
            <a:extLst>
              <a:ext uri="{FF2B5EF4-FFF2-40B4-BE49-F238E27FC236}">
                <a16:creationId xmlns:a16="http://schemas.microsoft.com/office/drawing/2014/main" id="{FF1F49D2-5F02-A278-27F4-9327D7F9AF95}"/>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5 :</a:t>
            </a:r>
          </a:p>
        </p:txBody>
      </p:sp>
    </p:spTree>
    <p:extLst>
      <p:ext uri="{BB962C8B-B14F-4D97-AF65-F5344CB8AC3E}">
        <p14:creationId xmlns:p14="http://schemas.microsoft.com/office/powerpoint/2010/main" val="11433509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72A14-0D08-0324-5549-0E1D13CBBE9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A1EC9CF-3AC5-23E9-1DC5-23605D60503D}"/>
              </a:ext>
            </a:extLst>
          </p:cNvPr>
          <p:cNvSpPr>
            <a:spLocks noGrp="1"/>
          </p:cNvSpPr>
          <p:nvPr>
            <p:ph idx="1"/>
          </p:nvPr>
        </p:nvSpPr>
        <p:spPr>
          <a:xfrm>
            <a:off x="477520" y="263525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4- Quel autre examen demandez-vous pour établir le diagnostic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Coelioscopie diagnostique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IRM</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Scanner abdominal</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Échographie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ASP</a:t>
            </a:r>
          </a:p>
        </p:txBody>
      </p:sp>
      <p:sp>
        <p:nvSpPr>
          <p:cNvPr id="2" name="Espace réservé du contenu 2">
            <a:extLst>
              <a:ext uri="{FF2B5EF4-FFF2-40B4-BE49-F238E27FC236}">
                <a16:creationId xmlns:a16="http://schemas.microsoft.com/office/drawing/2014/main" id="{D42E4F7A-80CA-EB26-31E4-DEC04B1857D0}"/>
              </a:ext>
            </a:extLst>
          </p:cNvPr>
          <p:cNvSpPr txBox="1">
            <a:spLocks/>
          </p:cNvSpPr>
          <p:nvPr/>
        </p:nvSpPr>
        <p:spPr>
          <a:xfrm>
            <a:off x="309880" y="937419"/>
            <a:ext cx="11572240" cy="1828165"/>
          </a:xfrm>
          <a:prstGeom prst="rect">
            <a:avLst/>
          </a:prstGeom>
        </p:spPr>
        <p:txBody>
          <a:bodyPr vert="horz" lIns="91440" tIns="45720" rIns="91440" bIns="45720" rtlCol="0" anchor="ctr"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Patiente âgée de 26 ans, sans antécédents particuliers, consulte aux urgences pour douleur abdomino-pelvienne évoluant depuis 24 heures avec vomissements et brûlures mictionnelles.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La DDR remonte à 28 jours.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T°= 37.7 °C, sensibilité hypogastrique plus marquée à droite. Le TR est douloureux.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biologie : GB = 11000 EB/mm3, CRP = 20, Hb = 9g/dl </a:t>
            </a:r>
          </a:p>
        </p:txBody>
      </p:sp>
      <p:sp>
        <p:nvSpPr>
          <p:cNvPr id="4" name="Espace réservé du contenu 2">
            <a:extLst>
              <a:ext uri="{FF2B5EF4-FFF2-40B4-BE49-F238E27FC236}">
                <a16:creationId xmlns:a16="http://schemas.microsoft.com/office/drawing/2014/main" id="{5A205BBA-A627-147F-D2E0-D4E23EA79EF6}"/>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5 :</a:t>
            </a:r>
          </a:p>
        </p:txBody>
      </p:sp>
    </p:spTree>
    <p:extLst>
      <p:ext uri="{BB962C8B-B14F-4D97-AF65-F5344CB8AC3E}">
        <p14:creationId xmlns:p14="http://schemas.microsoft.com/office/powerpoint/2010/main" val="2967316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BCCD8-BE4E-3CBD-2B82-CBAACFEFD2A8}"/>
            </a:ext>
          </a:extLst>
        </p:cNvPr>
        <p:cNvGrpSpPr/>
        <p:nvPr/>
      </p:nvGrpSpPr>
      <p:grpSpPr>
        <a:xfrm>
          <a:off x="0" y="0"/>
          <a:ext cx="0" cy="0"/>
          <a:chOff x="0" y="0"/>
          <a:chExt cx="0" cy="0"/>
        </a:xfrm>
      </p:grpSpPr>
      <p:sp>
        <p:nvSpPr>
          <p:cNvPr id="2" name="Espace réservé du contenu 2">
            <a:extLst>
              <a:ext uri="{FF2B5EF4-FFF2-40B4-BE49-F238E27FC236}">
                <a16:creationId xmlns:a16="http://schemas.microsoft.com/office/drawing/2014/main" id="{9CD3F826-25E4-8D66-6DB0-5B08B53F9601}"/>
              </a:ext>
            </a:extLst>
          </p:cNvPr>
          <p:cNvSpPr txBox="1">
            <a:spLocks/>
          </p:cNvSpPr>
          <p:nvPr/>
        </p:nvSpPr>
        <p:spPr>
          <a:xfrm>
            <a:off x="309880" y="937419"/>
            <a:ext cx="11572240" cy="2384901"/>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Un homme âgé de 34 ans consulte les urgences pour douleurs de la fosse iliaque droite associée à des vomissements depuis 7 jours.</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L'interrogatoire rapporte la notion de prise d'antispasmodique et d'antibiothérapie prescrit par le médecin de famille depuis 5 jours.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l'examen : l'état général conservé, température = 37.2°C, l'état hémodynamique conservé, on palpe au niveau de la fosse iliaque droite une masse de 6 cm de grand axe, peu douloureux qui prend corps avec la paroi abdominale latérale et qui est bien limité en dedans, pas de défense abdominale, le TR est non douloureux.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la biologie : GB = 11 000, Hb = 14g/dl, CRP = 8.</a:t>
            </a:r>
          </a:p>
        </p:txBody>
      </p:sp>
      <p:sp>
        <p:nvSpPr>
          <p:cNvPr id="4" name="Espace réservé du contenu 2">
            <a:extLst>
              <a:ext uri="{FF2B5EF4-FFF2-40B4-BE49-F238E27FC236}">
                <a16:creationId xmlns:a16="http://schemas.microsoft.com/office/drawing/2014/main" id="{CB00FDEE-5B54-8F05-981D-C7377AA2F0CE}"/>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6 :</a:t>
            </a:r>
          </a:p>
        </p:txBody>
      </p:sp>
      <p:sp>
        <p:nvSpPr>
          <p:cNvPr id="8" name="Espace réservé du contenu 2">
            <a:extLst>
              <a:ext uri="{FF2B5EF4-FFF2-40B4-BE49-F238E27FC236}">
                <a16:creationId xmlns:a16="http://schemas.microsoft.com/office/drawing/2014/main" id="{7CA67AB1-ADF4-EADF-9636-93FC8AFD2A6F}"/>
              </a:ext>
            </a:extLst>
          </p:cNvPr>
          <p:cNvSpPr>
            <a:spLocks noGrp="1"/>
          </p:cNvSpPr>
          <p:nvPr>
            <p:ph idx="1"/>
          </p:nvPr>
        </p:nvSpPr>
        <p:spPr>
          <a:xfrm>
            <a:off x="396240" y="4257040"/>
            <a:ext cx="11176000" cy="2313305"/>
          </a:xfrm>
        </p:spPr>
        <p:txBody>
          <a:bodyPr anchor="ctr" anchorCtr="0">
            <a:normAutofit/>
          </a:bodyPr>
          <a:lstStyle/>
          <a:p>
            <a:pPr marL="0" indent="0">
              <a:buNone/>
            </a:pPr>
            <a:r>
              <a:rPr lang="fr-FR" sz="1800" b="1" dirty="0">
                <a:latin typeface="Calibri" panose="020F0502020204030204" pitchFamily="34" charset="0"/>
                <a:ea typeface="Calibri" panose="020F0502020204030204" pitchFamily="34" charset="0"/>
                <a:cs typeface="Calibri" panose="020F0502020204030204" pitchFamily="34" charset="0"/>
              </a:rPr>
              <a:t>1- Quel(s) est (sont) parmi les diagnostics suivants celui (ceux) que vous suspectez ?</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appendicite aigüe</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 plastron appendiculaire</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 abcès appendiculaire</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tumeur caecale infectée</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maladie de Crohn</a:t>
            </a:r>
          </a:p>
        </p:txBody>
      </p:sp>
    </p:spTree>
    <p:extLst>
      <p:ext uri="{BB962C8B-B14F-4D97-AF65-F5344CB8AC3E}">
        <p14:creationId xmlns:p14="http://schemas.microsoft.com/office/powerpoint/2010/main" val="16408147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85259-324B-DE1D-4545-69E0E04EFE38}"/>
            </a:ext>
          </a:extLst>
        </p:cNvPr>
        <p:cNvGrpSpPr/>
        <p:nvPr/>
      </p:nvGrpSpPr>
      <p:grpSpPr>
        <a:xfrm>
          <a:off x="0" y="0"/>
          <a:ext cx="0" cy="0"/>
          <a:chOff x="0" y="0"/>
          <a:chExt cx="0" cy="0"/>
        </a:xfrm>
      </p:grpSpPr>
      <p:sp>
        <p:nvSpPr>
          <p:cNvPr id="2" name="Espace réservé du contenu 2">
            <a:extLst>
              <a:ext uri="{FF2B5EF4-FFF2-40B4-BE49-F238E27FC236}">
                <a16:creationId xmlns:a16="http://schemas.microsoft.com/office/drawing/2014/main" id="{B9B10163-5768-09F6-7ECD-50740EBE8BBA}"/>
              </a:ext>
            </a:extLst>
          </p:cNvPr>
          <p:cNvSpPr txBox="1">
            <a:spLocks/>
          </p:cNvSpPr>
          <p:nvPr/>
        </p:nvSpPr>
        <p:spPr>
          <a:xfrm>
            <a:off x="309880" y="937419"/>
            <a:ext cx="11572240" cy="2384901"/>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Un homme âgé de 34 ans consulte les urgences pour douleurs de la fosse iliaque droite associée à des vomissements depuis 7 jours.</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L'interrogatoire rapporte la notion de prise d'antispasmodique et d'antibiothérapie prescrit par le médecin de famille depuis 5 jours.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l'examen : l'état général conservé, température = 37.2°C, l'état hémodynamique conservé, on palpe au niveau de la fosse iliaque droite une masse de 6 cm de grand axe, peu douloureux qui prend corps avec la paroi abdominale latérale et qui est bien limité en dedans, pas de défense abdominale, le TR est non douloureux.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la biologie : GB = 11 000, Hb = 14g/dl, CRP = 8.</a:t>
            </a:r>
          </a:p>
        </p:txBody>
      </p:sp>
      <p:sp>
        <p:nvSpPr>
          <p:cNvPr id="4" name="Espace réservé du contenu 2">
            <a:extLst>
              <a:ext uri="{FF2B5EF4-FFF2-40B4-BE49-F238E27FC236}">
                <a16:creationId xmlns:a16="http://schemas.microsoft.com/office/drawing/2014/main" id="{39D0E271-D002-02B5-54DD-891D929B10CE}"/>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6 :</a:t>
            </a:r>
          </a:p>
        </p:txBody>
      </p:sp>
      <p:sp>
        <p:nvSpPr>
          <p:cNvPr id="8" name="Espace réservé du contenu 2">
            <a:extLst>
              <a:ext uri="{FF2B5EF4-FFF2-40B4-BE49-F238E27FC236}">
                <a16:creationId xmlns:a16="http://schemas.microsoft.com/office/drawing/2014/main" id="{34E72D71-7983-E9B1-31E0-8DEB955785A7}"/>
              </a:ext>
            </a:extLst>
          </p:cNvPr>
          <p:cNvSpPr>
            <a:spLocks noGrp="1"/>
          </p:cNvSpPr>
          <p:nvPr>
            <p:ph idx="1"/>
          </p:nvPr>
        </p:nvSpPr>
        <p:spPr>
          <a:xfrm>
            <a:off x="396240" y="4257040"/>
            <a:ext cx="11176000" cy="2313305"/>
          </a:xfrm>
        </p:spPr>
        <p:txBody>
          <a:bodyPr anchor="ctr" anchorCtr="0">
            <a:normAutofit/>
          </a:bodyPr>
          <a:lstStyle/>
          <a:p>
            <a:pPr marL="0" indent="0">
              <a:buNone/>
            </a:pPr>
            <a:r>
              <a:rPr lang="fr-FR" sz="1800" b="1" dirty="0">
                <a:latin typeface="Calibri" panose="020F0502020204030204" pitchFamily="34" charset="0"/>
                <a:ea typeface="Calibri" panose="020F0502020204030204" pitchFamily="34" charset="0"/>
                <a:cs typeface="Calibri" panose="020F0502020204030204" pitchFamily="34" charset="0"/>
              </a:rPr>
              <a:t>1- Quel(s) est (sont) parmi les diagnostics suivants celui (ceux) que vous suspectez ?</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appendicite aigüe</a:t>
            </a:r>
          </a:p>
          <a:p>
            <a:pPr marL="514350" indent="-331788">
              <a:buFont typeface="+mj-lt"/>
              <a:buAutoNum type="alphaUcPeriod"/>
            </a:pPr>
            <a:r>
              <a:rPr lang="fr-FR" sz="1800" dirty="0">
                <a:solidFill>
                  <a:srgbClr val="FF0000"/>
                </a:solidFill>
                <a:latin typeface="Calibri" panose="020F0502020204030204" pitchFamily="34" charset="0"/>
                <a:ea typeface="Calibri" panose="020F0502020204030204" pitchFamily="34" charset="0"/>
                <a:cs typeface="Calibri" panose="020F0502020204030204" pitchFamily="34" charset="0"/>
              </a:rPr>
              <a:t>Un plastron appendiculaire</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 abcès appendiculaire</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tumeur caecale infectée</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maladie de Crohn</a:t>
            </a:r>
          </a:p>
        </p:txBody>
      </p:sp>
    </p:spTree>
    <p:extLst>
      <p:ext uri="{BB962C8B-B14F-4D97-AF65-F5344CB8AC3E}">
        <p14:creationId xmlns:p14="http://schemas.microsoft.com/office/powerpoint/2010/main" val="28569672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D2F04-8E2F-F1FF-96AC-236E1C1F14DB}"/>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E7F1818-EC65-95C2-81FE-3A72201BAE2D}"/>
              </a:ext>
            </a:extLst>
          </p:cNvPr>
          <p:cNvSpPr>
            <a:spLocks noGrp="1"/>
          </p:cNvSpPr>
          <p:nvPr>
            <p:ph idx="1"/>
          </p:nvPr>
        </p:nvSpPr>
        <p:spPr>
          <a:xfrm>
            <a:off x="508000" y="4257040"/>
            <a:ext cx="11176000" cy="2313305"/>
          </a:xfrm>
        </p:spPr>
        <p:txBody>
          <a:bodyPr anchor="ctr" anchorCtr="0">
            <a:normAutofit/>
          </a:bodyPr>
          <a:lstStyle/>
          <a:p>
            <a:pPr marL="0" indent="0">
              <a:buNone/>
            </a:pPr>
            <a:r>
              <a:rPr lang="fr-FR" sz="1800" b="1" dirty="0">
                <a:latin typeface="Calibri" panose="020F0502020204030204" pitchFamily="34" charset="0"/>
                <a:ea typeface="Calibri" panose="020F0502020204030204" pitchFamily="34" charset="0"/>
                <a:cs typeface="Calibri" panose="020F0502020204030204" pitchFamily="34" charset="0"/>
              </a:rPr>
              <a:t>2- Quel examen permet de confirmer votre diagnostic ?</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IRM abdominale</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 scanner abdominal</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 ASP</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échographie abdominale</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coloscopie</a:t>
            </a:r>
          </a:p>
        </p:txBody>
      </p:sp>
      <p:sp>
        <p:nvSpPr>
          <p:cNvPr id="2" name="Espace réservé du contenu 2">
            <a:extLst>
              <a:ext uri="{FF2B5EF4-FFF2-40B4-BE49-F238E27FC236}">
                <a16:creationId xmlns:a16="http://schemas.microsoft.com/office/drawing/2014/main" id="{2B6D40B9-A814-C5E8-27C8-6C52B84188E4}"/>
              </a:ext>
            </a:extLst>
          </p:cNvPr>
          <p:cNvSpPr txBox="1">
            <a:spLocks/>
          </p:cNvSpPr>
          <p:nvPr/>
        </p:nvSpPr>
        <p:spPr>
          <a:xfrm>
            <a:off x="309880" y="937419"/>
            <a:ext cx="11572240" cy="2384901"/>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Un homme âgé de 34 ans consulte les urgences pour douleurs de la fosse iliaque droite associée à des vomissements depuis 7 jours.</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L'interrogatoire rapporte la notion de prise d'antispasmodique et d'antibiothérapie prescrit par le médecin de famille depuis 5 jours.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l'examen : l'état général conservé, température = 37.2°C, l'état hémodynamique conservé, on palpe au niveau de la fosse iliaque droite une masse de 6 cm de grand axe, peu douloureux qui prend corps avec la paroi abdominale latérale et qui est bien limité en dedans, pas de défense abdominale, le TR est non douloureux.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la biologie : GB = 11 000, Hb = 14g/dl, CRP = 8.</a:t>
            </a:r>
          </a:p>
        </p:txBody>
      </p:sp>
      <p:sp>
        <p:nvSpPr>
          <p:cNvPr id="4" name="Espace réservé du contenu 2">
            <a:extLst>
              <a:ext uri="{FF2B5EF4-FFF2-40B4-BE49-F238E27FC236}">
                <a16:creationId xmlns:a16="http://schemas.microsoft.com/office/drawing/2014/main" id="{41ED5B68-269F-F4C5-1326-DB430B1556AE}"/>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6 :</a:t>
            </a:r>
          </a:p>
        </p:txBody>
      </p:sp>
    </p:spTree>
    <p:extLst>
      <p:ext uri="{BB962C8B-B14F-4D97-AF65-F5344CB8AC3E}">
        <p14:creationId xmlns:p14="http://schemas.microsoft.com/office/powerpoint/2010/main" val="37711768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ADAEA-2982-AA9F-3739-4399BA496B7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DC6AB67-5A1F-EA45-6576-7AFB1C3DEF59}"/>
              </a:ext>
            </a:extLst>
          </p:cNvPr>
          <p:cNvSpPr>
            <a:spLocks noGrp="1"/>
          </p:cNvSpPr>
          <p:nvPr>
            <p:ph idx="1"/>
          </p:nvPr>
        </p:nvSpPr>
        <p:spPr>
          <a:xfrm>
            <a:off x="508000" y="4257040"/>
            <a:ext cx="11176000" cy="2313305"/>
          </a:xfrm>
        </p:spPr>
        <p:txBody>
          <a:bodyPr anchor="ctr" anchorCtr="0">
            <a:normAutofit/>
          </a:bodyPr>
          <a:lstStyle/>
          <a:p>
            <a:pPr marL="0" indent="0">
              <a:buNone/>
            </a:pPr>
            <a:r>
              <a:rPr lang="fr-FR" sz="1800" b="1" dirty="0">
                <a:latin typeface="Calibri" panose="020F0502020204030204" pitchFamily="34" charset="0"/>
                <a:ea typeface="Calibri" panose="020F0502020204030204" pitchFamily="34" charset="0"/>
                <a:cs typeface="Calibri" panose="020F0502020204030204" pitchFamily="34" charset="0"/>
              </a:rPr>
              <a:t>2- Quel examen permet de confirmer votre diagnostic ?</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IRM abdominale</a:t>
            </a:r>
          </a:p>
          <a:p>
            <a:pPr marL="514350" indent="-331788">
              <a:buFont typeface="+mj-lt"/>
              <a:buAutoNum type="alphaUcPeriod"/>
            </a:pPr>
            <a:r>
              <a:rPr lang="fr-FR" sz="1800" dirty="0">
                <a:solidFill>
                  <a:srgbClr val="FF0000"/>
                </a:solidFill>
                <a:latin typeface="Calibri" panose="020F0502020204030204" pitchFamily="34" charset="0"/>
                <a:ea typeface="Calibri" panose="020F0502020204030204" pitchFamily="34" charset="0"/>
                <a:cs typeface="Calibri" panose="020F0502020204030204" pitchFamily="34" charset="0"/>
              </a:rPr>
              <a:t>Un scanner abdominal</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 ASP</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échographie abdominale</a:t>
            </a:r>
          </a:p>
          <a:p>
            <a:pPr marL="514350" indent="-331788">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coloscopie</a:t>
            </a:r>
          </a:p>
        </p:txBody>
      </p:sp>
      <p:sp>
        <p:nvSpPr>
          <p:cNvPr id="2" name="Espace réservé du contenu 2">
            <a:extLst>
              <a:ext uri="{FF2B5EF4-FFF2-40B4-BE49-F238E27FC236}">
                <a16:creationId xmlns:a16="http://schemas.microsoft.com/office/drawing/2014/main" id="{BBB50DE4-C8B5-DE2B-B1F8-C49A67B10110}"/>
              </a:ext>
            </a:extLst>
          </p:cNvPr>
          <p:cNvSpPr txBox="1">
            <a:spLocks/>
          </p:cNvSpPr>
          <p:nvPr/>
        </p:nvSpPr>
        <p:spPr>
          <a:xfrm>
            <a:off x="309880" y="937419"/>
            <a:ext cx="11572240" cy="2384901"/>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Un homme âgé de 34 ans consulte les urgences pour douleurs de la fosse iliaque droite associée à des vomissements depuis 7 jours.</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L'interrogatoire rapporte la notion de prise d'antispasmodique et d'antibiothérapie prescrit par le médecin de famille depuis 5 jours.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l'examen : l'état général conservé, température = 37.2°C, l'état hémodynamique conservé, on palpe au niveau de la fosse iliaque droite une masse de 6 cm de grand axe, peu douloureux qui prend corps avec la paroi abdominale latérale et qui est bien limité en dedans, pas de défense abdominale, le TR est non douloureux.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la biologie : GB = 11 000, Hb = 14g/dl, CRP = 8.</a:t>
            </a:r>
          </a:p>
        </p:txBody>
      </p:sp>
      <p:sp>
        <p:nvSpPr>
          <p:cNvPr id="4" name="Espace réservé du contenu 2">
            <a:extLst>
              <a:ext uri="{FF2B5EF4-FFF2-40B4-BE49-F238E27FC236}">
                <a16:creationId xmlns:a16="http://schemas.microsoft.com/office/drawing/2014/main" id="{37C33C8D-EBEC-46DD-631E-D5566DE6BAD9}"/>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6 :</a:t>
            </a:r>
          </a:p>
        </p:txBody>
      </p:sp>
    </p:spTree>
    <p:extLst>
      <p:ext uri="{BB962C8B-B14F-4D97-AF65-F5344CB8AC3E}">
        <p14:creationId xmlns:p14="http://schemas.microsoft.com/office/powerpoint/2010/main" val="37696294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AA879-1CA6-07D3-E207-C7CB740133A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8F90604-8707-9174-64D8-1DD9B09CBEDB}"/>
              </a:ext>
            </a:extLst>
          </p:cNvPr>
          <p:cNvSpPr>
            <a:spLocks noGrp="1"/>
          </p:cNvSpPr>
          <p:nvPr>
            <p:ph idx="1"/>
          </p:nvPr>
        </p:nvSpPr>
        <p:spPr>
          <a:xfrm>
            <a:off x="396240" y="4257040"/>
            <a:ext cx="11176000" cy="2313305"/>
          </a:xfrm>
        </p:spPr>
        <p:txBody>
          <a:bodyPr anchor="ctr" anchorCtr="0">
            <a:normAutofit/>
          </a:bodyPr>
          <a:lstStyle/>
          <a:p>
            <a:pPr marL="0" indent="0">
              <a:buNone/>
            </a:pPr>
            <a:r>
              <a:rPr lang="fr-FR" sz="1800" b="1" dirty="0">
                <a:latin typeface="Calibri" panose="020F0502020204030204" pitchFamily="34" charset="0"/>
                <a:ea typeface="Calibri" panose="020F0502020204030204" pitchFamily="34" charset="0"/>
                <a:cs typeface="Calibri" panose="020F0502020204030204" pitchFamily="34" charset="0"/>
              </a:rPr>
              <a:t>3- Que présente le patient ?</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Péritonite appendiculaire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Plastron abcédé</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Abcès appendiculaire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Appendicite gangréneuse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Appendicite suppurée</a:t>
            </a:r>
          </a:p>
        </p:txBody>
      </p:sp>
      <p:sp>
        <p:nvSpPr>
          <p:cNvPr id="2" name="Espace réservé du contenu 2">
            <a:extLst>
              <a:ext uri="{FF2B5EF4-FFF2-40B4-BE49-F238E27FC236}">
                <a16:creationId xmlns:a16="http://schemas.microsoft.com/office/drawing/2014/main" id="{15DE7427-41F6-F79E-5E4F-FF2D896732B7}"/>
              </a:ext>
            </a:extLst>
          </p:cNvPr>
          <p:cNvSpPr txBox="1">
            <a:spLocks/>
          </p:cNvSpPr>
          <p:nvPr/>
        </p:nvSpPr>
        <p:spPr>
          <a:xfrm>
            <a:off x="309880" y="937419"/>
            <a:ext cx="11572240" cy="2384901"/>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Un homme âgé de 34 ans consulte les urgences pour douleurs de la fosse iliaque droite associée à des vomissements depuis 7 jours.</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L'interrogatoire rapporte la notion de prise d'antispasmodique et d'antibiothérapie prescrit par le médecin de famille depuis 5 jours.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l'examen : l'état général conservé, température = 37.2°C, l'état hémodynamique conservé, on palpe au niveau de la fosse iliaque droite une masse de 6 cm de grand axe, peu douloureux qui prend corps avec la paroi abdominale latérale et qui est bien limité en dedans, pas de défense abdominale, le TR est non douloureux.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la biologie : GB = 11 000, Hb = 14g/dl, CRP = 8.</a:t>
            </a:r>
          </a:p>
        </p:txBody>
      </p:sp>
      <p:sp>
        <p:nvSpPr>
          <p:cNvPr id="4" name="Espace réservé du contenu 2">
            <a:extLst>
              <a:ext uri="{FF2B5EF4-FFF2-40B4-BE49-F238E27FC236}">
                <a16:creationId xmlns:a16="http://schemas.microsoft.com/office/drawing/2014/main" id="{485F2F86-C913-C1B6-9880-18DE82893AB3}"/>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6 :</a:t>
            </a:r>
          </a:p>
        </p:txBody>
      </p:sp>
      <p:sp>
        <p:nvSpPr>
          <p:cNvPr id="5" name="Espace réservé du contenu 2">
            <a:extLst>
              <a:ext uri="{FF2B5EF4-FFF2-40B4-BE49-F238E27FC236}">
                <a16:creationId xmlns:a16="http://schemas.microsoft.com/office/drawing/2014/main" id="{DD367EFB-BFF4-B930-7F8C-3B6C6EDE110D}"/>
              </a:ext>
            </a:extLst>
          </p:cNvPr>
          <p:cNvSpPr txBox="1">
            <a:spLocks/>
          </p:cNvSpPr>
          <p:nvPr/>
        </p:nvSpPr>
        <p:spPr>
          <a:xfrm>
            <a:off x="309880" y="3271917"/>
            <a:ext cx="11572240" cy="985123"/>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L'évolution a été marquée 6 jours plus tard, par l'exacerbation des douleurs de la fosse iliaque droite.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l'examen : température à 39°C, défense de la fosse iliaque droite.  Le reste de l'abdomen est souple.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la biologie : GB = 21 000, CRP = 168.</a:t>
            </a:r>
          </a:p>
        </p:txBody>
      </p:sp>
    </p:spTree>
    <p:extLst>
      <p:ext uri="{BB962C8B-B14F-4D97-AF65-F5344CB8AC3E}">
        <p14:creationId xmlns:p14="http://schemas.microsoft.com/office/powerpoint/2010/main" val="8864508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6111-436C-9135-037F-320D64F33DC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2B35CDC-5C58-54F3-264A-6583CC4591D9}"/>
              </a:ext>
            </a:extLst>
          </p:cNvPr>
          <p:cNvSpPr>
            <a:spLocks noGrp="1"/>
          </p:cNvSpPr>
          <p:nvPr>
            <p:ph idx="1"/>
          </p:nvPr>
        </p:nvSpPr>
        <p:spPr>
          <a:xfrm>
            <a:off x="396240" y="4257040"/>
            <a:ext cx="11176000" cy="2313305"/>
          </a:xfrm>
        </p:spPr>
        <p:txBody>
          <a:bodyPr anchor="ctr" anchorCtr="0">
            <a:normAutofit/>
          </a:bodyPr>
          <a:lstStyle/>
          <a:p>
            <a:pPr marL="0" indent="0">
              <a:buNone/>
            </a:pPr>
            <a:r>
              <a:rPr lang="fr-FR" sz="1800" b="1" dirty="0">
                <a:latin typeface="Calibri" panose="020F0502020204030204" pitchFamily="34" charset="0"/>
                <a:ea typeface="Calibri" panose="020F0502020204030204" pitchFamily="34" charset="0"/>
                <a:cs typeface="Calibri" panose="020F0502020204030204" pitchFamily="34" charset="0"/>
              </a:rPr>
              <a:t>3- Que présente le patient ?</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Péritonite appendiculaire</a:t>
            </a:r>
          </a:p>
          <a:p>
            <a:pPr marL="447675" indent="-265113">
              <a:buFont typeface="+mj-lt"/>
              <a:buAutoNum type="alphaUcPeriod"/>
            </a:pPr>
            <a:r>
              <a:rPr lang="fr-FR" sz="1800" dirty="0">
                <a:solidFill>
                  <a:srgbClr val="FF0000"/>
                </a:solidFill>
                <a:latin typeface="Calibri" panose="020F0502020204030204" pitchFamily="34" charset="0"/>
                <a:ea typeface="Calibri" panose="020F0502020204030204" pitchFamily="34" charset="0"/>
                <a:cs typeface="Calibri" panose="020F0502020204030204" pitchFamily="34" charset="0"/>
              </a:rPr>
              <a:t>Plastron abcédé</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Abcès appendiculaire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Appendicite gangréneuse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Appendicite suppurée</a:t>
            </a:r>
          </a:p>
        </p:txBody>
      </p:sp>
      <p:sp>
        <p:nvSpPr>
          <p:cNvPr id="2" name="Espace réservé du contenu 2">
            <a:extLst>
              <a:ext uri="{FF2B5EF4-FFF2-40B4-BE49-F238E27FC236}">
                <a16:creationId xmlns:a16="http://schemas.microsoft.com/office/drawing/2014/main" id="{85B371E1-7EC1-A59A-8EBE-AB341EC21A68}"/>
              </a:ext>
            </a:extLst>
          </p:cNvPr>
          <p:cNvSpPr txBox="1">
            <a:spLocks/>
          </p:cNvSpPr>
          <p:nvPr/>
        </p:nvSpPr>
        <p:spPr>
          <a:xfrm>
            <a:off x="309880" y="937419"/>
            <a:ext cx="11572240" cy="2384901"/>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Un homme âgé de 34 ans consulte les urgences pour douleurs de la fosse iliaque droite associée à des vomissements depuis 7 jours.</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L'interrogatoire rapporte la notion de prise d'antispasmodique et d'antibiothérapie prescrit par le médecin de famille depuis 5 jours.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l'examen : l'état général conservé, température = 37.2°C, l'état hémodynamique conservé, on palpe au niveau de la fosse iliaque droite une masse de 6 cm de grand axe, peu douloureux qui prend corps avec la paroi abdominale latérale et qui est bien limité en dedans, pas de défense abdominale, le TR est non douloureux.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la biologie : GB = 11 000, Hb = 14g/dl, CRP = 8.</a:t>
            </a:r>
          </a:p>
        </p:txBody>
      </p:sp>
      <p:sp>
        <p:nvSpPr>
          <p:cNvPr id="4" name="Espace réservé du contenu 2">
            <a:extLst>
              <a:ext uri="{FF2B5EF4-FFF2-40B4-BE49-F238E27FC236}">
                <a16:creationId xmlns:a16="http://schemas.microsoft.com/office/drawing/2014/main" id="{60E7C38D-9EFF-B54E-31E7-46145147329F}"/>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6 :</a:t>
            </a:r>
          </a:p>
        </p:txBody>
      </p:sp>
      <p:sp>
        <p:nvSpPr>
          <p:cNvPr id="5" name="Espace réservé du contenu 2">
            <a:extLst>
              <a:ext uri="{FF2B5EF4-FFF2-40B4-BE49-F238E27FC236}">
                <a16:creationId xmlns:a16="http://schemas.microsoft.com/office/drawing/2014/main" id="{BB1B5A5D-2331-6614-6134-9167955A742D}"/>
              </a:ext>
            </a:extLst>
          </p:cNvPr>
          <p:cNvSpPr txBox="1">
            <a:spLocks/>
          </p:cNvSpPr>
          <p:nvPr/>
        </p:nvSpPr>
        <p:spPr>
          <a:xfrm>
            <a:off x="309880" y="3271917"/>
            <a:ext cx="11572240" cy="985123"/>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L'évolution a été marquée 6 jours plus tard, par l'exacerbation des douleurs de la fosse iliaque droite.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l'examen : température à 39°C, défense de la fosse iliaque droite.  Le reste de l'abdomen est souple.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la biologie : GB = 21 000, CRP = 168.</a:t>
            </a:r>
          </a:p>
        </p:txBody>
      </p:sp>
    </p:spTree>
    <p:extLst>
      <p:ext uri="{BB962C8B-B14F-4D97-AF65-F5344CB8AC3E}">
        <p14:creationId xmlns:p14="http://schemas.microsoft.com/office/powerpoint/2010/main" val="10160919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3DF04-0B3D-5A92-52A7-FFDB218B314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4F9F99D-81E8-5D76-1A60-227384227745}"/>
              </a:ext>
            </a:extLst>
          </p:cNvPr>
          <p:cNvSpPr>
            <a:spLocks noGrp="1"/>
          </p:cNvSpPr>
          <p:nvPr>
            <p:ph idx="1"/>
          </p:nvPr>
        </p:nvSpPr>
        <p:spPr>
          <a:xfrm>
            <a:off x="396240" y="4257040"/>
            <a:ext cx="11176000" cy="2313305"/>
          </a:xfrm>
        </p:spPr>
        <p:txBody>
          <a:bodyPr anchor="ctr" anchorCtr="0">
            <a:normAutofit/>
          </a:bodyPr>
          <a:lstStyle/>
          <a:p>
            <a:pPr marL="0" indent="0">
              <a:buNone/>
            </a:pPr>
            <a:r>
              <a:rPr lang="fr-FR" sz="1800" b="1" dirty="0">
                <a:latin typeface="Calibri" panose="020F0502020204030204" pitchFamily="34" charset="0"/>
                <a:ea typeface="Calibri" panose="020F0502020204030204" pitchFamily="34" charset="0"/>
                <a:cs typeface="Calibri" panose="020F0502020204030204" pitchFamily="34" charset="0"/>
              </a:rPr>
              <a:t>4- Quel examen permet de la confirmer ?</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Scanner abdominal</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ASP</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Coelioscopie exploratrice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Echographie abdominale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IRM abdominale</a:t>
            </a:r>
          </a:p>
        </p:txBody>
      </p:sp>
      <p:sp>
        <p:nvSpPr>
          <p:cNvPr id="2" name="Espace réservé du contenu 2">
            <a:extLst>
              <a:ext uri="{FF2B5EF4-FFF2-40B4-BE49-F238E27FC236}">
                <a16:creationId xmlns:a16="http://schemas.microsoft.com/office/drawing/2014/main" id="{43A2003C-844B-FBFB-C196-02EF37551859}"/>
              </a:ext>
            </a:extLst>
          </p:cNvPr>
          <p:cNvSpPr txBox="1">
            <a:spLocks/>
          </p:cNvSpPr>
          <p:nvPr/>
        </p:nvSpPr>
        <p:spPr>
          <a:xfrm>
            <a:off x="309880" y="937419"/>
            <a:ext cx="11572240" cy="2384901"/>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Un homme âgé de 34 ans consulte les urgences pour douleurs de la fosse iliaque droite associée à des vomissements depuis 7 jours.</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L'interrogatoire rapporte la notion de prise d'antispasmodique et d'antibiothérapie prescrit par le médecin de famille depuis 5 jours.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l'examen : l'état général conservé, température = 37.2°C, l'état hémodynamique conservé, on palpe au niveau de la fosse iliaque droite une masse de 6 cm de grand axe, peu douloureux qui prend corps avec la paroi abdominale latérale et qui est bien limité en dedans, pas de défense abdominale, le TR est non douloureux.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la biologie : GB = 11 000, Hb = 14g/dl, CRP = 8.</a:t>
            </a:r>
          </a:p>
        </p:txBody>
      </p:sp>
      <p:sp>
        <p:nvSpPr>
          <p:cNvPr id="4" name="Espace réservé du contenu 2">
            <a:extLst>
              <a:ext uri="{FF2B5EF4-FFF2-40B4-BE49-F238E27FC236}">
                <a16:creationId xmlns:a16="http://schemas.microsoft.com/office/drawing/2014/main" id="{9F7D6849-2E4D-88E2-EADE-5EA231E821F6}"/>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6 :</a:t>
            </a:r>
          </a:p>
        </p:txBody>
      </p:sp>
      <p:sp>
        <p:nvSpPr>
          <p:cNvPr id="5" name="Espace réservé du contenu 2">
            <a:extLst>
              <a:ext uri="{FF2B5EF4-FFF2-40B4-BE49-F238E27FC236}">
                <a16:creationId xmlns:a16="http://schemas.microsoft.com/office/drawing/2014/main" id="{7033EA7A-2969-F5A9-2564-81D574E97589}"/>
              </a:ext>
            </a:extLst>
          </p:cNvPr>
          <p:cNvSpPr txBox="1">
            <a:spLocks/>
          </p:cNvSpPr>
          <p:nvPr/>
        </p:nvSpPr>
        <p:spPr>
          <a:xfrm>
            <a:off x="309880" y="3271917"/>
            <a:ext cx="11572240" cy="985123"/>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L'évolution a été marquée 6 jours plus tard, par l'exacerbation des douleurs de la fosse iliaque droite.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l'examen : température à 39°C, défense de la fosse iliaque droite.  Le reste de l'abdomen est souple.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la biologie : GB = 21 000, CRP = 168.</a:t>
            </a:r>
          </a:p>
        </p:txBody>
      </p:sp>
    </p:spTree>
    <p:extLst>
      <p:ext uri="{BB962C8B-B14F-4D97-AF65-F5344CB8AC3E}">
        <p14:creationId xmlns:p14="http://schemas.microsoft.com/office/powerpoint/2010/main" val="15261159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55118-C237-05C3-2D13-A29DF7F0D49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4534139-9BD8-20B1-CAB6-BADBB6A2FC60}"/>
              </a:ext>
            </a:extLst>
          </p:cNvPr>
          <p:cNvSpPr>
            <a:spLocks noGrp="1"/>
          </p:cNvSpPr>
          <p:nvPr>
            <p:ph idx="1"/>
          </p:nvPr>
        </p:nvSpPr>
        <p:spPr>
          <a:xfrm>
            <a:off x="396240" y="4257040"/>
            <a:ext cx="11176000" cy="2313305"/>
          </a:xfrm>
        </p:spPr>
        <p:txBody>
          <a:bodyPr anchor="ctr" anchorCtr="0">
            <a:normAutofit/>
          </a:bodyPr>
          <a:lstStyle/>
          <a:p>
            <a:pPr marL="0" indent="0">
              <a:buNone/>
            </a:pPr>
            <a:r>
              <a:rPr lang="fr-FR" sz="1800" b="1" dirty="0">
                <a:latin typeface="Calibri" panose="020F0502020204030204" pitchFamily="34" charset="0"/>
                <a:ea typeface="Calibri" panose="020F0502020204030204" pitchFamily="34" charset="0"/>
                <a:cs typeface="Calibri" panose="020F0502020204030204" pitchFamily="34" charset="0"/>
              </a:rPr>
              <a:t>4- Quel examen permet de la confirmer ?</a:t>
            </a:r>
          </a:p>
          <a:p>
            <a:pPr marL="447675" indent="-265113">
              <a:buFont typeface="+mj-lt"/>
              <a:buAutoNum type="alphaUcPeriod"/>
            </a:pPr>
            <a:r>
              <a:rPr lang="fr-FR" sz="1800" dirty="0">
                <a:solidFill>
                  <a:srgbClr val="FF0000"/>
                </a:solidFill>
                <a:latin typeface="Calibri" panose="020F0502020204030204" pitchFamily="34" charset="0"/>
                <a:ea typeface="Calibri" panose="020F0502020204030204" pitchFamily="34" charset="0"/>
                <a:cs typeface="Calibri" panose="020F0502020204030204" pitchFamily="34" charset="0"/>
              </a:rPr>
              <a:t>Scanner abdominal</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ASP</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Coelioscopie exploratrice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Echographie abdominale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IRM abdominale</a:t>
            </a:r>
          </a:p>
        </p:txBody>
      </p:sp>
      <p:sp>
        <p:nvSpPr>
          <p:cNvPr id="2" name="Espace réservé du contenu 2">
            <a:extLst>
              <a:ext uri="{FF2B5EF4-FFF2-40B4-BE49-F238E27FC236}">
                <a16:creationId xmlns:a16="http://schemas.microsoft.com/office/drawing/2014/main" id="{0A57AB97-B070-C248-AF39-66D272672327}"/>
              </a:ext>
            </a:extLst>
          </p:cNvPr>
          <p:cNvSpPr txBox="1">
            <a:spLocks/>
          </p:cNvSpPr>
          <p:nvPr/>
        </p:nvSpPr>
        <p:spPr>
          <a:xfrm>
            <a:off x="309880" y="937419"/>
            <a:ext cx="11572240" cy="2384901"/>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Un homme âgé de 34 ans consulte les urgences pour douleurs de la fosse iliaque droite associée à des vomissements depuis 7 jours.</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L'interrogatoire rapporte la notion de prise d'antispasmodique et d'antibiothérapie prescrit par le médecin de famille depuis 5 jours.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l'examen : l'état général conservé, température = 37.2°C, l'état hémodynamique conservé, on palpe au niveau de la fosse iliaque droite une masse de 6 cm de grand axe, peu douloureux qui prend corps avec la paroi abdominale latérale et qui est bien limité en dedans, pas de défense abdominale, le TR est non douloureux.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la biologie : GB = 11 000, Hb = 14g/dl, CRP = 8.</a:t>
            </a:r>
          </a:p>
        </p:txBody>
      </p:sp>
      <p:sp>
        <p:nvSpPr>
          <p:cNvPr id="4" name="Espace réservé du contenu 2">
            <a:extLst>
              <a:ext uri="{FF2B5EF4-FFF2-40B4-BE49-F238E27FC236}">
                <a16:creationId xmlns:a16="http://schemas.microsoft.com/office/drawing/2014/main" id="{D6403B12-9E3D-709A-4515-50C2636CE6DF}"/>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6 :</a:t>
            </a:r>
          </a:p>
        </p:txBody>
      </p:sp>
      <p:sp>
        <p:nvSpPr>
          <p:cNvPr id="5" name="Espace réservé du contenu 2">
            <a:extLst>
              <a:ext uri="{FF2B5EF4-FFF2-40B4-BE49-F238E27FC236}">
                <a16:creationId xmlns:a16="http://schemas.microsoft.com/office/drawing/2014/main" id="{9A8B500B-D9C9-B8A4-86E4-D77AFE24D2C9}"/>
              </a:ext>
            </a:extLst>
          </p:cNvPr>
          <p:cNvSpPr txBox="1">
            <a:spLocks/>
          </p:cNvSpPr>
          <p:nvPr/>
        </p:nvSpPr>
        <p:spPr>
          <a:xfrm>
            <a:off x="309880" y="3271917"/>
            <a:ext cx="11572240" cy="985123"/>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L'évolution a été marquée 6 jours plus tard, par l'exacerbation des douleurs de la fosse iliaque droite.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l'examen : température à 39°C, défense de la fosse iliaque droite.  Le reste de l'abdomen est souple.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la biologie : GB = 21 000, CRP = 168.</a:t>
            </a:r>
          </a:p>
        </p:txBody>
      </p:sp>
    </p:spTree>
    <p:extLst>
      <p:ext uri="{BB962C8B-B14F-4D97-AF65-F5344CB8AC3E}">
        <p14:creationId xmlns:p14="http://schemas.microsoft.com/office/powerpoint/2010/main" val="24179712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9A227-BFD3-5B1C-EEED-3B913CBB6A35}"/>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DCFD6CC-F673-40D1-695B-975C4BF33E6A}"/>
              </a:ext>
            </a:extLst>
          </p:cNvPr>
          <p:cNvSpPr>
            <a:spLocks noGrp="1"/>
          </p:cNvSpPr>
          <p:nvPr>
            <p:ph idx="1"/>
          </p:nvPr>
        </p:nvSpPr>
        <p:spPr>
          <a:xfrm>
            <a:off x="396240" y="4257040"/>
            <a:ext cx="11176000" cy="2313305"/>
          </a:xfrm>
        </p:spPr>
        <p:txBody>
          <a:bodyPr anchor="ctr" anchorCtr="0">
            <a:normAutofit/>
          </a:bodyPr>
          <a:lstStyle/>
          <a:p>
            <a:pPr marL="0" indent="0">
              <a:buNone/>
            </a:pPr>
            <a:r>
              <a:rPr lang="fr-FR" sz="1800" b="1" dirty="0">
                <a:latin typeface="Calibri" panose="020F0502020204030204" pitchFamily="34" charset="0"/>
                <a:ea typeface="Calibri" panose="020F0502020204030204" pitchFamily="34" charset="0"/>
                <a:cs typeface="Calibri" panose="020F0502020204030204" pitchFamily="34" charset="0"/>
              </a:rPr>
              <a:t>5- Quelle serait votre attitude thérapeutique ?</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Antibiothérapie et surveillance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Drainage chirurgical et appendicectomie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Ponction écho-guidée et appendicectomie à froid</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Ponction </a:t>
            </a:r>
            <a:r>
              <a:rPr lang="fr-FR" sz="1800" dirty="0" err="1">
                <a:latin typeface="Calibri" panose="020F0502020204030204" pitchFamily="34" charset="0"/>
                <a:ea typeface="Calibri" panose="020F0502020204030204" pitchFamily="34" charset="0"/>
                <a:cs typeface="Calibri" panose="020F0502020204030204" pitchFamily="34" charset="0"/>
              </a:rPr>
              <a:t>scanno</a:t>
            </a:r>
            <a:r>
              <a:rPr lang="fr-FR" sz="1800" dirty="0">
                <a:latin typeface="Calibri" panose="020F0502020204030204" pitchFamily="34" charset="0"/>
                <a:ea typeface="Calibri" panose="020F0502020204030204" pitchFamily="34" charset="0"/>
                <a:cs typeface="Calibri" panose="020F0502020204030204" pitchFamily="34" charset="0"/>
              </a:rPr>
              <a:t>-guidée avec antibiothérapie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Drainage percutané sans antibiothérapie</a:t>
            </a:r>
          </a:p>
        </p:txBody>
      </p:sp>
      <p:sp>
        <p:nvSpPr>
          <p:cNvPr id="2" name="Espace réservé du contenu 2">
            <a:extLst>
              <a:ext uri="{FF2B5EF4-FFF2-40B4-BE49-F238E27FC236}">
                <a16:creationId xmlns:a16="http://schemas.microsoft.com/office/drawing/2014/main" id="{F571D34C-8AE0-CD78-DC9F-E7864ECED4D6}"/>
              </a:ext>
            </a:extLst>
          </p:cNvPr>
          <p:cNvSpPr txBox="1">
            <a:spLocks/>
          </p:cNvSpPr>
          <p:nvPr/>
        </p:nvSpPr>
        <p:spPr>
          <a:xfrm>
            <a:off x="309880" y="937419"/>
            <a:ext cx="11572240" cy="2384901"/>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Un homme âgé de 34 ans consulte les urgences pour douleurs de la fosse iliaque droite associée à des vomissements depuis 7 jours.</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L'interrogatoire rapporte la notion de prise d'antispasmodique et d'antibiothérapie prescrit par le médecin de famille depuis 5 jours.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l'examen : l'état général conservé, température = 37.2°C, l'état hémodynamique conservé, on palpe au niveau de la fosse iliaque droite une masse de 6 cm de grand axe, peu douloureux qui prend corps avec la paroi abdominale latérale et qui est bien limité en dedans, pas de défense abdominale, le TR est non douloureux.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la biologie : GB = 11 000, Hb = 14g/dl, CRP = 8.</a:t>
            </a:r>
          </a:p>
        </p:txBody>
      </p:sp>
      <p:sp>
        <p:nvSpPr>
          <p:cNvPr id="4" name="Espace réservé du contenu 2">
            <a:extLst>
              <a:ext uri="{FF2B5EF4-FFF2-40B4-BE49-F238E27FC236}">
                <a16:creationId xmlns:a16="http://schemas.microsoft.com/office/drawing/2014/main" id="{26C37533-A828-834A-A170-CDEE08FAD26D}"/>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6 :</a:t>
            </a:r>
          </a:p>
        </p:txBody>
      </p:sp>
      <p:sp>
        <p:nvSpPr>
          <p:cNvPr id="5" name="Espace réservé du contenu 2">
            <a:extLst>
              <a:ext uri="{FF2B5EF4-FFF2-40B4-BE49-F238E27FC236}">
                <a16:creationId xmlns:a16="http://schemas.microsoft.com/office/drawing/2014/main" id="{D0E26D91-2A0D-D9D4-B666-F2E7AEBF3704}"/>
              </a:ext>
            </a:extLst>
          </p:cNvPr>
          <p:cNvSpPr txBox="1">
            <a:spLocks/>
          </p:cNvSpPr>
          <p:nvPr/>
        </p:nvSpPr>
        <p:spPr>
          <a:xfrm>
            <a:off x="309880" y="3271917"/>
            <a:ext cx="11572240" cy="985123"/>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L'évolution a été marquée 6 jours plus tard, par l'exacerbation des douleurs de la fosse iliaque droite.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l'examen : température à 39°C, défense de la fosse iliaque droite.  Le reste de l'abdomen est souple.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la biologie : GB = 21 000, CRP = 168.</a:t>
            </a:r>
          </a:p>
        </p:txBody>
      </p:sp>
    </p:spTree>
    <p:extLst>
      <p:ext uri="{BB962C8B-B14F-4D97-AF65-F5344CB8AC3E}">
        <p14:creationId xmlns:p14="http://schemas.microsoft.com/office/powerpoint/2010/main" val="33240187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762BA-9BC0-FD3E-5106-94E0D31C7F2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E98C548-10ED-40EE-7F1A-7331CB358773}"/>
              </a:ext>
            </a:extLst>
          </p:cNvPr>
          <p:cNvSpPr>
            <a:spLocks noGrp="1"/>
          </p:cNvSpPr>
          <p:nvPr>
            <p:ph idx="1"/>
          </p:nvPr>
        </p:nvSpPr>
        <p:spPr>
          <a:xfrm>
            <a:off x="396240" y="4257040"/>
            <a:ext cx="11176000" cy="2313305"/>
          </a:xfrm>
        </p:spPr>
        <p:txBody>
          <a:bodyPr anchor="ctr" anchorCtr="0">
            <a:normAutofit/>
          </a:bodyPr>
          <a:lstStyle/>
          <a:p>
            <a:pPr marL="0" indent="0">
              <a:buNone/>
            </a:pPr>
            <a:r>
              <a:rPr lang="fr-FR" sz="1800" b="1" dirty="0">
                <a:latin typeface="Calibri" panose="020F0502020204030204" pitchFamily="34" charset="0"/>
                <a:ea typeface="Calibri" panose="020F0502020204030204" pitchFamily="34" charset="0"/>
                <a:cs typeface="Calibri" panose="020F0502020204030204" pitchFamily="34" charset="0"/>
              </a:rPr>
              <a:t>5- Quelle serait votre attitude thérapeutique ?</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Antibiothérapie et surveillance</a:t>
            </a:r>
          </a:p>
          <a:p>
            <a:pPr marL="447675" indent="-265113">
              <a:buFont typeface="+mj-lt"/>
              <a:buAutoNum type="alphaUcPeriod"/>
            </a:pPr>
            <a:r>
              <a:rPr lang="fr-FR" sz="1800" dirty="0">
                <a:solidFill>
                  <a:srgbClr val="FF0000"/>
                </a:solidFill>
                <a:latin typeface="Calibri" panose="020F0502020204030204" pitchFamily="34" charset="0"/>
                <a:ea typeface="Calibri" panose="020F0502020204030204" pitchFamily="34" charset="0"/>
                <a:cs typeface="Calibri" panose="020F0502020204030204" pitchFamily="34" charset="0"/>
              </a:rPr>
              <a:t>Drainage chirurgical et appendicectomie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Ponction écho-guidée et appendicectomie à froid</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Ponction </a:t>
            </a:r>
            <a:r>
              <a:rPr lang="fr-FR" sz="1800" dirty="0" err="1">
                <a:latin typeface="Calibri" panose="020F0502020204030204" pitchFamily="34" charset="0"/>
                <a:ea typeface="Calibri" panose="020F0502020204030204" pitchFamily="34" charset="0"/>
                <a:cs typeface="Calibri" panose="020F0502020204030204" pitchFamily="34" charset="0"/>
              </a:rPr>
              <a:t>scanno</a:t>
            </a:r>
            <a:r>
              <a:rPr lang="fr-FR" sz="1800" dirty="0">
                <a:latin typeface="Calibri" panose="020F0502020204030204" pitchFamily="34" charset="0"/>
                <a:ea typeface="Calibri" panose="020F0502020204030204" pitchFamily="34" charset="0"/>
                <a:cs typeface="Calibri" panose="020F0502020204030204" pitchFamily="34" charset="0"/>
              </a:rPr>
              <a:t>-guidée avec antibiothérapie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Drainage percutané sans antibiothérapie</a:t>
            </a:r>
          </a:p>
        </p:txBody>
      </p:sp>
      <p:sp>
        <p:nvSpPr>
          <p:cNvPr id="2" name="Espace réservé du contenu 2">
            <a:extLst>
              <a:ext uri="{FF2B5EF4-FFF2-40B4-BE49-F238E27FC236}">
                <a16:creationId xmlns:a16="http://schemas.microsoft.com/office/drawing/2014/main" id="{74FF1E2D-742C-9A2E-907D-B9A4AC00B57E}"/>
              </a:ext>
            </a:extLst>
          </p:cNvPr>
          <p:cNvSpPr txBox="1">
            <a:spLocks/>
          </p:cNvSpPr>
          <p:nvPr/>
        </p:nvSpPr>
        <p:spPr>
          <a:xfrm>
            <a:off x="309880" y="937419"/>
            <a:ext cx="11572240" cy="2384901"/>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Un homme âgé de 34 ans consulte les urgences pour douleurs de la fosse iliaque droite associée à des vomissements depuis 7 jours.</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L'interrogatoire rapporte la notion de prise d'antispasmodique et d'antibiothérapie prescrit par le médecin de famille depuis 5 jours.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l'examen : l'état général conservé, température = 37.2°C, l'état hémodynamique conservé, on palpe au niveau de la fosse iliaque droite une masse de 6 cm de grand axe, peu douloureux qui prend corps avec la paroi abdominale latérale et qui est bien limité en dedans, pas de défense abdominale, le TR est non douloureux.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la biologie : GB = 11 000, Hb = 14g/dl, CRP = 8.</a:t>
            </a:r>
          </a:p>
        </p:txBody>
      </p:sp>
      <p:sp>
        <p:nvSpPr>
          <p:cNvPr id="4" name="Espace réservé du contenu 2">
            <a:extLst>
              <a:ext uri="{FF2B5EF4-FFF2-40B4-BE49-F238E27FC236}">
                <a16:creationId xmlns:a16="http://schemas.microsoft.com/office/drawing/2014/main" id="{B90CD3D9-D16E-229C-65E5-7309478BB465}"/>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6 :</a:t>
            </a:r>
          </a:p>
        </p:txBody>
      </p:sp>
      <p:sp>
        <p:nvSpPr>
          <p:cNvPr id="5" name="Espace réservé du contenu 2">
            <a:extLst>
              <a:ext uri="{FF2B5EF4-FFF2-40B4-BE49-F238E27FC236}">
                <a16:creationId xmlns:a16="http://schemas.microsoft.com/office/drawing/2014/main" id="{103ED950-5DB8-CD59-4F20-B2FDF84DB41D}"/>
              </a:ext>
            </a:extLst>
          </p:cNvPr>
          <p:cNvSpPr txBox="1">
            <a:spLocks/>
          </p:cNvSpPr>
          <p:nvPr/>
        </p:nvSpPr>
        <p:spPr>
          <a:xfrm>
            <a:off x="309880" y="3271917"/>
            <a:ext cx="11572240" cy="985123"/>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L'évolution a été marquée 6 jours plus tard, par l'exacerbation des douleurs de la fosse iliaque droite.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l'examen : température à 39°C, défense de la fosse iliaque droite.  Le reste de l'abdomen est souple. </a:t>
            </a:r>
          </a:p>
          <a:p>
            <a:pPr marL="0" indent="0">
              <a:lnSpc>
                <a:spcPct val="100000"/>
              </a:lnSpc>
              <a:spcBef>
                <a:spcPts val="0"/>
              </a:spcBef>
              <a:buNone/>
            </a:pPr>
            <a:r>
              <a:rPr lang="fr-FR" sz="1800" dirty="0">
                <a:latin typeface="Calibri" panose="020F0502020204030204" pitchFamily="34" charset="0"/>
                <a:ea typeface="Calibri" panose="020F0502020204030204" pitchFamily="34" charset="0"/>
                <a:cs typeface="Calibri" panose="020F0502020204030204" pitchFamily="34" charset="0"/>
              </a:rPr>
              <a:t>À la biologie : GB = 21 000, CRP = 168.</a:t>
            </a:r>
          </a:p>
        </p:txBody>
      </p:sp>
    </p:spTree>
    <p:extLst>
      <p:ext uri="{BB962C8B-B14F-4D97-AF65-F5344CB8AC3E}">
        <p14:creationId xmlns:p14="http://schemas.microsoft.com/office/powerpoint/2010/main" val="30617377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865A3-4EBB-CE2C-337F-9C76C2338D1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016AB39-45AC-78B6-CCCF-2208AC39A44F}"/>
              </a:ext>
            </a:extLst>
          </p:cNvPr>
          <p:cNvSpPr>
            <a:spLocks noGrp="1"/>
          </p:cNvSpPr>
          <p:nvPr>
            <p:ph idx="1"/>
          </p:nvPr>
        </p:nvSpPr>
        <p:spPr>
          <a:xfrm>
            <a:off x="396240" y="4257040"/>
            <a:ext cx="11176000" cy="2313305"/>
          </a:xfrm>
        </p:spPr>
        <p:txBody>
          <a:bodyPr anchor="ctr" anchorCtr="0">
            <a:normAutofit/>
          </a:bodyPr>
          <a:lstStyle/>
          <a:p>
            <a:pPr marL="0" indent="0">
              <a:buNone/>
            </a:pPr>
            <a:r>
              <a:rPr lang="fr-FR" sz="1800" b="1" dirty="0">
                <a:latin typeface="Calibri" panose="020F0502020204030204" pitchFamily="34" charset="0"/>
                <a:ea typeface="Calibri" panose="020F0502020204030204" pitchFamily="34" charset="0"/>
                <a:cs typeface="Calibri" panose="020F0502020204030204" pitchFamily="34" charset="0"/>
              </a:rPr>
              <a:t>1- Que proposez-vous ?</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Antibiothérapie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Échographie abdomino-pelvienne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Appendicectomie en urgence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Scanner abdomino-pelvien</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Coelioscopie exploratrice</a:t>
            </a:r>
          </a:p>
        </p:txBody>
      </p:sp>
      <p:sp>
        <p:nvSpPr>
          <p:cNvPr id="2" name="Espace réservé du contenu 2">
            <a:extLst>
              <a:ext uri="{FF2B5EF4-FFF2-40B4-BE49-F238E27FC236}">
                <a16:creationId xmlns:a16="http://schemas.microsoft.com/office/drawing/2014/main" id="{68982B3E-6402-8082-590E-59B6E85ED1B6}"/>
              </a:ext>
            </a:extLst>
          </p:cNvPr>
          <p:cNvSpPr txBox="1">
            <a:spLocks/>
          </p:cNvSpPr>
          <p:nvPr/>
        </p:nvSpPr>
        <p:spPr>
          <a:xfrm>
            <a:off x="309880" y="1263015"/>
            <a:ext cx="11572240" cy="10839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Une patiente âgée de 32 ans, consulte pour douleur de la FID.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La patiente ne rapporte pas de signes urinaires.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patiente fébrile à 38°, IMC = 24kg/m2, défense de la FID, examen gynécologique normal.</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Au bilan : leucocytes = 12000e/mm3, CRP=15mg/l, βHCG négative.</a:t>
            </a:r>
          </a:p>
        </p:txBody>
      </p:sp>
      <p:sp>
        <p:nvSpPr>
          <p:cNvPr id="4" name="Espace réservé du contenu 2">
            <a:extLst>
              <a:ext uri="{FF2B5EF4-FFF2-40B4-BE49-F238E27FC236}">
                <a16:creationId xmlns:a16="http://schemas.microsoft.com/office/drawing/2014/main" id="{93D72776-84CD-149B-07F0-BA0E42385132}"/>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7 :</a:t>
            </a:r>
          </a:p>
        </p:txBody>
      </p:sp>
    </p:spTree>
    <p:extLst>
      <p:ext uri="{BB962C8B-B14F-4D97-AF65-F5344CB8AC3E}">
        <p14:creationId xmlns:p14="http://schemas.microsoft.com/office/powerpoint/2010/main" val="30707109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2FA9B-42AC-0D9C-9579-535FD1E0778E}"/>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E04F0EC-6ED5-252B-403C-36FD9F4B9229}"/>
              </a:ext>
            </a:extLst>
          </p:cNvPr>
          <p:cNvSpPr>
            <a:spLocks noGrp="1"/>
          </p:cNvSpPr>
          <p:nvPr>
            <p:ph idx="1"/>
          </p:nvPr>
        </p:nvSpPr>
        <p:spPr>
          <a:xfrm>
            <a:off x="396240" y="4257040"/>
            <a:ext cx="11176000" cy="2313305"/>
          </a:xfrm>
        </p:spPr>
        <p:txBody>
          <a:bodyPr anchor="ctr" anchorCtr="0">
            <a:normAutofit/>
          </a:bodyPr>
          <a:lstStyle/>
          <a:p>
            <a:pPr marL="0" indent="0">
              <a:buNone/>
            </a:pPr>
            <a:r>
              <a:rPr lang="fr-FR" sz="1800" b="1" dirty="0">
                <a:latin typeface="Calibri" panose="020F0502020204030204" pitchFamily="34" charset="0"/>
                <a:ea typeface="Calibri" panose="020F0502020204030204" pitchFamily="34" charset="0"/>
                <a:cs typeface="Calibri" panose="020F0502020204030204" pitchFamily="34" charset="0"/>
              </a:rPr>
              <a:t>1- Que proposez-vous ?</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Antibiothérapie</a:t>
            </a:r>
          </a:p>
          <a:p>
            <a:pPr marL="447675" indent="-265113">
              <a:buFont typeface="+mj-lt"/>
              <a:buAutoNum type="alphaUcPeriod"/>
            </a:pPr>
            <a:r>
              <a:rPr lang="fr-FR" sz="1800" dirty="0">
                <a:solidFill>
                  <a:srgbClr val="FF0000"/>
                </a:solidFill>
                <a:latin typeface="Calibri" panose="020F0502020204030204" pitchFamily="34" charset="0"/>
                <a:ea typeface="Calibri" panose="020F0502020204030204" pitchFamily="34" charset="0"/>
                <a:cs typeface="Calibri" panose="020F0502020204030204" pitchFamily="34" charset="0"/>
              </a:rPr>
              <a:t>Échographie abdomino-pelvienne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Appendicectomie en urgence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Scanner abdomino-pelvien</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Coelioscopie exploratrice</a:t>
            </a:r>
          </a:p>
        </p:txBody>
      </p:sp>
      <p:sp>
        <p:nvSpPr>
          <p:cNvPr id="2" name="Espace réservé du contenu 2">
            <a:extLst>
              <a:ext uri="{FF2B5EF4-FFF2-40B4-BE49-F238E27FC236}">
                <a16:creationId xmlns:a16="http://schemas.microsoft.com/office/drawing/2014/main" id="{E29979DB-A3A6-242E-EEE6-D082AC0856C5}"/>
              </a:ext>
            </a:extLst>
          </p:cNvPr>
          <p:cNvSpPr txBox="1">
            <a:spLocks/>
          </p:cNvSpPr>
          <p:nvPr/>
        </p:nvSpPr>
        <p:spPr>
          <a:xfrm>
            <a:off x="309880" y="1263015"/>
            <a:ext cx="11572240" cy="10839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Une patiente âgée de 32 ans, consulte pour douleur de la FID.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La patiente ne rapporte pas de signes urinaires.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patiente fébrile à 38°, IMC = 24kg/m2, défense de la FID, examen gynécologique normal.</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Au bilan : leucocytes = 12000e/mm3, CRP=15mg/l, βHCG négative.</a:t>
            </a:r>
          </a:p>
        </p:txBody>
      </p:sp>
      <p:sp>
        <p:nvSpPr>
          <p:cNvPr id="4" name="Espace réservé du contenu 2">
            <a:extLst>
              <a:ext uri="{FF2B5EF4-FFF2-40B4-BE49-F238E27FC236}">
                <a16:creationId xmlns:a16="http://schemas.microsoft.com/office/drawing/2014/main" id="{BC1B9DF1-FF6F-1738-3EE6-EAC95D58F439}"/>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7 :</a:t>
            </a:r>
          </a:p>
        </p:txBody>
      </p:sp>
    </p:spTree>
    <p:extLst>
      <p:ext uri="{BB962C8B-B14F-4D97-AF65-F5344CB8AC3E}">
        <p14:creationId xmlns:p14="http://schemas.microsoft.com/office/powerpoint/2010/main" val="34188481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7D857-C67B-C604-DEEF-AF202F9891C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FFB1354-5F09-4661-D62D-7D60BF4E5A06}"/>
              </a:ext>
            </a:extLst>
          </p:cNvPr>
          <p:cNvSpPr>
            <a:spLocks noGrp="1"/>
          </p:cNvSpPr>
          <p:nvPr>
            <p:ph idx="1"/>
          </p:nvPr>
        </p:nvSpPr>
        <p:spPr>
          <a:xfrm>
            <a:off x="396240" y="4257040"/>
            <a:ext cx="11176000" cy="2313305"/>
          </a:xfrm>
        </p:spPr>
        <p:txBody>
          <a:bodyPr anchor="ctr" anchorCtr="0">
            <a:normAutofit/>
          </a:bodyPr>
          <a:lstStyle/>
          <a:p>
            <a:pPr marL="0" indent="0">
              <a:buNone/>
            </a:pPr>
            <a:r>
              <a:rPr lang="fr-FR" sz="1800" b="1" dirty="0">
                <a:latin typeface="Calibri" panose="020F0502020204030204" pitchFamily="34" charset="0"/>
                <a:ea typeface="Calibri" panose="020F0502020204030204" pitchFamily="34" charset="0"/>
                <a:cs typeface="Calibri" panose="020F0502020204030204" pitchFamily="34" charset="0"/>
              </a:rPr>
              <a:t>2- Votre conduite à tenir est ?</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surveillance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 scanner abdomino-pelvien</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appendicectomie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coelioscopie exploratrice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antibiothérapie</a:t>
            </a:r>
          </a:p>
        </p:txBody>
      </p:sp>
      <p:sp>
        <p:nvSpPr>
          <p:cNvPr id="2" name="Espace réservé du contenu 2">
            <a:extLst>
              <a:ext uri="{FF2B5EF4-FFF2-40B4-BE49-F238E27FC236}">
                <a16:creationId xmlns:a16="http://schemas.microsoft.com/office/drawing/2014/main" id="{0B6CD253-8661-432F-A602-85EBC21E4911}"/>
              </a:ext>
            </a:extLst>
          </p:cNvPr>
          <p:cNvSpPr txBox="1">
            <a:spLocks/>
          </p:cNvSpPr>
          <p:nvPr/>
        </p:nvSpPr>
        <p:spPr>
          <a:xfrm>
            <a:off x="309880" y="1263015"/>
            <a:ext cx="11572240" cy="10839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Une patiente âgée de 32 ans, consulte pour douleur de la FID.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La patiente ne rapporte pas de signes urinaires.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patiente fébrile à 38°, IMC = 24kg/m2, défense de la FID, examen gynécologique normal.</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Au bilan : leucocytes = 12000e/mm3, CRP=15mg/l, βHCG négative.</a:t>
            </a:r>
          </a:p>
        </p:txBody>
      </p:sp>
      <p:sp>
        <p:nvSpPr>
          <p:cNvPr id="4" name="Espace réservé du contenu 2">
            <a:extLst>
              <a:ext uri="{FF2B5EF4-FFF2-40B4-BE49-F238E27FC236}">
                <a16:creationId xmlns:a16="http://schemas.microsoft.com/office/drawing/2014/main" id="{1F15D777-D969-D78B-8BB1-452379581488}"/>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7 :</a:t>
            </a:r>
          </a:p>
        </p:txBody>
      </p:sp>
      <p:sp>
        <p:nvSpPr>
          <p:cNvPr id="9" name="Espace réservé du contenu 2">
            <a:extLst>
              <a:ext uri="{FF2B5EF4-FFF2-40B4-BE49-F238E27FC236}">
                <a16:creationId xmlns:a16="http://schemas.microsoft.com/office/drawing/2014/main" id="{BF35B0A7-8D65-FB62-B0A0-13A4005B0ADD}"/>
              </a:ext>
            </a:extLst>
          </p:cNvPr>
          <p:cNvSpPr txBox="1">
            <a:spLocks/>
          </p:cNvSpPr>
          <p:nvPr/>
        </p:nvSpPr>
        <p:spPr>
          <a:xfrm>
            <a:off x="309880" y="2885263"/>
            <a:ext cx="11572240" cy="518160"/>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l’échographie abdomino-pelvienne : appendice non vu, le reste de l’examen est sans d’anomalie. </a:t>
            </a:r>
          </a:p>
        </p:txBody>
      </p:sp>
    </p:spTree>
    <p:extLst>
      <p:ext uri="{BB962C8B-B14F-4D97-AF65-F5344CB8AC3E}">
        <p14:creationId xmlns:p14="http://schemas.microsoft.com/office/powerpoint/2010/main" val="7249407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1C9A6-6E0E-2A25-889C-088F3873DC7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EC55532-8E84-0F2F-77F6-A9AFA8DAD431}"/>
              </a:ext>
            </a:extLst>
          </p:cNvPr>
          <p:cNvSpPr>
            <a:spLocks noGrp="1"/>
          </p:cNvSpPr>
          <p:nvPr>
            <p:ph idx="1"/>
          </p:nvPr>
        </p:nvSpPr>
        <p:spPr>
          <a:xfrm>
            <a:off x="396240" y="4257040"/>
            <a:ext cx="11176000" cy="2313305"/>
          </a:xfrm>
        </p:spPr>
        <p:txBody>
          <a:bodyPr anchor="ctr" anchorCtr="0">
            <a:normAutofit/>
          </a:bodyPr>
          <a:lstStyle/>
          <a:p>
            <a:pPr marL="0" indent="0">
              <a:buNone/>
            </a:pPr>
            <a:r>
              <a:rPr lang="fr-FR" sz="1800" b="1" dirty="0">
                <a:latin typeface="Calibri" panose="020F0502020204030204" pitchFamily="34" charset="0"/>
                <a:ea typeface="Calibri" panose="020F0502020204030204" pitchFamily="34" charset="0"/>
                <a:cs typeface="Calibri" panose="020F0502020204030204" pitchFamily="34" charset="0"/>
              </a:rPr>
              <a:t>2- Votre conduite à tenir est ?</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surveillance</a:t>
            </a:r>
          </a:p>
          <a:p>
            <a:pPr marL="447675" indent="-265113">
              <a:buFont typeface="+mj-lt"/>
              <a:buAutoNum type="alphaUcPeriod"/>
            </a:pPr>
            <a:r>
              <a:rPr lang="fr-FR" sz="1800" dirty="0">
                <a:solidFill>
                  <a:srgbClr val="FF0000"/>
                </a:solidFill>
                <a:latin typeface="Calibri" panose="020F0502020204030204" pitchFamily="34" charset="0"/>
                <a:ea typeface="Calibri" panose="020F0502020204030204" pitchFamily="34" charset="0"/>
                <a:cs typeface="Calibri" panose="020F0502020204030204" pitchFamily="34" charset="0"/>
              </a:rPr>
              <a:t>Un scanner abdomino-pelvien</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appendicectomie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coelioscopie exploratrice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Une antibiothérapie</a:t>
            </a:r>
          </a:p>
        </p:txBody>
      </p:sp>
      <p:sp>
        <p:nvSpPr>
          <p:cNvPr id="2" name="Espace réservé du contenu 2">
            <a:extLst>
              <a:ext uri="{FF2B5EF4-FFF2-40B4-BE49-F238E27FC236}">
                <a16:creationId xmlns:a16="http://schemas.microsoft.com/office/drawing/2014/main" id="{D392E4E2-3277-E31C-BE7B-653107CEAA42}"/>
              </a:ext>
            </a:extLst>
          </p:cNvPr>
          <p:cNvSpPr txBox="1">
            <a:spLocks/>
          </p:cNvSpPr>
          <p:nvPr/>
        </p:nvSpPr>
        <p:spPr>
          <a:xfrm>
            <a:off x="309880" y="1263015"/>
            <a:ext cx="11572240" cy="10839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Une patiente âgée de 32 ans, consulte pour douleur de la FID.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La patiente ne rapporte pas de signes urinaires.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patiente fébrile à 38°, IMC = 24kg/m2, défense de la FID, examen gynécologique normal.</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Au bilan : leucocytes = 12000e/mm3, CRP=15mg/l, βHCG négative.</a:t>
            </a:r>
          </a:p>
        </p:txBody>
      </p:sp>
      <p:sp>
        <p:nvSpPr>
          <p:cNvPr id="4" name="Espace réservé du contenu 2">
            <a:extLst>
              <a:ext uri="{FF2B5EF4-FFF2-40B4-BE49-F238E27FC236}">
                <a16:creationId xmlns:a16="http://schemas.microsoft.com/office/drawing/2014/main" id="{ACDCBF7C-9F9E-1DC8-DD7F-25E30C80EA93}"/>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7 :</a:t>
            </a:r>
          </a:p>
        </p:txBody>
      </p:sp>
      <p:sp>
        <p:nvSpPr>
          <p:cNvPr id="9" name="Espace réservé du contenu 2">
            <a:extLst>
              <a:ext uri="{FF2B5EF4-FFF2-40B4-BE49-F238E27FC236}">
                <a16:creationId xmlns:a16="http://schemas.microsoft.com/office/drawing/2014/main" id="{35DDBBE9-981E-0F19-000F-7706C3E34FE5}"/>
              </a:ext>
            </a:extLst>
          </p:cNvPr>
          <p:cNvSpPr txBox="1">
            <a:spLocks/>
          </p:cNvSpPr>
          <p:nvPr/>
        </p:nvSpPr>
        <p:spPr>
          <a:xfrm>
            <a:off x="309880" y="2885263"/>
            <a:ext cx="11572240" cy="518160"/>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l’échographie abdomino-pelvienne : appendice non vu, le reste de l’examen est sans d’anomalie. </a:t>
            </a:r>
          </a:p>
        </p:txBody>
      </p:sp>
    </p:spTree>
    <p:extLst>
      <p:ext uri="{BB962C8B-B14F-4D97-AF65-F5344CB8AC3E}">
        <p14:creationId xmlns:p14="http://schemas.microsoft.com/office/powerpoint/2010/main" val="29679151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C8EDC-8209-DB52-12CB-AC47602C8F0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8F96865-E662-7A32-1437-275312FFE3A1}"/>
              </a:ext>
            </a:extLst>
          </p:cNvPr>
          <p:cNvSpPr>
            <a:spLocks noGrp="1"/>
          </p:cNvSpPr>
          <p:nvPr>
            <p:ph idx="1"/>
          </p:nvPr>
        </p:nvSpPr>
        <p:spPr>
          <a:xfrm>
            <a:off x="396240" y="4257040"/>
            <a:ext cx="11176000" cy="2313305"/>
          </a:xfrm>
        </p:spPr>
        <p:txBody>
          <a:bodyPr anchor="ctr" anchorCtr="0">
            <a:normAutofit/>
          </a:bodyPr>
          <a:lstStyle/>
          <a:p>
            <a:pPr marL="0" indent="0">
              <a:buNone/>
            </a:pPr>
            <a:r>
              <a:rPr lang="fr-FR" sz="1800" b="1" dirty="0">
                <a:latin typeface="Calibri" panose="020F0502020204030204" pitchFamily="34" charset="0"/>
                <a:ea typeface="Calibri" panose="020F0502020204030204" pitchFamily="34" charset="0"/>
                <a:cs typeface="Calibri" panose="020F0502020204030204" pitchFamily="34" charset="0"/>
              </a:rPr>
              <a:t>3- Quelle est votre conduite ?</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Appendicectomie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Surveillance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Coelioscopie exploratrice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Anti-inflammatoires</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Antibiothérapie</a:t>
            </a:r>
          </a:p>
        </p:txBody>
      </p:sp>
      <p:sp>
        <p:nvSpPr>
          <p:cNvPr id="2" name="Espace réservé du contenu 2">
            <a:extLst>
              <a:ext uri="{FF2B5EF4-FFF2-40B4-BE49-F238E27FC236}">
                <a16:creationId xmlns:a16="http://schemas.microsoft.com/office/drawing/2014/main" id="{E3A510D2-A7C3-C4D5-E436-4251D094FF1F}"/>
              </a:ext>
            </a:extLst>
          </p:cNvPr>
          <p:cNvSpPr txBox="1">
            <a:spLocks/>
          </p:cNvSpPr>
          <p:nvPr/>
        </p:nvSpPr>
        <p:spPr>
          <a:xfrm>
            <a:off x="309880" y="1263015"/>
            <a:ext cx="11572240" cy="10839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Une patiente âgée de 32 ans, consulte pour douleur de la FID.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La patiente ne rapporte pas de signes urinaires.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patiente fébrile à 38°, IMC = 24kg/m2, défense de la FID, examen gynécologique normal.</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Au bilan : leucocytes = 12000e/mm3, CRP=15mg/l, βHCG négative.</a:t>
            </a:r>
          </a:p>
        </p:txBody>
      </p:sp>
      <p:sp>
        <p:nvSpPr>
          <p:cNvPr id="4" name="Espace réservé du contenu 2">
            <a:extLst>
              <a:ext uri="{FF2B5EF4-FFF2-40B4-BE49-F238E27FC236}">
                <a16:creationId xmlns:a16="http://schemas.microsoft.com/office/drawing/2014/main" id="{9A317214-995C-39E3-E6A8-AFFFFBFDC971}"/>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7 :</a:t>
            </a:r>
          </a:p>
        </p:txBody>
      </p:sp>
      <p:sp>
        <p:nvSpPr>
          <p:cNvPr id="9" name="Espace réservé du contenu 2">
            <a:extLst>
              <a:ext uri="{FF2B5EF4-FFF2-40B4-BE49-F238E27FC236}">
                <a16:creationId xmlns:a16="http://schemas.microsoft.com/office/drawing/2014/main" id="{D97C42F6-5CFF-2887-556E-4156E1CE0F1D}"/>
              </a:ext>
            </a:extLst>
          </p:cNvPr>
          <p:cNvSpPr txBox="1">
            <a:spLocks/>
          </p:cNvSpPr>
          <p:nvPr/>
        </p:nvSpPr>
        <p:spPr>
          <a:xfrm>
            <a:off x="309880" y="2885263"/>
            <a:ext cx="11572240" cy="518160"/>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l’échographie abdomino-pelvienne : appendice non vu, le reste de l’examen est sans d’anomalie. </a:t>
            </a:r>
          </a:p>
        </p:txBody>
      </p:sp>
      <p:sp>
        <p:nvSpPr>
          <p:cNvPr id="10" name="Espace réservé du contenu 2">
            <a:extLst>
              <a:ext uri="{FF2B5EF4-FFF2-40B4-BE49-F238E27FC236}">
                <a16:creationId xmlns:a16="http://schemas.microsoft.com/office/drawing/2014/main" id="{971BCF63-2382-A06D-A719-DE27E782F9ED}"/>
              </a:ext>
            </a:extLst>
          </p:cNvPr>
          <p:cNvSpPr txBox="1">
            <a:spLocks/>
          </p:cNvSpPr>
          <p:nvPr/>
        </p:nvSpPr>
        <p:spPr>
          <a:xfrm>
            <a:off x="309880" y="3531117"/>
            <a:ext cx="11572240" cy="643254"/>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TDM abdomino-pelvienne : appendice latéro caecal interne de diamètre = 6mm, sans autres anomalies </a:t>
            </a:r>
          </a:p>
        </p:txBody>
      </p:sp>
    </p:spTree>
    <p:extLst>
      <p:ext uri="{BB962C8B-B14F-4D97-AF65-F5344CB8AC3E}">
        <p14:creationId xmlns:p14="http://schemas.microsoft.com/office/powerpoint/2010/main" val="34567714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F137B-AA9D-3E1E-E5C8-0E99A5480C2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809894D-70EF-555A-CD3D-F1F8434B92D7}"/>
              </a:ext>
            </a:extLst>
          </p:cNvPr>
          <p:cNvSpPr>
            <a:spLocks noGrp="1"/>
          </p:cNvSpPr>
          <p:nvPr>
            <p:ph idx="1"/>
          </p:nvPr>
        </p:nvSpPr>
        <p:spPr>
          <a:xfrm>
            <a:off x="396240" y="4257040"/>
            <a:ext cx="11176000" cy="2313305"/>
          </a:xfrm>
        </p:spPr>
        <p:txBody>
          <a:bodyPr anchor="ctr" anchorCtr="0">
            <a:normAutofit/>
          </a:bodyPr>
          <a:lstStyle/>
          <a:p>
            <a:pPr marL="0" indent="0">
              <a:buNone/>
            </a:pPr>
            <a:r>
              <a:rPr lang="fr-FR" sz="1800" b="1" dirty="0">
                <a:latin typeface="Calibri" panose="020F0502020204030204" pitchFamily="34" charset="0"/>
                <a:ea typeface="Calibri" panose="020F0502020204030204" pitchFamily="34" charset="0"/>
                <a:cs typeface="Calibri" panose="020F0502020204030204" pitchFamily="34" charset="0"/>
              </a:rPr>
              <a:t>3- Quelle est votre conduite ?</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Appendicectomie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Surveillance</a:t>
            </a:r>
          </a:p>
          <a:p>
            <a:pPr marL="447675" indent="-265113">
              <a:buFont typeface="+mj-lt"/>
              <a:buAutoNum type="alphaUcPeriod"/>
            </a:pPr>
            <a:r>
              <a:rPr lang="fr-FR" sz="1800" dirty="0">
                <a:solidFill>
                  <a:srgbClr val="FF0000"/>
                </a:solidFill>
                <a:latin typeface="Calibri" panose="020F0502020204030204" pitchFamily="34" charset="0"/>
                <a:ea typeface="Calibri" panose="020F0502020204030204" pitchFamily="34" charset="0"/>
                <a:cs typeface="Calibri" panose="020F0502020204030204" pitchFamily="34" charset="0"/>
              </a:rPr>
              <a:t>Coelioscopie exploratrice</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Anti-inflammatoires</a:t>
            </a:r>
          </a:p>
          <a:p>
            <a:pPr marL="447675" indent="-265113">
              <a:buFont typeface="+mj-lt"/>
              <a:buAutoNum type="alphaUcPeriod"/>
            </a:pPr>
            <a:r>
              <a:rPr lang="fr-FR" sz="1800" dirty="0">
                <a:latin typeface="Calibri" panose="020F0502020204030204" pitchFamily="34" charset="0"/>
                <a:ea typeface="Calibri" panose="020F0502020204030204" pitchFamily="34" charset="0"/>
                <a:cs typeface="Calibri" panose="020F0502020204030204" pitchFamily="34" charset="0"/>
              </a:rPr>
              <a:t>Antibiothérapie</a:t>
            </a:r>
          </a:p>
        </p:txBody>
      </p:sp>
      <p:sp>
        <p:nvSpPr>
          <p:cNvPr id="2" name="Espace réservé du contenu 2">
            <a:extLst>
              <a:ext uri="{FF2B5EF4-FFF2-40B4-BE49-F238E27FC236}">
                <a16:creationId xmlns:a16="http://schemas.microsoft.com/office/drawing/2014/main" id="{3298858F-78EF-9C5D-1CC5-A5473B34EA6C}"/>
              </a:ext>
            </a:extLst>
          </p:cNvPr>
          <p:cNvSpPr txBox="1">
            <a:spLocks/>
          </p:cNvSpPr>
          <p:nvPr/>
        </p:nvSpPr>
        <p:spPr>
          <a:xfrm>
            <a:off x="309880" y="1263015"/>
            <a:ext cx="11572240" cy="10839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Une patiente âgée de 32 ans, consulte pour douleur de la FID.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La patiente ne rapporte pas de signes urinaires.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l’examen : patiente fébrile à 38°, IMC = 24kg/m2, défense de la FID, examen gynécologique normal.</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Au bilan : leucocytes = 12000e/mm3, CRP=15mg/l, βHCG négative.</a:t>
            </a:r>
          </a:p>
        </p:txBody>
      </p:sp>
      <p:sp>
        <p:nvSpPr>
          <p:cNvPr id="4" name="Espace réservé du contenu 2">
            <a:extLst>
              <a:ext uri="{FF2B5EF4-FFF2-40B4-BE49-F238E27FC236}">
                <a16:creationId xmlns:a16="http://schemas.microsoft.com/office/drawing/2014/main" id="{125B697F-137F-3685-FAA1-F072A6E267B6}"/>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7 :</a:t>
            </a:r>
          </a:p>
        </p:txBody>
      </p:sp>
      <p:sp>
        <p:nvSpPr>
          <p:cNvPr id="9" name="Espace réservé du contenu 2">
            <a:extLst>
              <a:ext uri="{FF2B5EF4-FFF2-40B4-BE49-F238E27FC236}">
                <a16:creationId xmlns:a16="http://schemas.microsoft.com/office/drawing/2014/main" id="{A2F54104-0F3C-C521-89CE-748810FA1DB1}"/>
              </a:ext>
            </a:extLst>
          </p:cNvPr>
          <p:cNvSpPr txBox="1">
            <a:spLocks/>
          </p:cNvSpPr>
          <p:nvPr/>
        </p:nvSpPr>
        <p:spPr>
          <a:xfrm>
            <a:off x="309880" y="2885263"/>
            <a:ext cx="11572240" cy="518160"/>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l’échographie abdomino-pelvienne : appendice non vu, le reste de l’examen est sans d’anomalie. </a:t>
            </a:r>
          </a:p>
        </p:txBody>
      </p:sp>
      <p:sp>
        <p:nvSpPr>
          <p:cNvPr id="10" name="Espace réservé du contenu 2">
            <a:extLst>
              <a:ext uri="{FF2B5EF4-FFF2-40B4-BE49-F238E27FC236}">
                <a16:creationId xmlns:a16="http://schemas.microsoft.com/office/drawing/2014/main" id="{2627544B-FC67-75CD-9E86-39D4CFE14A8B}"/>
              </a:ext>
            </a:extLst>
          </p:cNvPr>
          <p:cNvSpPr txBox="1">
            <a:spLocks/>
          </p:cNvSpPr>
          <p:nvPr/>
        </p:nvSpPr>
        <p:spPr>
          <a:xfrm>
            <a:off x="309880" y="3531117"/>
            <a:ext cx="11572240" cy="643254"/>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À la TDM abdomino-pelvienne : appendice latéro caecal interne de diamètre = 6mm, sans autres anomalies </a:t>
            </a:r>
          </a:p>
        </p:txBody>
      </p:sp>
    </p:spTree>
    <p:extLst>
      <p:ext uri="{BB962C8B-B14F-4D97-AF65-F5344CB8AC3E}">
        <p14:creationId xmlns:p14="http://schemas.microsoft.com/office/powerpoint/2010/main" val="134591167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5B224991-2BCA-EE5E-AF08-F26019A15826}"/>
              </a:ext>
            </a:extLst>
          </p:cNvPr>
          <p:cNvPicPr>
            <a:picLocks noChangeAspect="1"/>
          </p:cNvPicPr>
          <p:nvPr/>
        </p:nvPicPr>
        <p:blipFill>
          <a:blip r:embed="rId2"/>
          <a:stretch>
            <a:fillRect/>
          </a:stretch>
        </p:blipFill>
        <p:spPr>
          <a:xfrm>
            <a:off x="3545363" y="294416"/>
            <a:ext cx="5101273" cy="6269168"/>
          </a:xfrm>
          <a:prstGeom prst="rect">
            <a:avLst/>
          </a:prstGeom>
        </p:spPr>
      </p:pic>
    </p:spTree>
    <p:extLst>
      <p:ext uri="{BB962C8B-B14F-4D97-AF65-F5344CB8AC3E}">
        <p14:creationId xmlns:p14="http://schemas.microsoft.com/office/powerpoint/2010/main" val="91047558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TotalTime>
  <Words>6312</Words>
  <Application>Microsoft Office PowerPoint</Application>
  <PresentationFormat>Grand écran</PresentationFormat>
  <Paragraphs>632</Paragraphs>
  <Slides>75</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75</vt:i4>
      </vt:variant>
    </vt:vector>
  </HeadingPairs>
  <TitlesOfParts>
    <vt:vector size="82" baseType="lpstr">
      <vt:lpstr>Aptos</vt:lpstr>
      <vt:lpstr>Aptos Display</vt:lpstr>
      <vt:lpstr>Arial</vt:lpstr>
      <vt:lpstr>Calibri</vt:lpstr>
      <vt:lpstr>Times New Roman</vt:lpstr>
      <vt:lpstr>TimesNewRomanPSMT</vt:lpstr>
      <vt:lpstr>Thème Office</vt:lpstr>
      <vt:lpstr>Présentation PowerPoint</vt:lpstr>
      <vt:lpstr>Appendicite aigüe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zied.kammoun</dc:creator>
  <cp:lastModifiedBy>zied.kammoun</cp:lastModifiedBy>
  <cp:revision>1</cp:revision>
  <dcterms:created xsi:type="dcterms:W3CDTF">2025-09-30T22:37:59Z</dcterms:created>
  <dcterms:modified xsi:type="dcterms:W3CDTF">2025-10-13T11:00:26Z</dcterms:modified>
</cp:coreProperties>
</file>