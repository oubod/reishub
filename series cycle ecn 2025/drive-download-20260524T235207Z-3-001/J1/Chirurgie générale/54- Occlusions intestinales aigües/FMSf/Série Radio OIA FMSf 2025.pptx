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0"/>
  </p:notesMasterIdLst>
  <p:sldIdLst>
    <p:sldId id="258" r:id="rId2"/>
    <p:sldId id="257" r:id="rId3"/>
    <p:sldId id="310" r:id="rId4"/>
    <p:sldId id="311" r:id="rId5"/>
    <p:sldId id="312" r:id="rId6"/>
    <p:sldId id="259" r:id="rId7"/>
    <p:sldId id="347" r:id="rId8"/>
    <p:sldId id="260" r:id="rId9"/>
    <p:sldId id="348" r:id="rId10"/>
    <p:sldId id="262" r:id="rId11"/>
    <p:sldId id="349" r:id="rId12"/>
    <p:sldId id="263" r:id="rId13"/>
    <p:sldId id="350" r:id="rId14"/>
    <p:sldId id="265" r:id="rId15"/>
    <p:sldId id="351" r:id="rId16"/>
    <p:sldId id="313" r:id="rId17"/>
    <p:sldId id="352" r:id="rId18"/>
    <p:sldId id="270" r:id="rId19"/>
    <p:sldId id="353" r:id="rId20"/>
    <p:sldId id="271" r:id="rId21"/>
    <p:sldId id="354" r:id="rId22"/>
    <p:sldId id="272" r:id="rId23"/>
    <p:sldId id="355" r:id="rId24"/>
    <p:sldId id="273" r:id="rId25"/>
    <p:sldId id="356" r:id="rId26"/>
    <p:sldId id="275" r:id="rId27"/>
    <p:sldId id="357" r:id="rId28"/>
    <p:sldId id="276" r:id="rId29"/>
    <p:sldId id="358" r:id="rId30"/>
    <p:sldId id="314" r:id="rId31"/>
    <p:sldId id="359" r:id="rId32"/>
    <p:sldId id="315" r:id="rId33"/>
    <p:sldId id="360" r:id="rId34"/>
    <p:sldId id="307" r:id="rId35"/>
    <p:sldId id="316" r:id="rId36"/>
    <p:sldId id="361" r:id="rId37"/>
    <p:sldId id="317" r:id="rId38"/>
    <p:sldId id="362" r:id="rId39"/>
    <p:sldId id="308" r:id="rId40"/>
    <p:sldId id="318" r:id="rId41"/>
    <p:sldId id="363" r:id="rId42"/>
    <p:sldId id="319" r:id="rId43"/>
    <p:sldId id="364" r:id="rId44"/>
    <p:sldId id="320" r:id="rId45"/>
    <p:sldId id="365" r:id="rId46"/>
    <p:sldId id="321" r:id="rId47"/>
    <p:sldId id="366" r:id="rId48"/>
    <p:sldId id="322" r:id="rId49"/>
    <p:sldId id="367" r:id="rId50"/>
    <p:sldId id="323" r:id="rId51"/>
    <p:sldId id="368" r:id="rId52"/>
    <p:sldId id="324" r:id="rId53"/>
    <p:sldId id="369" r:id="rId54"/>
    <p:sldId id="325" r:id="rId55"/>
    <p:sldId id="370" r:id="rId56"/>
    <p:sldId id="326" r:id="rId57"/>
    <p:sldId id="371" r:id="rId58"/>
    <p:sldId id="327" r:id="rId59"/>
    <p:sldId id="372" r:id="rId60"/>
    <p:sldId id="328" r:id="rId61"/>
    <p:sldId id="373" r:id="rId62"/>
    <p:sldId id="329" r:id="rId63"/>
    <p:sldId id="374" r:id="rId64"/>
    <p:sldId id="330" r:id="rId65"/>
    <p:sldId id="375" r:id="rId66"/>
    <p:sldId id="331" r:id="rId67"/>
    <p:sldId id="376" r:id="rId68"/>
    <p:sldId id="332" r:id="rId69"/>
    <p:sldId id="377" r:id="rId70"/>
    <p:sldId id="333" r:id="rId71"/>
    <p:sldId id="378" r:id="rId72"/>
    <p:sldId id="334" r:id="rId73"/>
    <p:sldId id="379" r:id="rId74"/>
    <p:sldId id="335" r:id="rId75"/>
    <p:sldId id="380" r:id="rId76"/>
    <p:sldId id="336" r:id="rId77"/>
    <p:sldId id="381" r:id="rId78"/>
    <p:sldId id="337" r:id="rId79"/>
    <p:sldId id="382" r:id="rId80"/>
    <p:sldId id="338" r:id="rId81"/>
    <p:sldId id="383" r:id="rId82"/>
    <p:sldId id="339" r:id="rId83"/>
    <p:sldId id="384" r:id="rId84"/>
    <p:sldId id="340" r:id="rId85"/>
    <p:sldId id="385" r:id="rId86"/>
    <p:sldId id="341" r:id="rId87"/>
    <p:sldId id="386" r:id="rId88"/>
    <p:sldId id="342" r:id="rId89"/>
    <p:sldId id="387" r:id="rId90"/>
    <p:sldId id="343" r:id="rId91"/>
    <p:sldId id="388" r:id="rId92"/>
    <p:sldId id="344" r:id="rId93"/>
    <p:sldId id="389" r:id="rId94"/>
    <p:sldId id="390" r:id="rId95"/>
    <p:sldId id="345" r:id="rId96"/>
    <p:sldId id="391" r:id="rId97"/>
    <p:sldId id="346" r:id="rId98"/>
    <p:sldId id="392" r:id="rId99"/>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8CBA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93A78A-FEB3-455C-809B-E6D9B22DE5B4}" v="200" dt="2025-10-13T11:25:04.4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46" d="100"/>
          <a:sy n="46" d="100"/>
        </p:scale>
        <p:origin x="58" y="8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notesMaster" Target="notesMasters/notesMaster1.xml"/><Relationship Id="rId105"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ied.kammoun" userId="bf0d7764-83a7-4f46-aeea-edade3febd2d" providerId="ADAL" clId="{72E36F06-32C1-4FB1-8856-62AA5C4D770F}"/>
    <pc:docChg chg="undo custSel addSld delSld modSld sldOrd">
      <pc:chgData name="zied.kammoun" userId="bf0d7764-83a7-4f46-aeea-edade3febd2d" providerId="ADAL" clId="{72E36F06-32C1-4FB1-8856-62AA5C4D770F}" dt="2025-10-13T11:25:11.831" v="2703" actId="207"/>
      <pc:docMkLst>
        <pc:docMk/>
      </pc:docMkLst>
      <pc:sldChg chg="del">
        <pc:chgData name="zied.kammoun" userId="bf0d7764-83a7-4f46-aeea-edade3febd2d" providerId="ADAL" clId="{72E36F06-32C1-4FB1-8856-62AA5C4D770F}" dt="2025-09-30T22:45:10.381" v="0" actId="47"/>
        <pc:sldMkLst>
          <pc:docMk/>
          <pc:sldMk cId="3310117618" sldId="256"/>
        </pc:sldMkLst>
      </pc:sldChg>
      <pc:sldChg chg="addSp delSp modSp mod">
        <pc:chgData name="zied.kammoun" userId="bf0d7764-83a7-4f46-aeea-edade3febd2d" providerId="ADAL" clId="{72E36F06-32C1-4FB1-8856-62AA5C4D770F}" dt="2025-10-03T23:25:16.804" v="2537" actId="1582"/>
        <pc:sldMkLst>
          <pc:docMk/>
          <pc:sldMk cId="1877302455" sldId="257"/>
        </pc:sldMkLst>
        <pc:spChg chg="mod">
          <ac:chgData name="zied.kammoun" userId="bf0d7764-83a7-4f46-aeea-edade3febd2d" providerId="ADAL" clId="{72E36F06-32C1-4FB1-8856-62AA5C4D770F}" dt="2025-10-01T00:36:29.291" v="1873" actId="2711"/>
          <ac:spMkLst>
            <pc:docMk/>
            <pc:sldMk cId="1877302455" sldId="257"/>
            <ac:spMk id="2" creationId="{3E8C6369-E9D3-E7DA-2CF7-D518238AC2AB}"/>
          </ac:spMkLst>
        </pc:spChg>
        <pc:spChg chg="add mod">
          <ac:chgData name="zied.kammoun" userId="bf0d7764-83a7-4f46-aeea-edade3febd2d" providerId="ADAL" clId="{72E36F06-32C1-4FB1-8856-62AA5C4D770F}" dt="2025-10-03T23:25:16.804" v="2537" actId="1582"/>
          <ac:spMkLst>
            <pc:docMk/>
            <pc:sldMk cId="1877302455" sldId="257"/>
            <ac:spMk id="7" creationId="{40F18F03-587E-F0D4-2787-0A64A5930C2B}"/>
          </ac:spMkLst>
        </pc:spChg>
      </pc:sldChg>
      <pc:sldChg chg="modSp mod">
        <pc:chgData name="zied.kammoun" userId="bf0d7764-83a7-4f46-aeea-edade3febd2d" providerId="ADAL" clId="{72E36F06-32C1-4FB1-8856-62AA5C4D770F}" dt="2025-10-01T00:32:54.757" v="1766" actId="1076"/>
        <pc:sldMkLst>
          <pc:docMk/>
          <pc:sldMk cId="920508864" sldId="258"/>
        </pc:sldMkLst>
        <pc:spChg chg="mod">
          <ac:chgData name="zied.kammoun" userId="bf0d7764-83a7-4f46-aeea-edade3febd2d" providerId="ADAL" clId="{72E36F06-32C1-4FB1-8856-62AA5C4D770F}" dt="2025-10-01T00:32:54.757" v="1766" actId="1076"/>
          <ac:spMkLst>
            <pc:docMk/>
            <pc:sldMk cId="920508864" sldId="258"/>
            <ac:spMk id="8" creationId="{702BF6AB-88C3-DC20-4A08-D7617F0963CB}"/>
          </ac:spMkLst>
        </pc:spChg>
      </pc:sldChg>
      <pc:sldChg chg="addSp delSp modSp new mod">
        <pc:chgData name="zied.kammoun" userId="bf0d7764-83a7-4f46-aeea-edade3febd2d" providerId="ADAL" clId="{72E36F06-32C1-4FB1-8856-62AA5C4D770F}" dt="2025-10-01T00:49:39.913" v="2034" actId="27636"/>
        <pc:sldMkLst>
          <pc:docMk/>
          <pc:sldMk cId="63158710" sldId="259"/>
        </pc:sldMkLst>
        <pc:spChg chg="mod">
          <ac:chgData name="zied.kammoun" userId="bf0d7764-83a7-4f46-aeea-edade3febd2d" providerId="ADAL" clId="{72E36F06-32C1-4FB1-8856-62AA5C4D770F}" dt="2025-10-01T00:49:39.913" v="2034" actId="27636"/>
          <ac:spMkLst>
            <pc:docMk/>
            <pc:sldMk cId="63158710" sldId="259"/>
            <ac:spMk id="3" creationId="{0D52B5F3-50F9-6362-7F47-AEC51E1E8FC7}"/>
          </ac:spMkLst>
        </pc:spChg>
      </pc:sldChg>
      <pc:sldChg chg="modSp add mod ord">
        <pc:chgData name="zied.kammoun" userId="bf0d7764-83a7-4f46-aeea-edade3febd2d" providerId="ADAL" clId="{72E36F06-32C1-4FB1-8856-62AA5C4D770F}" dt="2025-10-01T00:50:32.662" v="2041" actId="313"/>
        <pc:sldMkLst>
          <pc:docMk/>
          <pc:sldMk cId="3802743959" sldId="260"/>
        </pc:sldMkLst>
        <pc:spChg chg="mod">
          <ac:chgData name="zied.kammoun" userId="bf0d7764-83a7-4f46-aeea-edade3febd2d" providerId="ADAL" clId="{72E36F06-32C1-4FB1-8856-62AA5C4D770F}" dt="2025-10-01T00:50:32.662" v="2041" actId="313"/>
          <ac:spMkLst>
            <pc:docMk/>
            <pc:sldMk cId="3802743959" sldId="260"/>
            <ac:spMk id="3" creationId="{117F9F15-F817-FD15-A6C1-FC4892648D2B}"/>
          </ac:spMkLst>
        </pc:spChg>
      </pc:sldChg>
      <pc:sldChg chg="addSp delSp modSp new del mod ord">
        <pc:chgData name="zied.kammoun" userId="bf0d7764-83a7-4f46-aeea-edade3febd2d" providerId="ADAL" clId="{72E36F06-32C1-4FB1-8856-62AA5C4D770F}" dt="2025-10-01T00:12:59.634" v="1359" actId="47"/>
        <pc:sldMkLst>
          <pc:docMk/>
          <pc:sldMk cId="1792942109" sldId="261"/>
        </pc:sldMkLst>
      </pc:sldChg>
      <pc:sldChg chg="modSp add mod">
        <pc:chgData name="zied.kammoun" userId="bf0d7764-83a7-4f46-aeea-edade3febd2d" providerId="ADAL" clId="{72E36F06-32C1-4FB1-8856-62AA5C4D770F}" dt="2025-10-01T00:50:52.656" v="2045"/>
        <pc:sldMkLst>
          <pc:docMk/>
          <pc:sldMk cId="1106629892" sldId="262"/>
        </pc:sldMkLst>
        <pc:spChg chg="mod">
          <ac:chgData name="zied.kammoun" userId="bf0d7764-83a7-4f46-aeea-edade3febd2d" providerId="ADAL" clId="{72E36F06-32C1-4FB1-8856-62AA5C4D770F}" dt="2025-10-01T00:50:52.656" v="2045"/>
          <ac:spMkLst>
            <pc:docMk/>
            <pc:sldMk cId="1106629892" sldId="262"/>
            <ac:spMk id="3" creationId="{25010DFB-CC1C-9183-6CEC-FD7DB29D5BF5}"/>
          </ac:spMkLst>
        </pc:spChg>
      </pc:sldChg>
      <pc:sldChg chg="new del">
        <pc:chgData name="zied.kammoun" userId="bf0d7764-83a7-4f46-aeea-edade3febd2d" providerId="ADAL" clId="{72E36F06-32C1-4FB1-8856-62AA5C4D770F}" dt="2025-09-30T22:57:55.916" v="193" actId="47"/>
        <pc:sldMkLst>
          <pc:docMk/>
          <pc:sldMk cId="659004240" sldId="263"/>
        </pc:sldMkLst>
      </pc:sldChg>
      <pc:sldChg chg="modSp add mod">
        <pc:chgData name="zied.kammoun" userId="bf0d7764-83a7-4f46-aeea-edade3febd2d" providerId="ADAL" clId="{72E36F06-32C1-4FB1-8856-62AA5C4D770F}" dt="2025-10-01T00:51:13.011" v="2048"/>
        <pc:sldMkLst>
          <pc:docMk/>
          <pc:sldMk cId="2824375647" sldId="263"/>
        </pc:sldMkLst>
        <pc:spChg chg="mod">
          <ac:chgData name="zied.kammoun" userId="bf0d7764-83a7-4f46-aeea-edade3febd2d" providerId="ADAL" clId="{72E36F06-32C1-4FB1-8856-62AA5C4D770F}" dt="2025-10-01T00:51:13.011" v="2048"/>
          <ac:spMkLst>
            <pc:docMk/>
            <pc:sldMk cId="2824375647" sldId="263"/>
            <ac:spMk id="3" creationId="{CE75A4A4-774B-6C09-D3BC-A123C763EDE0}"/>
          </ac:spMkLst>
        </pc:spChg>
      </pc:sldChg>
      <pc:sldChg chg="modSp add del mod ord">
        <pc:chgData name="zied.kammoun" userId="bf0d7764-83a7-4f46-aeea-edade3febd2d" providerId="ADAL" clId="{72E36F06-32C1-4FB1-8856-62AA5C4D770F}" dt="2025-10-01T00:13:01.471" v="1360" actId="47"/>
        <pc:sldMkLst>
          <pc:docMk/>
          <pc:sldMk cId="3607179458" sldId="264"/>
        </pc:sldMkLst>
      </pc:sldChg>
      <pc:sldChg chg="modSp add mod">
        <pc:chgData name="zied.kammoun" userId="bf0d7764-83a7-4f46-aeea-edade3febd2d" providerId="ADAL" clId="{72E36F06-32C1-4FB1-8856-62AA5C4D770F}" dt="2025-10-01T00:51:36.735" v="2053"/>
        <pc:sldMkLst>
          <pc:docMk/>
          <pc:sldMk cId="1179806339" sldId="265"/>
        </pc:sldMkLst>
        <pc:spChg chg="mod">
          <ac:chgData name="zied.kammoun" userId="bf0d7764-83a7-4f46-aeea-edade3febd2d" providerId="ADAL" clId="{72E36F06-32C1-4FB1-8856-62AA5C4D770F}" dt="2025-10-01T00:51:36.735" v="2053"/>
          <ac:spMkLst>
            <pc:docMk/>
            <pc:sldMk cId="1179806339" sldId="265"/>
            <ac:spMk id="3" creationId="{CD1D5E15-CC84-2F9D-6DD8-BF3EC5E8CADF}"/>
          </ac:spMkLst>
        </pc:spChg>
      </pc:sldChg>
      <pc:sldChg chg="modSp add del mod">
        <pc:chgData name="zied.kammoun" userId="bf0d7764-83a7-4f46-aeea-edade3febd2d" providerId="ADAL" clId="{72E36F06-32C1-4FB1-8856-62AA5C4D770F}" dt="2025-10-01T00:13:03.886" v="1361" actId="47"/>
        <pc:sldMkLst>
          <pc:docMk/>
          <pc:sldMk cId="1648161091" sldId="266"/>
        </pc:sldMkLst>
      </pc:sldChg>
      <pc:sldChg chg="new del">
        <pc:chgData name="zied.kammoun" userId="bf0d7764-83a7-4f46-aeea-edade3febd2d" providerId="ADAL" clId="{72E36F06-32C1-4FB1-8856-62AA5C4D770F}" dt="2025-09-30T23:24:34.749" v="689" actId="47"/>
        <pc:sldMkLst>
          <pc:docMk/>
          <pc:sldMk cId="4185143226" sldId="267"/>
        </pc:sldMkLst>
      </pc:sldChg>
      <pc:sldChg chg="modSp add del mod ord">
        <pc:chgData name="zied.kammoun" userId="bf0d7764-83a7-4f46-aeea-edade3febd2d" providerId="ADAL" clId="{72E36F06-32C1-4FB1-8856-62AA5C4D770F}" dt="2025-10-01T00:51:47.363" v="2054" actId="47"/>
        <pc:sldMkLst>
          <pc:docMk/>
          <pc:sldMk cId="889468942" sldId="268"/>
        </pc:sldMkLst>
      </pc:sldChg>
      <pc:sldChg chg="modSp add del mod ord">
        <pc:chgData name="zied.kammoun" userId="bf0d7764-83a7-4f46-aeea-edade3febd2d" providerId="ADAL" clId="{72E36F06-32C1-4FB1-8856-62AA5C4D770F}" dt="2025-10-01T00:13:06.089" v="1362" actId="47"/>
        <pc:sldMkLst>
          <pc:docMk/>
          <pc:sldMk cId="3553934563" sldId="269"/>
        </pc:sldMkLst>
      </pc:sldChg>
      <pc:sldChg chg="modSp add mod ord">
        <pc:chgData name="zied.kammoun" userId="bf0d7764-83a7-4f46-aeea-edade3febd2d" providerId="ADAL" clId="{72E36F06-32C1-4FB1-8856-62AA5C4D770F}" dt="2025-10-01T00:52:51.817" v="2065" actId="20577"/>
        <pc:sldMkLst>
          <pc:docMk/>
          <pc:sldMk cId="1868612620" sldId="270"/>
        </pc:sldMkLst>
        <pc:spChg chg="mod">
          <ac:chgData name="zied.kammoun" userId="bf0d7764-83a7-4f46-aeea-edade3febd2d" providerId="ADAL" clId="{72E36F06-32C1-4FB1-8856-62AA5C4D770F}" dt="2025-10-01T00:52:51.817" v="2065" actId="20577"/>
          <ac:spMkLst>
            <pc:docMk/>
            <pc:sldMk cId="1868612620" sldId="270"/>
            <ac:spMk id="3" creationId="{A88A54D3-7833-54EB-AE9F-2570EDBBA543}"/>
          </ac:spMkLst>
        </pc:spChg>
      </pc:sldChg>
      <pc:sldChg chg="modSp add mod">
        <pc:chgData name="zied.kammoun" userId="bf0d7764-83a7-4f46-aeea-edade3febd2d" providerId="ADAL" clId="{72E36F06-32C1-4FB1-8856-62AA5C4D770F}" dt="2025-10-01T00:53:22.536" v="2070" actId="20577"/>
        <pc:sldMkLst>
          <pc:docMk/>
          <pc:sldMk cId="1431563936" sldId="271"/>
        </pc:sldMkLst>
        <pc:spChg chg="mod">
          <ac:chgData name="zied.kammoun" userId="bf0d7764-83a7-4f46-aeea-edade3febd2d" providerId="ADAL" clId="{72E36F06-32C1-4FB1-8856-62AA5C4D770F}" dt="2025-10-01T00:53:22.536" v="2070" actId="20577"/>
          <ac:spMkLst>
            <pc:docMk/>
            <pc:sldMk cId="1431563936" sldId="271"/>
            <ac:spMk id="3" creationId="{0BC64370-42E3-8B2E-3DE4-2A175D34F923}"/>
          </ac:spMkLst>
        </pc:spChg>
      </pc:sldChg>
      <pc:sldChg chg="modSp add mod">
        <pc:chgData name="zied.kammoun" userId="bf0d7764-83a7-4f46-aeea-edade3febd2d" providerId="ADAL" clId="{72E36F06-32C1-4FB1-8856-62AA5C4D770F}" dt="2025-10-01T00:53:39.742" v="2073"/>
        <pc:sldMkLst>
          <pc:docMk/>
          <pc:sldMk cId="2759572477" sldId="272"/>
        </pc:sldMkLst>
        <pc:spChg chg="mod">
          <ac:chgData name="zied.kammoun" userId="bf0d7764-83a7-4f46-aeea-edade3febd2d" providerId="ADAL" clId="{72E36F06-32C1-4FB1-8856-62AA5C4D770F}" dt="2025-10-01T00:53:39.742" v="2073"/>
          <ac:spMkLst>
            <pc:docMk/>
            <pc:sldMk cId="2759572477" sldId="272"/>
            <ac:spMk id="3" creationId="{4E20BECD-C69D-0499-B521-E36F7565C30B}"/>
          </ac:spMkLst>
        </pc:spChg>
      </pc:sldChg>
      <pc:sldChg chg="modSp add mod">
        <pc:chgData name="zied.kammoun" userId="bf0d7764-83a7-4f46-aeea-edade3febd2d" providerId="ADAL" clId="{72E36F06-32C1-4FB1-8856-62AA5C4D770F}" dt="2025-10-01T00:53:58.861" v="2077" actId="27636"/>
        <pc:sldMkLst>
          <pc:docMk/>
          <pc:sldMk cId="1016152298" sldId="273"/>
        </pc:sldMkLst>
        <pc:spChg chg="mod">
          <ac:chgData name="zied.kammoun" userId="bf0d7764-83a7-4f46-aeea-edade3febd2d" providerId="ADAL" clId="{72E36F06-32C1-4FB1-8856-62AA5C4D770F}" dt="2025-10-01T00:53:58.861" v="2077" actId="27636"/>
          <ac:spMkLst>
            <pc:docMk/>
            <pc:sldMk cId="1016152298" sldId="273"/>
            <ac:spMk id="3" creationId="{BA62A90C-1BDE-A0D0-B045-A13A2BFC6171}"/>
          </ac:spMkLst>
        </pc:spChg>
      </pc:sldChg>
      <pc:sldChg chg="modSp add del mod ord">
        <pc:chgData name="zied.kammoun" userId="bf0d7764-83a7-4f46-aeea-edade3febd2d" providerId="ADAL" clId="{72E36F06-32C1-4FB1-8856-62AA5C4D770F}" dt="2025-10-01T00:13:08.883" v="1363" actId="47"/>
        <pc:sldMkLst>
          <pc:docMk/>
          <pc:sldMk cId="1453881286" sldId="274"/>
        </pc:sldMkLst>
      </pc:sldChg>
      <pc:sldChg chg="modSp add mod ord">
        <pc:chgData name="zied.kammoun" userId="bf0d7764-83a7-4f46-aeea-edade3febd2d" providerId="ADAL" clId="{72E36F06-32C1-4FB1-8856-62AA5C4D770F}" dt="2025-10-13T11:12:15.350" v="2575" actId="20577"/>
        <pc:sldMkLst>
          <pc:docMk/>
          <pc:sldMk cId="3916633893" sldId="275"/>
        </pc:sldMkLst>
        <pc:spChg chg="mod">
          <ac:chgData name="zied.kammoun" userId="bf0d7764-83a7-4f46-aeea-edade3febd2d" providerId="ADAL" clId="{72E36F06-32C1-4FB1-8856-62AA5C4D770F}" dt="2025-10-13T11:12:15.350" v="2575" actId="20577"/>
          <ac:spMkLst>
            <pc:docMk/>
            <pc:sldMk cId="3916633893" sldId="275"/>
            <ac:spMk id="3" creationId="{806A378F-4B11-BBD2-D789-56057781D784}"/>
          </ac:spMkLst>
        </pc:spChg>
      </pc:sldChg>
      <pc:sldChg chg="modSp add mod">
        <pc:chgData name="zied.kammoun" userId="bf0d7764-83a7-4f46-aeea-edade3febd2d" providerId="ADAL" clId="{72E36F06-32C1-4FB1-8856-62AA5C4D770F}" dt="2025-10-01T00:55:46.721" v="2109" actId="20577"/>
        <pc:sldMkLst>
          <pc:docMk/>
          <pc:sldMk cId="214813196" sldId="276"/>
        </pc:sldMkLst>
        <pc:spChg chg="mod">
          <ac:chgData name="zied.kammoun" userId="bf0d7764-83a7-4f46-aeea-edade3febd2d" providerId="ADAL" clId="{72E36F06-32C1-4FB1-8856-62AA5C4D770F}" dt="2025-10-01T00:55:46.721" v="2109" actId="20577"/>
          <ac:spMkLst>
            <pc:docMk/>
            <pc:sldMk cId="214813196" sldId="276"/>
            <ac:spMk id="3" creationId="{F5B6060B-DE4C-2CA9-C131-F84EB5ACB8F9}"/>
          </ac:spMkLst>
        </pc:spChg>
      </pc:sldChg>
      <pc:sldChg chg="modSp add del mod">
        <pc:chgData name="zied.kammoun" userId="bf0d7764-83a7-4f46-aeea-edade3febd2d" providerId="ADAL" clId="{72E36F06-32C1-4FB1-8856-62AA5C4D770F}" dt="2025-10-01T00:19:36.922" v="1540" actId="47"/>
        <pc:sldMkLst>
          <pc:docMk/>
          <pc:sldMk cId="1248009517" sldId="277"/>
        </pc:sldMkLst>
      </pc:sldChg>
      <pc:sldChg chg="modSp add del mod">
        <pc:chgData name="zied.kammoun" userId="bf0d7764-83a7-4f46-aeea-edade3febd2d" providerId="ADAL" clId="{72E36F06-32C1-4FB1-8856-62AA5C4D770F}" dt="2025-10-01T00:19:36.922" v="1540" actId="47"/>
        <pc:sldMkLst>
          <pc:docMk/>
          <pc:sldMk cId="1379372501" sldId="278"/>
        </pc:sldMkLst>
      </pc:sldChg>
      <pc:sldChg chg="addSp modSp add del mod">
        <pc:chgData name="zied.kammoun" userId="bf0d7764-83a7-4f46-aeea-edade3febd2d" providerId="ADAL" clId="{72E36F06-32C1-4FB1-8856-62AA5C4D770F}" dt="2025-10-01T00:49:05.553" v="2025" actId="47"/>
        <pc:sldMkLst>
          <pc:docMk/>
          <pc:sldMk cId="1368498474" sldId="279"/>
        </pc:sldMkLst>
      </pc:sldChg>
      <pc:sldChg chg="modSp add del mod">
        <pc:chgData name="zied.kammoun" userId="bf0d7764-83a7-4f46-aeea-edade3febd2d" providerId="ADAL" clId="{72E36F06-32C1-4FB1-8856-62AA5C4D770F}" dt="2025-09-30T23:22:37.796" v="655" actId="47"/>
        <pc:sldMkLst>
          <pc:docMk/>
          <pc:sldMk cId="118492565" sldId="280"/>
        </pc:sldMkLst>
      </pc:sldChg>
      <pc:sldChg chg="addSp modSp add del mod ord">
        <pc:chgData name="zied.kammoun" userId="bf0d7764-83a7-4f46-aeea-edade3febd2d" providerId="ADAL" clId="{72E36F06-32C1-4FB1-8856-62AA5C4D770F}" dt="2025-10-01T00:49:05.553" v="2025" actId="47"/>
        <pc:sldMkLst>
          <pc:docMk/>
          <pc:sldMk cId="3125766512" sldId="281"/>
        </pc:sldMkLst>
      </pc:sldChg>
      <pc:sldChg chg="add del">
        <pc:chgData name="zied.kammoun" userId="bf0d7764-83a7-4f46-aeea-edade3febd2d" providerId="ADAL" clId="{72E36F06-32C1-4FB1-8856-62AA5C4D770F}" dt="2025-09-30T23:23:01.013" v="669" actId="47"/>
        <pc:sldMkLst>
          <pc:docMk/>
          <pc:sldMk cId="3187131697" sldId="282"/>
        </pc:sldMkLst>
      </pc:sldChg>
      <pc:sldChg chg="addSp delSp modSp add del mod">
        <pc:chgData name="zied.kammoun" userId="bf0d7764-83a7-4f46-aeea-edade3febd2d" providerId="ADAL" clId="{72E36F06-32C1-4FB1-8856-62AA5C4D770F}" dt="2025-10-01T00:21:02.715" v="1574" actId="47"/>
        <pc:sldMkLst>
          <pc:docMk/>
          <pc:sldMk cId="3744921545" sldId="283"/>
        </pc:sldMkLst>
      </pc:sldChg>
      <pc:sldChg chg="modSp add del mod">
        <pc:chgData name="zied.kammoun" userId="bf0d7764-83a7-4f46-aeea-edade3febd2d" providerId="ADAL" clId="{72E36F06-32C1-4FB1-8856-62AA5C4D770F}" dt="2025-10-01T00:24:08.792" v="1639" actId="47"/>
        <pc:sldMkLst>
          <pc:docMk/>
          <pc:sldMk cId="2790828321" sldId="284"/>
        </pc:sldMkLst>
      </pc:sldChg>
      <pc:sldChg chg="modSp add del mod">
        <pc:chgData name="zied.kammoun" userId="bf0d7764-83a7-4f46-aeea-edade3febd2d" providerId="ADAL" clId="{72E36F06-32C1-4FB1-8856-62AA5C4D770F}" dt="2025-10-01T00:29:05.091" v="1727" actId="47"/>
        <pc:sldMkLst>
          <pc:docMk/>
          <pc:sldMk cId="2420317429" sldId="285"/>
        </pc:sldMkLst>
      </pc:sldChg>
      <pc:sldChg chg="modSp add del mod">
        <pc:chgData name="zied.kammoun" userId="bf0d7764-83a7-4f46-aeea-edade3febd2d" providerId="ADAL" clId="{72E36F06-32C1-4FB1-8856-62AA5C4D770F}" dt="2025-10-01T00:29:27.412" v="1728" actId="47"/>
        <pc:sldMkLst>
          <pc:docMk/>
          <pc:sldMk cId="549909467" sldId="286"/>
        </pc:sldMkLst>
      </pc:sldChg>
      <pc:sldChg chg="modSp new del">
        <pc:chgData name="zied.kammoun" userId="bf0d7764-83a7-4f46-aeea-edade3febd2d" providerId="ADAL" clId="{72E36F06-32C1-4FB1-8856-62AA5C4D770F}" dt="2025-10-01T00:00:29.961" v="1241" actId="47"/>
        <pc:sldMkLst>
          <pc:docMk/>
          <pc:sldMk cId="1135338933" sldId="287"/>
        </pc:sldMkLst>
      </pc:sldChg>
      <pc:sldChg chg="modSp add del mod">
        <pc:chgData name="zied.kammoun" userId="bf0d7764-83a7-4f46-aeea-edade3febd2d" providerId="ADAL" clId="{72E36F06-32C1-4FB1-8856-62AA5C4D770F}" dt="2025-10-01T00:29:27.412" v="1728" actId="47"/>
        <pc:sldMkLst>
          <pc:docMk/>
          <pc:sldMk cId="2347740902" sldId="288"/>
        </pc:sldMkLst>
      </pc:sldChg>
      <pc:sldChg chg="modSp add del mod">
        <pc:chgData name="zied.kammoun" userId="bf0d7764-83a7-4f46-aeea-edade3febd2d" providerId="ADAL" clId="{72E36F06-32C1-4FB1-8856-62AA5C4D770F}" dt="2025-10-01T00:29:27.412" v="1728" actId="47"/>
        <pc:sldMkLst>
          <pc:docMk/>
          <pc:sldMk cId="2162310301" sldId="289"/>
        </pc:sldMkLst>
      </pc:sldChg>
      <pc:sldChg chg="modSp add del mod ord">
        <pc:chgData name="zied.kammoun" userId="bf0d7764-83a7-4f46-aeea-edade3febd2d" providerId="ADAL" clId="{72E36F06-32C1-4FB1-8856-62AA5C4D770F}" dt="2025-10-01T00:29:27.412" v="1728" actId="47"/>
        <pc:sldMkLst>
          <pc:docMk/>
          <pc:sldMk cId="784284077" sldId="290"/>
        </pc:sldMkLst>
      </pc:sldChg>
      <pc:sldChg chg="modSp add del mod">
        <pc:chgData name="zied.kammoun" userId="bf0d7764-83a7-4f46-aeea-edade3febd2d" providerId="ADAL" clId="{72E36F06-32C1-4FB1-8856-62AA5C4D770F}" dt="2025-10-01T00:29:27.412" v="1728" actId="47"/>
        <pc:sldMkLst>
          <pc:docMk/>
          <pc:sldMk cId="3958563997" sldId="291"/>
        </pc:sldMkLst>
      </pc:sldChg>
      <pc:sldChg chg="modSp add del mod">
        <pc:chgData name="zied.kammoun" userId="bf0d7764-83a7-4f46-aeea-edade3febd2d" providerId="ADAL" clId="{72E36F06-32C1-4FB1-8856-62AA5C4D770F}" dt="2025-10-01T00:29:27.412" v="1728" actId="47"/>
        <pc:sldMkLst>
          <pc:docMk/>
          <pc:sldMk cId="3353504055" sldId="292"/>
        </pc:sldMkLst>
      </pc:sldChg>
      <pc:sldChg chg="modSp add del mod">
        <pc:chgData name="zied.kammoun" userId="bf0d7764-83a7-4f46-aeea-edade3febd2d" providerId="ADAL" clId="{72E36F06-32C1-4FB1-8856-62AA5C4D770F}" dt="2025-10-01T00:29:27.412" v="1728" actId="47"/>
        <pc:sldMkLst>
          <pc:docMk/>
          <pc:sldMk cId="1143350954" sldId="293"/>
        </pc:sldMkLst>
      </pc:sldChg>
      <pc:sldChg chg="addSp delSp modSp add del mod">
        <pc:chgData name="zied.kammoun" userId="bf0d7764-83a7-4f46-aeea-edade3febd2d" providerId="ADAL" clId="{72E36F06-32C1-4FB1-8856-62AA5C4D770F}" dt="2025-10-01T00:29:27.412" v="1728" actId="47"/>
        <pc:sldMkLst>
          <pc:docMk/>
          <pc:sldMk cId="1640814719" sldId="294"/>
        </pc:sldMkLst>
      </pc:sldChg>
      <pc:sldChg chg="addSp delSp modSp add del mod">
        <pc:chgData name="zied.kammoun" userId="bf0d7764-83a7-4f46-aeea-edade3febd2d" providerId="ADAL" clId="{72E36F06-32C1-4FB1-8856-62AA5C4D770F}" dt="2025-10-01T00:29:27.412" v="1728" actId="47"/>
        <pc:sldMkLst>
          <pc:docMk/>
          <pc:sldMk cId="3771176868" sldId="295"/>
        </pc:sldMkLst>
      </pc:sldChg>
      <pc:sldChg chg="addSp modSp add del mod">
        <pc:chgData name="zied.kammoun" userId="bf0d7764-83a7-4f46-aeea-edade3febd2d" providerId="ADAL" clId="{72E36F06-32C1-4FB1-8856-62AA5C4D770F}" dt="2025-10-01T00:29:27.412" v="1728" actId="47"/>
        <pc:sldMkLst>
          <pc:docMk/>
          <pc:sldMk cId="886450806" sldId="296"/>
        </pc:sldMkLst>
      </pc:sldChg>
      <pc:sldChg chg="modSp add del mod">
        <pc:chgData name="zied.kammoun" userId="bf0d7764-83a7-4f46-aeea-edade3febd2d" providerId="ADAL" clId="{72E36F06-32C1-4FB1-8856-62AA5C4D770F}" dt="2025-09-30T23:44:02.299" v="1096" actId="47"/>
        <pc:sldMkLst>
          <pc:docMk/>
          <pc:sldMk cId="1861936981" sldId="297"/>
        </pc:sldMkLst>
      </pc:sldChg>
      <pc:sldChg chg="modSp add del mod">
        <pc:chgData name="zied.kammoun" userId="bf0d7764-83a7-4f46-aeea-edade3febd2d" providerId="ADAL" clId="{72E36F06-32C1-4FB1-8856-62AA5C4D770F}" dt="2025-10-01T00:29:27.412" v="1728" actId="47"/>
        <pc:sldMkLst>
          <pc:docMk/>
          <pc:sldMk cId="1526115995" sldId="298"/>
        </pc:sldMkLst>
      </pc:sldChg>
      <pc:sldChg chg="modSp add del mod">
        <pc:chgData name="zied.kammoun" userId="bf0d7764-83a7-4f46-aeea-edade3febd2d" providerId="ADAL" clId="{72E36F06-32C1-4FB1-8856-62AA5C4D770F}" dt="2025-10-01T00:29:27.412" v="1728" actId="47"/>
        <pc:sldMkLst>
          <pc:docMk/>
          <pc:sldMk cId="3324018768" sldId="299"/>
        </pc:sldMkLst>
      </pc:sldChg>
      <pc:sldChg chg="add del">
        <pc:chgData name="zied.kammoun" userId="bf0d7764-83a7-4f46-aeea-edade3febd2d" providerId="ADAL" clId="{72E36F06-32C1-4FB1-8856-62AA5C4D770F}" dt="2025-10-01T00:07:00.420" v="1300" actId="47"/>
        <pc:sldMkLst>
          <pc:docMk/>
          <pc:sldMk cId="2486394326" sldId="300"/>
        </pc:sldMkLst>
      </pc:sldChg>
      <pc:sldChg chg="addSp delSp modSp add del mod">
        <pc:chgData name="zied.kammoun" userId="bf0d7764-83a7-4f46-aeea-edade3febd2d" providerId="ADAL" clId="{72E36F06-32C1-4FB1-8856-62AA5C4D770F}" dt="2025-10-01T00:29:27.412" v="1728" actId="47"/>
        <pc:sldMkLst>
          <pc:docMk/>
          <pc:sldMk cId="3070710941" sldId="301"/>
        </pc:sldMkLst>
      </pc:sldChg>
      <pc:sldChg chg="delSp add del mod">
        <pc:chgData name="zied.kammoun" userId="bf0d7764-83a7-4f46-aeea-edade3febd2d" providerId="ADAL" clId="{72E36F06-32C1-4FB1-8856-62AA5C4D770F}" dt="2025-09-30T23:59:09.540" v="1228" actId="47"/>
        <pc:sldMkLst>
          <pc:docMk/>
          <pc:sldMk cId="3482190130" sldId="302"/>
        </pc:sldMkLst>
      </pc:sldChg>
      <pc:sldChg chg="delSp modSp add del mod">
        <pc:chgData name="zied.kammoun" userId="bf0d7764-83a7-4f46-aeea-edade3febd2d" providerId="ADAL" clId="{72E36F06-32C1-4FB1-8856-62AA5C4D770F}" dt="2025-10-01T00:29:27.412" v="1728" actId="47"/>
        <pc:sldMkLst>
          <pc:docMk/>
          <pc:sldMk cId="724940762" sldId="303"/>
        </pc:sldMkLst>
      </pc:sldChg>
      <pc:sldChg chg="modSp add del mod">
        <pc:chgData name="zied.kammoun" userId="bf0d7764-83a7-4f46-aeea-edade3febd2d" providerId="ADAL" clId="{72E36F06-32C1-4FB1-8856-62AA5C4D770F}" dt="2025-10-01T00:29:27.412" v="1728" actId="47"/>
        <pc:sldMkLst>
          <pc:docMk/>
          <pc:sldMk cId="3456771438" sldId="304"/>
        </pc:sldMkLst>
      </pc:sldChg>
      <pc:sldChg chg="addSp delSp modSp new del mod">
        <pc:chgData name="zied.kammoun" userId="bf0d7764-83a7-4f46-aeea-edade3febd2d" providerId="ADAL" clId="{72E36F06-32C1-4FB1-8856-62AA5C4D770F}" dt="2025-10-01T00:13:15.747" v="1364" actId="47"/>
        <pc:sldMkLst>
          <pc:docMk/>
          <pc:sldMk cId="910475589" sldId="305"/>
        </pc:sldMkLst>
      </pc:sldChg>
      <pc:sldChg chg="modSp add del mod">
        <pc:chgData name="zied.kammoun" userId="bf0d7764-83a7-4f46-aeea-edade3febd2d" providerId="ADAL" clId="{72E36F06-32C1-4FB1-8856-62AA5C4D770F}" dt="2025-10-01T00:49:05.553" v="2025" actId="47"/>
        <pc:sldMkLst>
          <pc:docMk/>
          <pc:sldMk cId="912320380" sldId="305"/>
        </pc:sldMkLst>
      </pc:sldChg>
      <pc:sldChg chg="modSp add del mod">
        <pc:chgData name="zied.kammoun" userId="bf0d7764-83a7-4f46-aeea-edade3febd2d" providerId="ADAL" clId="{72E36F06-32C1-4FB1-8856-62AA5C4D770F}" dt="2025-10-01T00:23:59.511" v="1638" actId="47"/>
        <pc:sldMkLst>
          <pc:docMk/>
          <pc:sldMk cId="1006108788" sldId="305"/>
        </pc:sldMkLst>
      </pc:sldChg>
      <pc:sldChg chg="modSp add del mod">
        <pc:chgData name="zied.kammoun" userId="bf0d7764-83a7-4f46-aeea-edade3febd2d" providerId="ADAL" clId="{72E36F06-32C1-4FB1-8856-62AA5C4D770F}" dt="2025-10-01T00:49:05.553" v="2025" actId="47"/>
        <pc:sldMkLst>
          <pc:docMk/>
          <pc:sldMk cId="2406484448" sldId="306"/>
        </pc:sldMkLst>
      </pc:sldChg>
      <pc:sldChg chg="add">
        <pc:chgData name="zied.kammoun" userId="bf0d7764-83a7-4f46-aeea-edade3febd2d" providerId="ADAL" clId="{72E36F06-32C1-4FB1-8856-62AA5C4D770F}" dt="2025-10-13T11:13:43.990" v="2588"/>
        <pc:sldMkLst>
          <pc:docMk/>
          <pc:sldMk cId="460541498" sldId="307"/>
        </pc:sldMkLst>
      </pc:sldChg>
      <pc:sldChg chg="modSp add del mod">
        <pc:chgData name="zied.kammoun" userId="bf0d7764-83a7-4f46-aeea-edade3febd2d" providerId="ADAL" clId="{72E36F06-32C1-4FB1-8856-62AA5C4D770F}" dt="2025-10-01T00:49:05.553" v="2025" actId="47"/>
        <pc:sldMkLst>
          <pc:docMk/>
          <pc:sldMk cId="3688873995" sldId="307"/>
        </pc:sldMkLst>
      </pc:sldChg>
      <pc:sldChg chg="modSp add del mod">
        <pc:chgData name="zied.kammoun" userId="bf0d7764-83a7-4f46-aeea-edade3febd2d" providerId="ADAL" clId="{72E36F06-32C1-4FB1-8856-62AA5C4D770F}" dt="2025-10-01T00:49:05.553" v="2025" actId="47"/>
        <pc:sldMkLst>
          <pc:docMk/>
          <pc:sldMk cId="4250858193" sldId="308"/>
        </pc:sldMkLst>
      </pc:sldChg>
      <pc:sldChg chg="add">
        <pc:chgData name="zied.kammoun" userId="bf0d7764-83a7-4f46-aeea-edade3febd2d" providerId="ADAL" clId="{72E36F06-32C1-4FB1-8856-62AA5C4D770F}" dt="2025-10-13T11:14:34.051" v="2597"/>
        <pc:sldMkLst>
          <pc:docMk/>
          <pc:sldMk cId="4253560788" sldId="308"/>
        </pc:sldMkLst>
      </pc:sldChg>
      <pc:sldChg chg="modSp add del mod">
        <pc:chgData name="zied.kammoun" userId="bf0d7764-83a7-4f46-aeea-edade3febd2d" providerId="ADAL" clId="{72E36F06-32C1-4FB1-8856-62AA5C4D770F}" dt="2025-10-01T00:55:58.456" v="2110" actId="47"/>
        <pc:sldMkLst>
          <pc:docMk/>
          <pc:sldMk cId="2477520025" sldId="309"/>
        </pc:sldMkLst>
      </pc:sldChg>
      <pc:sldChg chg="addSp modSp new mod modNotesTx">
        <pc:chgData name="zied.kammoun" userId="bf0d7764-83a7-4f46-aeea-edade3febd2d" providerId="ADAL" clId="{72E36F06-32C1-4FB1-8856-62AA5C4D770F}" dt="2025-10-13T11:08:38.559" v="2540" actId="20577"/>
        <pc:sldMkLst>
          <pc:docMk/>
          <pc:sldMk cId="1169127570" sldId="310"/>
        </pc:sldMkLst>
        <pc:spChg chg="mod">
          <ac:chgData name="zied.kammoun" userId="bf0d7764-83a7-4f46-aeea-edade3febd2d" providerId="ADAL" clId="{72E36F06-32C1-4FB1-8856-62AA5C4D770F}" dt="2025-10-01T00:41:39.421" v="1914" actId="403"/>
          <ac:spMkLst>
            <pc:docMk/>
            <pc:sldMk cId="1169127570" sldId="310"/>
            <ac:spMk id="2" creationId="{CAD047E1-CEE5-64B0-1062-FAB02B5D9C04}"/>
          </ac:spMkLst>
        </pc:spChg>
        <pc:spChg chg="mod">
          <ac:chgData name="zied.kammoun" userId="bf0d7764-83a7-4f46-aeea-edade3febd2d" providerId="ADAL" clId="{72E36F06-32C1-4FB1-8856-62AA5C4D770F}" dt="2025-10-01T00:42:28.553" v="1917" actId="14100"/>
          <ac:spMkLst>
            <pc:docMk/>
            <pc:sldMk cId="1169127570" sldId="310"/>
            <ac:spMk id="3" creationId="{249B8E0F-B8BF-7850-68C4-F18928A32B68}"/>
          </ac:spMkLst>
        </pc:spChg>
        <pc:spChg chg="add mod">
          <ac:chgData name="zied.kammoun" userId="bf0d7764-83a7-4f46-aeea-edade3febd2d" providerId="ADAL" clId="{72E36F06-32C1-4FB1-8856-62AA5C4D770F}" dt="2025-10-01T00:43:24.680" v="1935" actId="1076"/>
          <ac:spMkLst>
            <pc:docMk/>
            <pc:sldMk cId="1169127570" sldId="310"/>
            <ac:spMk id="4" creationId="{2E28CA50-9ABB-B3B3-AD24-218551A78543}"/>
          </ac:spMkLst>
        </pc:spChg>
        <pc:spChg chg="add mod">
          <ac:chgData name="zied.kammoun" userId="bf0d7764-83a7-4f46-aeea-edade3febd2d" providerId="ADAL" clId="{72E36F06-32C1-4FB1-8856-62AA5C4D770F}" dt="2025-10-01T00:43:44.956" v="1942" actId="14100"/>
          <ac:spMkLst>
            <pc:docMk/>
            <pc:sldMk cId="1169127570" sldId="310"/>
            <ac:spMk id="6" creationId="{A5D726F7-FC3F-837E-0E8E-9010C7EFB6E4}"/>
          </ac:spMkLst>
        </pc:spChg>
      </pc:sldChg>
      <pc:sldChg chg="addSp delSp modSp add mod modNotesTx">
        <pc:chgData name="zied.kammoun" userId="bf0d7764-83a7-4f46-aeea-edade3febd2d" providerId="ADAL" clId="{72E36F06-32C1-4FB1-8856-62AA5C4D770F}" dt="2025-10-13T11:08:55.233" v="2541" actId="20577"/>
        <pc:sldMkLst>
          <pc:docMk/>
          <pc:sldMk cId="499420856" sldId="311"/>
        </pc:sldMkLst>
        <pc:spChg chg="mod">
          <ac:chgData name="zied.kammoun" userId="bf0d7764-83a7-4f46-aeea-edade3febd2d" providerId="ADAL" clId="{72E36F06-32C1-4FB1-8856-62AA5C4D770F}" dt="2025-10-01T00:44:18.770" v="1948" actId="14100"/>
          <ac:spMkLst>
            <pc:docMk/>
            <pc:sldMk cId="499420856" sldId="311"/>
            <ac:spMk id="3" creationId="{1681435E-C3E5-D3B9-07BD-66A76B1F749D}"/>
          </ac:spMkLst>
        </pc:spChg>
        <pc:grpChg chg="add mod">
          <ac:chgData name="zied.kammoun" userId="bf0d7764-83a7-4f46-aeea-edade3febd2d" providerId="ADAL" clId="{72E36F06-32C1-4FB1-8856-62AA5C4D770F}" dt="2025-10-01T00:45:02.237" v="1965" actId="1076"/>
          <ac:grpSpMkLst>
            <pc:docMk/>
            <pc:sldMk cId="499420856" sldId="311"/>
            <ac:grpSpMk id="12" creationId="{A3F92505-EA74-AE82-D4CC-CA9755FAECCE}"/>
          </ac:grpSpMkLst>
        </pc:grpChg>
        <pc:picChg chg="add mod">
          <ac:chgData name="zied.kammoun" userId="bf0d7764-83a7-4f46-aeea-edade3febd2d" providerId="ADAL" clId="{72E36F06-32C1-4FB1-8856-62AA5C4D770F}" dt="2025-10-01T00:44:53.616" v="1960" actId="164"/>
          <ac:picMkLst>
            <pc:docMk/>
            <pc:sldMk cId="499420856" sldId="311"/>
            <ac:picMk id="7" creationId="{B5BAC198-29C0-C18B-8A6C-95500FE47EB2}"/>
          </ac:picMkLst>
        </pc:picChg>
        <pc:picChg chg="add mod">
          <ac:chgData name="zied.kammoun" userId="bf0d7764-83a7-4f46-aeea-edade3febd2d" providerId="ADAL" clId="{72E36F06-32C1-4FB1-8856-62AA5C4D770F}" dt="2025-10-01T00:44:53.616" v="1960" actId="164"/>
          <ac:picMkLst>
            <pc:docMk/>
            <pc:sldMk cId="499420856" sldId="311"/>
            <ac:picMk id="9" creationId="{2FB69859-1C37-AA9C-44D5-2D4D2D499A1E}"/>
          </ac:picMkLst>
        </pc:picChg>
        <pc:picChg chg="add mod">
          <ac:chgData name="zied.kammoun" userId="bf0d7764-83a7-4f46-aeea-edade3febd2d" providerId="ADAL" clId="{72E36F06-32C1-4FB1-8856-62AA5C4D770F}" dt="2025-10-01T00:44:53.616" v="1960" actId="164"/>
          <ac:picMkLst>
            <pc:docMk/>
            <pc:sldMk cId="499420856" sldId="311"/>
            <ac:picMk id="11" creationId="{DBADBB1A-9779-D9BA-204B-90AA3358FBDA}"/>
          </ac:picMkLst>
        </pc:picChg>
        <pc:cxnChg chg="add mod">
          <ac:chgData name="zied.kammoun" userId="bf0d7764-83a7-4f46-aeea-edade3febd2d" providerId="ADAL" clId="{72E36F06-32C1-4FB1-8856-62AA5C4D770F}" dt="2025-10-01T00:45:29.697" v="1970" actId="1582"/>
          <ac:cxnSpMkLst>
            <pc:docMk/>
            <pc:sldMk cId="499420856" sldId="311"/>
            <ac:cxnSpMk id="14" creationId="{6467FD19-F133-6098-DA7D-F2F838340FF5}"/>
          </ac:cxnSpMkLst>
        </pc:cxnChg>
        <pc:cxnChg chg="add mod">
          <ac:chgData name="zied.kammoun" userId="bf0d7764-83a7-4f46-aeea-edade3febd2d" providerId="ADAL" clId="{72E36F06-32C1-4FB1-8856-62AA5C4D770F}" dt="2025-10-01T00:45:38.401" v="1973" actId="14100"/>
          <ac:cxnSpMkLst>
            <pc:docMk/>
            <pc:sldMk cId="499420856" sldId="311"/>
            <ac:cxnSpMk id="16" creationId="{CF5DE8E4-317F-3890-E285-B089FAD80D4B}"/>
          </ac:cxnSpMkLst>
        </pc:cxnChg>
      </pc:sldChg>
      <pc:sldChg chg="addSp modSp new mod modNotesTx">
        <pc:chgData name="zied.kammoun" userId="bf0d7764-83a7-4f46-aeea-edade3febd2d" providerId="ADAL" clId="{72E36F06-32C1-4FB1-8856-62AA5C4D770F}" dt="2025-10-13T11:09:10.384" v="2543" actId="207"/>
        <pc:sldMkLst>
          <pc:docMk/>
          <pc:sldMk cId="3955887033" sldId="312"/>
        </pc:sldMkLst>
        <pc:spChg chg="mod">
          <ac:chgData name="zied.kammoun" userId="bf0d7764-83a7-4f46-aeea-edade3febd2d" providerId="ADAL" clId="{72E36F06-32C1-4FB1-8856-62AA5C4D770F}" dt="2025-10-01T00:47:00.607" v="2005" actId="1035"/>
          <ac:spMkLst>
            <pc:docMk/>
            <pc:sldMk cId="3955887033" sldId="312"/>
            <ac:spMk id="2" creationId="{A7A97265-597C-6FB6-B9E9-35AA52A73F36}"/>
          </ac:spMkLst>
        </pc:spChg>
        <pc:spChg chg="mod">
          <ac:chgData name="zied.kammoun" userId="bf0d7764-83a7-4f46-aeea-edade3febd2d" providerId="ADAL" clId="{72E36F06-32C1-4FB1-8856-62AA5C4D770F}" dt="2025-10-01T00:47:00.607" v="2005" actId="1035"/>
          <ac:spMkLst>
            <pc:docMk/>
            <pc:sldMk cId="3955887033" sldId="312"/>
            <ac:spMk id="3" creationId="{E0668D7E-C253-9EAF-BB97-0C36BC762C26}"/>
          </ac:spMkLst>
        </pc:spChg>
        <pc:spChg chg="add mod">
          <ac:chgData name="zied.kammoun" userId="bf0d7764-83a7-4f46-aeea-edade3febd2d" providerId="ADAL" clId="{72E36F06-32C1-4FB1-8856-62AA5C4D770F}" dt="2025-10-13T11:09:10.384" v="2543" actId="207"/>
          <ac:spMkLst>
            <pc:docMk/>
            <pc:sldMk cId="3955887033" sldId="312"/>
            <ac:spMk id="6" creationId="{89345E23-44D4-04B7-194C-AEB4E57CBBFA}"/>
          </ac:spMkLst>
        </pc:spChg>
        <pc:picChg chg="add mod">
          <ac:chgData name="zied.kammoun" userId="bf0d7764-83a7-4f46-aeea-edade3febd2d" providerId="ADAL" clId="{72E36F06-32C1-4FB1-8856-62AA5C4D770F}" dt="2025-10-01T00:47:37.203" v="2023" actId="1076"/>
          <ac:picMkLst>
            <pc:docMk/>
            <pc:sldMk cId="3955887033" sldId="312"/>
            <ac:picMk id="5" creationId="{62079906-D43D-FDAD-8666-F5D184C9C772}"/>
          </ac:picMkLst>
        </pc:picChg>
      </pc:sldChg>
      <pc:sldChg chg="modSp add mod">
        <pc:chgData name="zied.kammoun" userId="bf0d7764-83a7-4f46-aeea-edade3febd2d" providerId="ADAL" clId="{72E36F06-32C1-4FB1-8856-62AA5C4D770F}" dt="2025-10-01T00:52:20.691" v="2059"/>
        <pc:sldMkLst>
          <pc:docMk/>
          <pc:sldMk cId="1753423246" sldId="313"/>
        </pc:sldMkLst>
        <pc:spChg chg="mod">
          <ac:chgData name="zied.kammoun" userId="bf0d7764-83a7-4f46-aeea-edade3febd2d" providerId="ADAL" clId="{72E36F06-32C1-4FB1-8856-62AA5C4D770F}" dt="2025-10-01T00:52:20.691" v="2059"/>
          <ac:spMkLst>
            <pc:docMk/>
            <pc:sldMk cId="1753423246" sldId="313"/>
            <ac:spMk id="3" creationId="{02AE4787-1C27-E6E3-C1AE-21BCDF31CBB3}"/>
          </ac:spMkLst>
        </pc:spChg>
      </pc:sldChg>
      <pc:sldChg chg="modSp add mod">
        <pc:chgData name="zied.kammoun" userId="bf0d7764-83a7-4f46-aeea-edade3febd2d" providerId="ADAL" clId="{72E36F06-32C1-4FB1-8856-62AA5C4D770F}" dt="2025-10-01T00:56:31.594" v="2117" actId="313"/>
        <pc:sldMkLst>
          <pc:docMk/>
          <pc:sldMk cId="3932336203" sldId="314"/>
        </pc:sldMkLst>
        <pc:spChg chg="mod">
          <ac:chgData name="zied.kammoun" userId="bf0d7764-83a7-4f46-aeea-edade3febd2d" providerId="ADAL" clId="{72E36F06-32C1-4FB1-8856-62AA5C4D770F}" dt="2025-10-01T00:56:31.594" v="2117" actId="313"/>
          <ac:spMkLst>
            <pc:docMk/>
            <pc:sldMk cId="3932336203" sldId="314"/>
            <ac:spMk id="3" creationId="{1D9B977B-25B4-D02F-F914-503995425E7D}"/>
          </ac:spMkLst>
        </pc:spChg>
      </pc:sldChg>
      <pc:sldChg chg="modSp add mod">
        <pc:chgData name="zied.kammoun" userId="bf0d7764-83a7-4f46-aeea-edade3febd2d" providerId="ADAL" clId="{72E36F06-32C1-4FB1-8856-62AA5C4D770F}" dt="2025-10-01T13:35:48.942" v="2525" actId="6549"/>
        <pc:sldMkLst>
          <pc:docMk/>
          <pc:sldMk cId="1744332952" sldId="315"/>
        </pc:sldMkLst>
        <pc:spChg chg="mod">
          <ac:chgData name="zied.kammoun" userId="bf0d7764-83a7-4f46-aeea-edade3febd2d" providerId="ADAL" clId="{72E36F06-32C1-4FB1-8856-62AA5C4D770F}" dt="2025-10-01T13:35:48.942" v="2525" actId="6549"/>
          <ac:spMkLst>
            <pc:docMk/>
            <pc:sldMk cId="1744332952" sldId="315"/>
            <ac:spMk id="3" creationId="{3A4AFC30-3D6A-C7E8-8C44-61304DCFC7D0}"/>
          </ac:spMkLst>
        </pc:spChg>
      </pc:sldChg>
      <pc:sldChg chg="modSp add mod">
        <pc:chgData name="zied.kammoun" userId="bf0d7764-83a7-4f46-aeea-edade3febd2d" providerId="ADAL" clId="{72E36F06-32C1-4FB1-8856-62AA5C4D770F}" dt="2025-10-01T00:57:24.747" v="2148" actId="6549"/>
        <pc:sldMkLst>
          <pc:docMk/>
          <pc:sldMk cId="2982498168" sldId="316"/>
        </pc:sldMkLst>
        <pc:spChg chg="mod">
          <ac:chgData name="zied.kammoun" userId="bf0d7764-83a7-4f46-aeea-edade3febd2d" providerId="ADAL" clId="{72E36F06-32C1-4FB1-8856-62AA5C4D770F}" dt="2025-10-01T00:57:24.747" v="2148" actId="6549"/>
          <ac:spMkLst>
            <pc:docMk/>
            <pc:sldMk cId="2982498168" sldId="316"/>
            <ac:spMk id="3" creationId="{42BC2E77-A1C3-A3B0-CE57-6053F2D4AC4E}"/>
          </ac:spMkLst>
        </pc:spChg>
      </pc:sldChg>
      <pc:sldChg chg="modSp add mod">
        <pc:chgData name="zied.kammoun" userId="bf0d7764-83a7-4f46-aeea-edade3febd2d" providerId="ADAL" clId="{72E36F06-32C1-4FB1-8856-62AA5C4D770F}" dt="2025-10-01T13:37:02.665" v="2526" actId="33524"/>
        <pc:sldMkLst>
          <pc:docMk/>
          <pc:sldMk cId="2004551985" sldId="317"/>
        </pc:sldMkLst>
        <pc:spChg chg="mod">
          <ac:chgData name="zied.kammoun" userId="bf0d7764-83a7-4f46-aeea-edade3febd2d" providerId="ADAL" clId="{72E36F06-32C1-4FB1-8856-62AA5C4D770F}" dt="2025-10-01T13:37:02.665" v="2526" actId="33524"/>
          <ac:spMkLst>
            <pc:docMk/>
            <pc:sldMk cId="2004551985" sldId="317"/>
            <ac:spMk id="3" creationId="{17EEB9A5-CFE5-3FE4-E6BD-07D95E1CD944}"/>
          </ac:spMkLst>
        </pc:spChg>
      </pc:sldChg>
      <pc:sldChg chg="modSp add mod">
        <pc:chgData name="zied.kammoun" userId="bf0d7764-83a7-4f46-aeea-edade3febd2d" providerId="ADAL" clId="{72E36F06-32C1-4FB1-8856-62AA5C4D770F}" dt="2025-10-01T00:58:31.247" v="2174" actId="20577"/>
        <pc:sldMkLst>
          <pc:docMk/>
          <pc:sldMk cId="2621624737" sldId="318"/>
        </pc:sldMkLst>
        <pc:spChg chg="mod">
          <ac:chgData name="zied.kammoun" userId="bf0d7764-83a7-4f46-aeea-edade3febd2d" providerId="ADAL" clId="{72E36F06-32C1-4FB1-8856-62AA5C4D770F}" dt="2025-10-01T00:58:31.247" v="2174" actId="20577"/>
          <ac:spMkLst>
            <pc:docMk/>
            <pc:sldMk cId="2621624737" sldId="318"/>
            <ac:spMk id="3" creationId="{D4C6FFAF-13F7-7135-0826-DA2E3CFB560C}"/>
          </ac:spMkLst>
        </pc:spChg>
      </pc:sldChg>
      <pc:sldChg chg="modSp add mod">
        <pc:chgData name="zied.kammoun" userId="bf0d7764-83a7-4f46-aeea-edade3febd2d" providerId="ADAL" clId="{72E36F06-32C1-4FB1-8856-62AA5C4D770F}" dt="2025-10-01T00:58:59.404" v="2185"/>
        <pc:sldMkLst>
          <pc:docMk/>
          <pc:sldMk cId="2281990362" sldId="319"/>
        </pc:sldMkLst>
        <pc:spChg chg="mod">
          <ac:chgData name="zied.kammoun" userId="bf0d7764-83a7-4f46-aeea-edade3febd2d" providerId="ADAL" clId="{72E36F06-32C1-4FB1-8856-62AA5C4D770F}" dt="2025-10-01T00:58:59.404" v="2185"/>
          <ac:spMkLst>
            <pc:docMk/>
            <pc:sldMk cId="2281990362" sldId="319"/>
            <ac:spMk id="3" creationId="{46ECA361-6A5F-4474-DC01-6B7D9B2A64E4}"/>
          </ac:spMkLst>
        </pc:spChg>
      </pc:sldChg>
      <pc:sldChg chg="modSp add mod">
        <pc:chgData name="zied.kammoun" userId="bf0d7764-83a7-4f46-aeea-edade3febd2d" providerId="ADAL" clId="{72E36F06-32C1-4FB1-8856-62AA5C4D770F}" dt="2025-10-01T00:59:41.422" v="2209" actId="1038"/>
        <pc:sldMkLst>
          <pc:docMk/>
          <pc:sldMk cId="4192234663" sldId="320"/>
        </pc:sldMkLst>
        <pc:spChg chg="mod">
          <ac:chgData name="zied.kammoun" userId="bf0d7764-83a7-4f46-aeea-edade3febd2d" providerId="ADAL" clId="{72E36F06-32C1-4FB1-8856-62AA5C4D770F}" dt="2025-10-01T00:59:41.422" v="2209" actId="1038"/>
          <ac:spMkLst>
            <pc:docMk/>
            <pc:sldMk cId="4192234663" sldId="320"/>
            <ac:spMk id="3" creationId="{D9A5EFD7-F5FB-A8E7-D027-AEE7BCFDCAE2}"/>
          </ac:spMkLst>
        </pc:spChg>
      </pc:sldChg>
      <pc:sldChg chg="modSp add mod">
        <pc:chgData name="zied.kammoun" userId="bf0d7764-83a7-4f46-aeea-edade3febd2d" providerId="ADAL" clId="{72E36F06-32C1-4FB1-8856-62AA5C4D770F}" dt="2025-10-01T01:00:16.677" v="2217" actId="20577"/>
        <pc:sldMkLst>
          <pc:docMk/>
          <pc:sldMk cId="3809372726" sldId="321"/>
        </pc:sldMkLst>
        <pc:spChg chg="mod">
          <ac:chgData name="zied.kammoun" userId="bf0d7764-83a7-4f46-aeea-edade3febd2d" providerId="ADAL" clId="{72E36F06-32C1-4FB1-8856-62AA5C4D770F}" dt="2025-10-01T01:00:16.677" v="2217" actId="20577"/>
          <ac:spMkLst>
            <pc:docMk/>
            <pc:sldMk cId="3809372726" sldId="321"/>
            <ac:spMk id="3" creationId="{8B1D2754-8C75-A1D6-2B63-7D419B319D3C}"/>
          </ac:spMkLst>
        </pc:spChg>
      </pc:sldChg>
      <pc:sldChg chg="modSp add mod">
        <pc:chgData name="zied.kammoun" userId="bf0d7764-83a7-4f46-aeea-edade3febd2d" providerId="ADAL" clId="{72E36F06-32C1-4FB1-8856-62AA5C4D770F}" dt="2025-10-01T01:00:39.569" v="2223"/>
        <pc:sldMkLst>
          <pc:docMk/>
          <pc:sldMk cId="278285503" sldId="322"/>
        </pc:sldMkLst>
        <pc:spChg chg="mod">
          <ac:chgData name="zied.kammoun" userId="bf0d7764-83a7-4f46-aeea-edade3febd2d" providerId="ADAL" clId="{72E36F06-32C1-4FB1-8856-62AA5C4D770F}" dt="2025-10-01T01:00:39.569" v="2223"/>
          <ac:spMkLst>
            <pc:docMk/>
            <pc:sldMk cId="278285503" sldId="322"/>
            <ac:spMk id="3" creationId="{348CCA4B-E753-3131-80F9-95E76BFC6025}"/>
          </ac:spMkLst>
        </pc:spChg>
      </pc:sldChg>
      <pc:sldChg chg="modSp add mod">
        <pc:chgData name="zied.kammoun" userId="bf0d7764-83a7-4f46-aeea-edade3febd2d" providerId="ADAL" clId="{72E36F06-32C1-4FB1-8856-62AA5C4D770F}" dt="2025-10-01T01:00:57.940" v="2229"/>
        <pc:sldMkLst>
          <pc:docMk/>
          <pc:sldMk cId="2555634000" sldId="323"/>
        </pc:sldMkLst>
        <pc:spChg chg="mod">
          <ac:chgData name="zied.kammoun" userId="bf0d7764-83a7-4f46-aeea-edade3febd2d" providerId="ADAL" clId="{72E36F06-32C1-4FB1-8856-62AA5C4D770F}" dt="2025-10-01T01:00:57.940" v="2229"/>
          <ac:spMkLst>
            <pc:docMk/>
            <pc:sldMk cId="2555634000" sldId="323"/>
            <ac:spMk id="3" creationId="{36370FF7-FBD2-77FE-3B9E-729DEB83B67D}"/>
          </ac:spMkLst>
        </pc:spChg>
      </pc:sldChg>
      <pc:sldChg chg="modSp add mod">
        <pc:chgData name="zied.kammoun" userId="bf0d7764-83a7-4f46-aeea-edade3febd2d" providerId="ADAL" clId="{72E36F06-32C1-4FB1-8856-62AA5C4D770F}" dt="2025-10-01T01:01:33.384" v="2240" actId="313"/>
        <pc:sldMkLst>
          <pc:docMk/>
          <pc:sldMk cId="2725923791" sldId="324"/>
        </pc:sldMkLst>
        <pc:spChg chg="mod">
          <ac:chgData name="zied.kammoun" userId="bf0d7764-83a7-4f46-aeea-edade3febd2d" providerId="ADAL" clId="{72E36F06-32C1-4FB1-8856-62AA5C4D770F}" dt="2025-10-01T01:01:33.384" v="2240" actId="313"/>
          <ac:spMkLst>
            <pc:docMk/>
            <pc:sldMk cId="2725923791" sldId="324"/>
            <ac:spMk id="3" creationId="{A89A1325-ABA8-5F51-2CAE-F1ED20C45B44}"/>
          </ac:spMkLst>
        </pc:spChg>
      </pc:sldChg>
      <pc:sldChg chg="modSp add mod">
        <pc:chgData name="zied.kammoun" userId="bf0d7764-83a7-4f46-aeea-edade3febd2d" providerId="ADAL" clId="{72E36F06-32C1-4FB1-8856-62AA5C4D770F}" dt="2025-10-01T01:01:58.526" v="2246"/>
        <pc:sldMkLst>
          <pc:docMk/>
          <pc:sldMk cId="1108709702" sldId="325"/>
        </pc:sldMkLst>
        <pc:spChg chg="mod">
          <ac:chgData name="zied.kammoun" userId="bf0d7764-83a7-4f46-aeea-edade3febd2d" providerId="ADAL" clId="{72E36F06-32C1-4FB1-8856-62AA5C4D770F}" dt="2025-10-01T01:01:58.526" v="2246"/>
          <ac:spMkLst>
            <pc:docMk/>
            <pc:sldMk cId="1108709702" sldId="325"/>
            <ac:spMk id="3" creationId="{AE930E6D-B1B1-B93E-D721-013E4F24612A}"/>
          </ac:spMkLst>
        </pc:spChg>
      </pc:sldChg>
      <pc:sldChg chg="modSp add mod">
        <pc:chgData name="zied.kammoun" userId="bf0d7764-83a7-4f46-aeea-edade3febd2d" providerId="ADAL" clId="{72E36F06-32C1-4FB1-8856-62AA5C4D770F}" dt="2025-10-01T01:02:27.342" v="2252"/>
        <pc:sldMkLst>
          <pc:docMk/>
          <pc:sldMk cId="4156166757" sldId="326"/>
        </pc:sldMkLst>
        <pc:spChg chg="mod">
          <ac:chgData name="zied.kammoun" userId="bf0d7764-83a7-4f46-aeea-edade3febd2d" providerId="ADAL" clId="{72E36F06-32C1-4FB1-8856-62AA5C4D770F}" dt="2025-10-01T01:02:27.342" v="2252"/>
          <ac:spMkLst>
            <pc:docMk/>
            <pc:sldMk cId="4156166757" sldId="326"/>
            <ac:spMk id="3" creationId="{567FD533-00A6-E1E9-1B72-519A3E50643B}"/>
          </ac:spMkLst>
        </pc:spChg>
      </pc:sldChg>
      <pc:sldChg chg="modSp add mod">
        <pc:chgData name="zied.kammoun" userId="bf0d7764-83a7-4f46-aeea-edade3febd2d" providerId="ADAL" clId="{72E36F06-32C1-4FB1-8856-62AA5C4D770F}" dt="2025-10-01T01:02:55.114" v="2261" actId="313"/>
        <pc:sldMkLst>
          <pc:docMk/>
          <pc:sldMk cId="1932069657" sldId="327"/>
        </pc:sldMkLst>
        <pc:spChg chg="mod">
          <ac:chgData name="zied.kammoun" userId="bf0d7764-83a7-4f46-aeea-edade3febd2d" providerId="ADAL" clId="{72E36F06-32C1-4FB1-8856-62AA5C4D770F}" dt="2025-10-01T01:02:55.114" v="2261" actId="313"/>
          <ac:spMkLst>
            <pc:docMk/>
            <pc:sldMk cId="1932069657" sldId="327"/>
            <ac:spMk id="3" creationId="{29155B09-3301-0F08-98B9-36F62D7F4603}"/>
          </ac:spMkLst>
        </pc:spChg>
      </pc:sldChg>
      <pc:sldChg chg="modSp add mod">
        <pc:chgData name="zied.kammoun" userId="bf0d7764-83a7-4f46-aeea-edade3febd2d" providerId="ADAL" clId="{72E36F06-32C1-4FB1-8856-62AA5C4D770F}" dt="2025-10-01T01:03:17.335" v="2268"/>
        <pc:sldMkLst>
          <pc:docMk/>
          <pc:sldMk cId="2144971462" sldId="328"/>
        </pc:sldMkLst>
        <pc:spChg chg="mod">
          <ac:chgData name="zied.kammoun" userId="bf0d7764-83a7-4f46-aeea-edade3febd2d" providerId="ADAL" clId="{72E36F06-32C1-4FB1-8856-62AA5C4D770F}" dt="2025-10-01T01:03:17.335" v="2268"/>
          <ac:spMkLst>
            <pc:docMk/>
            <pc:sldMk cId="2144971462" sldId="328"/>
            <ac:spMk id="3" creationId="{1AE66827-E78B-7054-2639-D9986EA58752}"/>
          </ac:spMkLst>
        </pc:spChg>
      </pc:sldChg>
      <pc:sldChg chg="modSp add mod">
        <pc:chgData name="zied.kammoun" userId="bf0d7764-83a7-4f46-aeea-edade3febd2d" providerId="ADAL" clId="{72E36F06-32C1-4FB1-8856-62AA5C4D770F}" dt="2025-10-01T01:03:39.085" v="2273"/>
        <pc:sldMkLst>
          <pc:docMk/>
          <pc:sldMk cId="3389841968" sldId="329"/>
        </pc:sldMkLst>
        <pc:spChg chg="mod">
          <ac:chgData name="zied.kammoun" userId="bf0d7764-83a7-4f46-aeea-edade3febd2d" providerId="ADAL" clId="{72E36F06-32C1-4FB1-8856-62AA5C4D770F}" dt="2025-10-01T01:03:39.085" v="2273"/>
          <ac:spMkLst>
            <pc:docMk/>
            <pc:sldMk cId="3389841968" sldId="329"/>
            <ac:spMk id="3" creationId="{458FC8D3-F66D-033E-BAE1-B14668935100}"/>
          </ac:spMkLst>
        </pc:spChg>
      </pc:sldChg>
      <pc:sldChg chg="modSp add mod">
        <pc:chgData name="zied.kammoun" userId="bf0d7764-83a7-4f46-aeea-edade3febd2d" providerId="ADAL" clId="{72E36F06-32C1-4FB1-8856-62AA5C4D770F}" dt="2025-10-01T01:04:05.169" v="2284" actId="20577"/>
        <pc:sldMkLst>
          <pc:docMk/>
          <pc:sldMk cId="3252883093" sldId="330"/>
        </pc:sldMkLst>
        <pc:spChg chg="mod">
          <ac:chgData name="zied.kammoun" userId="bf0d7764-83a7-4f46-aeea-edade3febd2d" providerId="ADAL" clId="{72E36F06-32C1-4FB1-8856-62AA5C4D770F}" dt="2025-10-01T01:04:05.169" v="2284" actId="20577"/>
          <ac:spMkLst>
            <pc:docMk/>
            <pc:sldMk cId="3252883093" sldId="330"/>
            <ac:spMk id="3" creationId="{74E034AF-83D2-23D1-DE82-9CDCA2AFE14D}"/>
          </ac:spMkLst>
        </pc:spChg>
      </pc:sldChg>
      <pc:sldChg chg="modSp add mod">
        <pc:chgData name="zied.kammoun" userId="bf0d7764-83a7-4f46-aeea-edade3febd2d" providerId="ADAL" clId="{72E36F06-32C1-4FB1-8856-62AA5C4D770F}" dt="2025-10-01T01:05:14.902" v="2297" actId="313"/>
        <pc:sldMkLst>
          <pc:docMk/>
          <pc:sldMk cId="1637719704" sldId="331"/>
        </pc:sldMkLst>
        <pc:spChg chg="mod">
          <ac:chgData name="zied.kammoun" userId="bf0d7764-83a7-4f46-aeea-edade3febd2d" providerId="ADAL" clId="{72E36F06-32C1-4FB1-8856-62AA5C4D770F}" dt="2025-10-01T01:05:14.902" v="2297" actId="313"/>
          <ac:spMkLst>
            <pc:docMk/>
            <pc:sldMk cId="1637719704" sldId="331"/>
            <ac:spMk id="3" creationId="{8CE51A95-8AC4-410E-B6E2-821C108E5F30}"/>
          </ac:spMkLst>
        </pc:spChg>
      </pc:sldChg>
      <pc:sldChg chg="modSp add mod">
        <pc:chgData name="zied.kammoun" userId="bf0d7764-83a7-4f46-aeea-edade3febd2d" providerId="ADAL" clId="{72E36F06-32C1-4FB1-8856-62AA5C4D770F}" dt="2025-10-01T01:05:53.732" v="2317" actId="20577"/>
        <pc:sldMkLst>
          <pc:docMk/>
          <pc:sldMk cId="3914614642" sldId="332"/>
        </pc:sldMkLst>
        <pc:spChg chg="mod">
          <ac:chgData name="zied.kammoun" userId="bf0d7764-83a7-4f46-aeea-edade3febd2d" providerId="ADAL" clId="{72E36F06-32C1-4FB1-8856-62AA5C4D770F}" dt="2025-10-01T01:05:53.732" v="2317" actId="20577"/>
          <ac:spMkLst>
            <pc:docMk/>
            <pc:sldMk cId="3914614642" sldId="332"/>
            <ac:spMk id="3" creationId="{06B7CED6-8A6A-F04B-B1C6-1FC13F584BCA}"/>
          </ac:spMkLst>
        </pc:spChg>
      </pc:sldChg>
      <pc:sldChg chg="modSp add mod">
        <pc:chgData name="zied.kammoun" userId="bf0d7764-83a7-4f46-aeea-edade3febd2d" providerId="ADAL" clId="{72E36F06-32C1-4FB1-8856-62AA5C4D770F}" dt="2025-10-01T01:06:27.775" v="2330" actId="20577"/>
        <pc:sldMkLst>
          <pc:docMk/>
          <pc:sldMk cId="1447263209" sldId="333"/>
        </pc:sldMkLst>
        <pc:spChg chg="mod">
          <ac:chgData name="zied.kammoun" userId="bf0d7764-83a7-4f46-aeea-edade3febd2d" providerId="ADAL" clId="{72E36F06-32C1-4FB1-8856-62AA5C4D770F}" dt="2025-10-01T01:06:27.775" v="2330" actId="20577"/>
          <ac:spMkLst>
            <pc:docMk/>
            <pc:sldMk cId="1447263209" sldId="333"/>
            <ac:spMk id="3" creationId="{2AE312F6-62D0-AF47-AEA3-90B185B763DA}"/>
          </ac:spMkLst>
        </pc:spChg>
      </pc:sldChg>
      <pc:sldChg chg="modSp add mod">
        <pc:chgData name="zied.kammoun" userId="bf0d7764-83a7-4f46-aeea-edade3febd2d" providerId="ADAL" clId="{72E36F06-32C1-4FB1-8856-62AA5C4D770F}" dt="2025-10-01T01:06:52.376" v="2339" actId="20577"/>
        <pc:sldMkLst>
          <pc:docMk/>
          <pc:sldMk cId="1738940485" sldId="334"/>
        </pc:sldMkLst>
        <pc:spChg chg="mod">
          <ac:chgData name="zied.kammoun" userId="bf0d7764-83a7-4f46-aeea-edade3febd2d" providerId="ADAL" clId="{72E36F06-32C1-4FB1-8856-62AA5C4D770F}" dt="2025-10-01T01:06:52.376" v="2339" actId="20577"/>
          <ac:spMkLst>
            <pc:docMk/>
            <pc:sldMk cId="1738940485" sldId="334"/>
            <ac:spMk id="3" creationId="{53170D88-FBFA-342A-E7A1-CC3C8994E4CA}"/>
          </ac:spMkLst>
        </pc:spChg>
      </pc:sldChg>
      <pc:sldChg chg="modSp add mod">
        <pc:chgData name="zied.kammoun" userId="bf0d7764-83a7-4f46-aeea-edade3febd2d" providerId="ADAL" clId="{72E36F06-32C1-4FB1-8856-62AA5C4D770F}" dt="2025-10-01T01:07:15.904" v="2345" actId="27636"/>
        <pc:sldMkLst>
          <pc:docMk/>
          <pc:sldMk cId="1666971452" sldId="335"/>
        </pc:sldMkLst>
        <pc:spChg chg="mod">
          <ac:chgData name="zied.kammoun" userId="bf0d7764-83a7-4f46-aeea-edade3febd2d" providerId="ADAL" clId="{72E36F06-32C1-4FB1-8856-62AA5C4D770F}" dt="2025-10-01T01:07:15.904" v="2345" actId="27636"/>
          <ac:spMkLst>
            <pc:docMk/>
            <pc:sldMk cId="1666971452" sldId="335"/>
            <ac:spMk id="3" creationId="{D7AD7ABA-7DAE-C9B6-84AF-3D089A9448C9}"/>
          </ac:spMkLst>
        </pc:spChg>
      </pc:sldChg>
      <pc:sldChg chg="modSp add mod">
        <pc:chgData name="zied.kammoun" userId="bf0d7764-83a7-4f46-aeea-edade3febd2d" providerId="ADAL" clId="{72E36F06-32C1-4FB1-8856-62AA5C4D770F}" dt="2025-10-01T01:07:36.015" v="2351"/>
        <pc:sldMkLst>
          <pc:docMk/>
          <pc:sldMk cId="362003496" sldId="336"/>
        </pc:sldMkLst>
        <pc:spChg chg="mod">
          <ac:chgData name="zied.kammoun" userId="bf0d7764-83a7-4f46-aeea-edade3febd2d" providerId="ADAL" clId="{72E36F06-32C1-4FB1-8856-62AA5C4D770F}" dt="2025-10-01T01:07:36.015" v="2351"/>
          <ac:spMkLst>
            <pc:docMk/>
            <pc:sldMk cId="362003496" sldId="336"/>
            <ac:spMk id="3" creationId="{2625B2DC-18AF-5ECA-E98C-E09C97AB2690}"/>
          </ac:spMkLst>
        </pc:spChg>
      </pc:sldChg>
      <pc:sldChg chg="modSp add mod">
        <pc:chgData name="zied.kammoun" userId="bf0d7764-83a7-4f46-aeea-edade3febd2d" providerId="ADAL" clId="{72E36F06-32C1-4FB1-8856-62AA5C4D770F}" dt="2025-10-01T01:08:09.983" v="2363" actId="20577"/>
        <pc:sldMkLst>
          <pc:docMk/>
          <pc:sldMk cId="1377677697" sldId="337"/>
        </pc:sldMkLst>
        <pc:spChg chg="mod">
          <ac:chgData name="zied.kammoun" userId="bf0d7764-83a7-4f46-aeea-edade3febd2d" providerId="ADAL" clId="{72E36F06-32C1-4FB1-8856-62AA5C4D770F}" dt="2025-10-01T01:08:09.983" v="2363" actId="20577"/>
          <ac:spMkLst>
            <pc:docMk/>
            <pc:sldMk cId="1377677697" sldId="337"/>
            <ac:spMk id="3" creationId="{0B0BCA78-9ADB-BBBD-3A4A-4D69EBE504CD}"/>
          </ac:spMkLst>
        </pc:spChg>
      </pc:sldChg>
      <pc:sldChg chg="modSp add mod">
        <pc:chgData name="zied.kammoun" userId="bf0d7764-83a7-4f46-aeea-edade3febd2d" providerId="ADAL" clId="{72E36F06-32C1-4FB1-8856-62AA5C4D770F}" dt="2025-10-13T11:21:49.987" v="2671" actId="207"/>
        <pc:sldMkLst>
          <pc:docMk/>
          <pc:sldMk cId="1383644158" sldId="338"/>
        </pc:sldMkLst>
        <pc:spChg chg="mod">
          <ac:chgData name="zied.kammoun" userId="bf0d7764-83a7-4f46-aeea-edade3febd2d" providerId="ADAL" clId="{72E36F06-32C1-4FB1-8856-62AA5C4D770F}" dt="2025-10-13T11:21:49.987" v="2671" actId="207"/>
          <ac:spMkLst>
            <pc:docMk/>
            <pc:sldMk cId="1383644158" sldId="338"/>
            <ac:spMk id="3" creationId="{CFA05559-EA58-A12B-D38B-9CF10AB69637}"/>
          </ac:spMkLst>
        </pc:spChg>
      </pc:sldChg>
      <pc:sldChg chg="modSp add mod">
        <pc:chgData name="zied.kammoun" userId="bf0d7764-83a7-4f46-aeea-edade3febd2d" providerId="ADAL" clId="{72E36F06-32C1-4FB1-8856-62AA5C4D770F}" dt="2025-10-01T01:09:25.203" v="2420" actId="20577"/>
        <pc:sldMkLst>
          <pc:docMk/>
          <pc:sldMk cId="2230345552" sldId="339"/>
        </pc:sldMkLst>
        <pc:spChg chg="mod">
          <ac:chgData name="zied.kammoun" userId="bf0d7764-83a7-4f46-aeea-edade3febd2d" providerId="ADAL" clId="{72E36F06-32C1-4FB1-8856-62AA5C4D770F}" dt="2025-10-01T01:09:25.203" v="2420" actId="20577"/>
          <ac:spMkLst>
            <pc:docMk/>
            <pc:sldMk cId="2230345552" sldId="339"/>
            <ac:spMk id="3" creationId="{0A85817A-8953-6FC1-1F39-C827C70D6181}"/>
          </ac:spMkLst>
        </pc:spChg>
      </pc:sldChg>
      <pc:sldChg chg="modSp add mod">
        <pc:chgData name="zied.kammoun" userId="bf0d7764-83a7-4f46-aeea-edade3febd2d" providerId="ADAL" clId="{72E36F06-32C1-4FB1-8856-62AA5C4D770F}" dt="2025-10-01T01:10:04.740" v="2455" actId="20577"/>
        <pc:sldMkLst>
          <pc:docMk/>
          <pc:sldMk cId="2366852795" sldId="340"/>
        </pc:sldMkLst>
        <pc:spChg chg="mod">
          <ac:chgData name="zied.kammoun" userId="bf0d7764-83a7-4f46-aeea-edade3febd2d" providerId="ADAL" clId="{72E36F06-32C1-4FB1-8856-62AA5C4D770F}" dt="2025-10-01T01:10:04.740" v="2455" actId="20577"/>
          <ac:spMkLst>
            <pc:docMk/>
            <pc:sldMk cId="2366852795" sldId="340"/>
            <ac:spMk id="3" creationId="{42A0C8B1-BBB5-119C-B7F4-B9E883CBD784}"/>
          </ac:spMkLst>
        </pc:spChg>
      </pc:sldChg>
      <pc:sldChg chg="modSp add mod">
        <pc:chgData name="zied.kammoun" userId="bf0d7764-83a7-4f46-aeea-edade3febd2d" providerId="ADAL" clId="{72E36F06-32C1-4FB1-8856-62AA5C4D770F}" dt="2025-10-01T01:10:40.888" v="2464" actId="27636"/>
        <pc:sldMkLst>
          <pc:docMk/>
          <pc:sldMk cId="344891051" sldId="341"/>
        </pc:sldMkLst>
        <pc:spChg chg="mod">
          <ac:chgData name="zied.kammoun" userId="bf0d7764-83a7-4f46-aeea-edade3febd2d" providerId="ADAL" clId="{72E36F06-32C1-4FB1-8856-62AA5C4D770F}" dt="2025-10-01T01:10:40.888" v="2464" actId="27636"/>
          <ac:spMkLst>
            <pc:docMk/>
            <pc:sldMk cId="344891051" sldId="341"/>
            <ac:spMk id="3" creationId="{7AE8767A-9B9E-8F9C-4C63-C6B23937523E}"/>
          </ac:spMkLst>
        </pc:spChg>
      </pc:sldChg>
      <pc:sldChg chg="modSp add mod">
        <pc:chgData name="zied.kammoun" userId="bf0d7764-83a7-4f46-aeea-edade3febd2d" providerId="ADAL" clId="{72E36F06-32C1-4FB1-8856-62AA5C4D770F}" dt="2025-10-01T01:11:15.383" v="2472" actId="313"/>
        <pc:sldMkLst>
          <pc:docMk/>
          <pc:sldMk cId="1193730124" sldId="342"/>
        </pc:sldMkLst>
        <pc:spChg chg="mod">
          <ac:chgData name="zied.kammoun" userId="bf0d7764-83a7-4f46-aeea-edade3febd2d" providerId="ADAL" clId="{72E36F06-32C1-4FB1-8856-62AA5C4D770F}" dt="2025-10-01T01:11:15.383" v="2472" actId="313"/>
          <ac:spMkLst>
            <pc:docMk/>
            <pc:sldMk cId="1193730124" sldId="342"/>
            <ac:spMk id="3" creationId="{CFA60596-AEEC-0B0D-1745-31A49273E325}"/>
          </ac:spMkLst>
        </pc:spChg>
      </pc:sldChg>
      <pc:sldChg chg="modSp add mod">
        <pc:chgData name="zied.kammoun" userId="bf0d7764-83a7-4f46-aeea-edade3febd2d" providerId="ADAL" clId="{72E36F06-32C1-4FB1-8856-62AA5C4D770F}" dt="2025-10-01T01:11:44.471" v="2480" actId="313"/>
        <pc:sldMkLst>
          <pc:docMk/>
          <pc:sldMk cId="122286146" sldId="343"/>
        </pc:sldMkLst>
        <pc:spChg chg="mod">
          <ac:chgData name="zied.kammoun" userId="bf0d7764-83a7-4f46-aeea-edade3febd2d" providerId="ADAL" clId="{72E36F06-32C1-4FB1-8856-62AA5C4D770F}" dt="2025-10-01T01:11:44.471" v="2480" actId="313"/>
          <ac:spMkLst>
            <pc:docMk/>
            <pc:sldMk cId="122286146" sldId="343"/>
            <ac:spMk id="3" creationId="{18EA08FD-049E-3ECD-8DBD-6AD0A6BEFEB5}"/>
          </ac:spMkLst>
        </pc:spChg>
      </pc:sldChg>
      <pc:sldChg chg="modSp add mod">
        <pc:chgData name="zied.kammoun" userId="bf0d7764-83a7-4f46-aeea-edade3febd2d" providerId="ADAL" clId="{72E36F06-32C1-4FB1-8856-62AA5C4D770F}" dt="2025-10-01T01:12:08.931" v="2486" actId="20577"/>
        <pc:sldMkLst>
          <pc:docMk/>
          <pc:sldMk cId="4136059420" sldId="344"/>
        </pc:sldMkLst>
        <pc:spChg chg="mod">
          <ac:chgData name="zied.kammoun" userId="bf0d7764-83a7-4f46-aeea-edade3febd2d" providerId="ADAL" clId="{72E36F06-32C1-4FB1-8856-62AA5C4D770F}" dt="2025-10-01T01:12:08.931" v="2486" actId="20577"/>
          <ac:spMkLst>
            <pc:docMk/>
            <pc:sldMk cId="4136059420" sldId="344"/>
            <ac:spMk id="3" creationId="{3FB4E684-F7B6-6424-FF8C-F32C64EA6A27}"/>
          </ac:spMkLst>
        </pc:spChg>
      </pc:sldChg>
      <pc:sldChg chg="modSp add mod modNotesTx">
        <pc:chgData name="zied.kammoun" userId="bf0d7764-83a7-4f46-aeea-edade3febd2d" providerId="ADAL" clId="{72E36F06-32C1-4FB1-8856-62AA5C4D770F}" dt="2025-10-13T11:24:34.923" v="2698" actId="20577"/>
        <pc:sldMkLst>
          <pc:docMk/>
          <pc:sldMk cId="2430420651" sldId="345"/>
        </pc:sldMkLst>
        <pc:spChg chg="mod">
          <ac:chgData name="zied.kammoun" userId="bf0d7764-83a7-4f46-aeea-edade3febd2d" providerId="ADAL" clId="{72E36F06-32C1-4FB1-8856-62AA5C4D770F}" dt="2025-10-01T01:12:51.961" v="2508" actId="20577"/>
          <ac:spMkLst>
            <pc:docMk/>
            <pc:sldMk cId="2430420651" sldId="345"/>
            <ac:spMk id="3" creationId="{352D817C-92CF-6FC4-D3E5-553205668585}"/>
          </ac:spMkLst>
        </pc:spChg>
      </pc:sldChg>
      <pc:sldChg chg="modSp add mod">
        <pc:chgData name="zied.kammoun" userId="bf0d7764-83a7-4f46-aeea-edade3febd2d" providerId="ADAL" clId="{72E36F06-32C1-4FB1-8856-62AA5C4D770F}" dt="2025-10-01T01:13:32.711" v="2516" actId="313"/>
        <pc:sldMkLst>
          <pc:docMk/>
          <pc:sldMk cId="1280271023" sldId="346"/>
        </pc:sldMkLst>
        <pc:spChg chg="mod">
          <ac:chgData name="zied.kammoun" userId="bf0d7764-83a7-4f46-aeea-edade3febd2d" providerId="ADAL" clId="{72E36F06-32C1-4FB1-8856-62AA5C4D770F}" dt="2025-10-01T01:13:32.711" v="2516" actId="313"/>
          <ac:spMkLst>
            <pc:docMk/>
            <pc:sldMk cId="1280271023" sldId="346"/>
            <ac:spMk id="3" creationId="{66DEE1E8-BC1B-8AB0-CAA7-557CB4031888}"/>
          </ac:spMkLst>
        </pc:spChg>
      </pc:sldChg>
      <pc:sldChg chg="modSp add mod">
        <pc:chgData name="zied.kammoun" userId="bf0d7764-83a7-4f46-aeea-edade3febd2d" providerId="ADAL" clId="{72E36F06-32C1-4FB1-8856-62AA5C4D770F}" dt="2025-10-13T11:09:31.867" v="2546" actId="207"/>
        <pc:sldMkLst>
          <pc:docMk/>
          <pc:sldMk cId="2248575297" sldId="347"/>
        </pc:sldMkLst>
        <pc:spChg chg="mod">
          <ac:chgData name="zied.kammoun" userId="bf0d7764-83a7-4f46-aeea-edade3febd2d" providerId="ADAL" clId="{72E36F06-32C1-4FB1-8856-62AA5C4D770F}" dt="2025-10-13T11:09:31.867" v="2546" actId="207"/>
          <ac:spMkLst>
            <pc:docMk/>
            <pc:sldMk cId="2248575297" sldId="347"/>
            <ac:spMk id="3" creationId="{0AFCA3B1-52A1-516B-30B8-FE086B301BF6}"/>
          </ac:spMkLst>
        </pc:spChg>
      </pc:sldChg>
      <pc:sldChg chg="modSp add mod">
        <pc:chgData name="zied.kammoun" userId="bf0d7764-83a7-4f46-aeea-edade3febd2d" providerId="ADAL" clId="{72E36F06-32C1-4FB1-8856-62AA5C4D770F}" dt="2025-10-13T11:09:42.344" v="2548" actId="207"/>
        <pc:sldMkLst>
          <pc:docMk/>
          <pc:sldMk cId="2278743015" sldId="348"/>
        </pc:sldMkLst>
        <pc:spChg chg="mod">
          <ac:chgData name="zied.kammoun" userId="bf0d7764-83a7-4f46-aeea-edade3febd2d" providerId="ADAL" clId="{72E36F06-32C1-4FB1-8856-62AA5C4D770F}" dt="2025-10-13T11:09:42.344" v="2548" actId="207"/>
          <ac:spMkLst>
            <pc:docMk/>
            <pc:sldMk cId="2278743015" sldId="348"/>
            <ac:spMk id="3" creationId="{5657723B-A81D-B796-C20C-0A0020B6A8E1}"/>
          </ac:spMkLst>
        </pc:spChg>
      </pc:sldChg>
      <pc:sldChg chg="modSp add mod">
        <pc:chgData name="zied.kammoun" userId="bf0d7764-83a7-4f46-aeea-edade3febd2d" providerId="ADAL" clId="{72E36F06-32C1-4FB1-8856-62AA5C4D770F}" dt="2025-10-13T11:09:56.316" v="2550" actId="207"/>
        <pc:sldMkLst>
          <pc:docMk/>
          <pc:sldMk cId="350205591" sldId="349"/>
        </pc:sldMkLst>
        <pc:spChg chg="mod">
          <ac:chgData name="zied.kammoun" userId="bf0d7764-83a7-4f46-aeea-edade3febd2d" providerId="ADAL" clId="{72E36F06-32C1-4FB1-8856-62AA5C4D770F}" dt="2025-10-13T11:09:56.316" v="2550" actId="207"/>
          <ac:spMkLst>
            <pc:docMk/>
            <pc:sldMk cId="350205591" sldId="349"/>
            <ac:spMk id="3" creationId="{02C16E30-01C1-A8AA-27C8-6D2CDAFF6C9E}"/>
          </ac:spMkLst>
        </pc:spChg>
      </pc:sldChg>
      <pc:sldChg chg="modSp add mod">
        <pc:chgData name="zied.kammoun" userId="bf0d7764-83a7-4f46-aeea-edade3febd2d" providerId="ADAL" clId="{72E36F06-32C1-4FB1-8856-62AA5C4D770F}" dt="2025-10-13T11:10:14.992" v="2553" actId="207"/>
        <pc:sldMkLst>
          <pc:docMk/>
          <pc:sldMk cId="1335739643" sldId="350"/>
        </pc:sldMkLst>
        <pc:spChg chg="mod">
          <ac:chgData name="zied.kammoun" userId="bf0d7764-83a7-4f46-aeea-edade3febd2d" providerId="ADAL" clId="{72E36F06-32C1-4FB1-8856-62AA5C4D770F}" dt="2025-10-13T11:10:14.992" v="2553" actId="207"/>
          <ac:spMkLst>
            <pc:docMk/>
            <pc:sldMk cId="1335739643" sldId="350"/>
            <ac:spMk id="3" creationId="{659C90C6-3D00-8434-9AA1-FF76B80D60DF}"/>
          </ac:spMkLst>
        </pc:spChg>
      </pc:sldChg>
      <pc:sldChg chg="modSp add mod">
        <pc:chgData name="zied.kammoun" userId="bf0d7764-83a7-4f46-aeea-edade3febd2d" providerId="ADAL" clId="{72E36F06-32C1-4FB1-8856-62AA5C4D770F}" dt="2025-10-13T11:10:33.343" v="2556" actId="207"/>
        <pc:sldMkLst>
          <pc:docMk/>
          <pc:sldMk cId="187446629" sldId="351"/>
        </pc:sldMkLst>
        <pc:spChg chg="mod">
          <ac:chgData name="zied.kammoun" userId="bf0d7764-83a7-4f46-aeea-edade3febd2d" providerId="ADAL" clId="{72E36F06-32C1-4FB1-8856-62AA5C4D770F}" dt="2025-10-13T11:10:33.343" v="2556" actId="207"/>
          <ac:spMkLst>
            <pc:docMk/>
            <pc:sldMk cId="187446629" sldId="351"/>
            <ac:spMk id="3" creationId="{11BFF903-E6EF-8EFD-F260-A1DD79B9D647}"/>
          </ac:spMkLst>
        </pc:spChg>
      </pc:sldChg>
      <pc:sldChg chg="modSp add mod">
        <pc:chgData name="zied.kammoun" userId="bf0d7764-83a7-4f46-aeea-edade3febd2d" providerId="ADAL" clId="{72E36F06-32C1-4FB1-8856-62AA5C4D770F}" dt="2025-10-13T11:10:56.230" v="2560" actId="207"/>
        <pc:sldMkLst>
          <pc:docMk/>
          <pc:sldMk cId="4208771087" sldId="352"/>
        </pc:sldMkLst>
        <pc:spChg chg="mod">
          <ac:chgData name="zied.kammoun" userId="bf0d7764-83a7-4f46-aeea-edade3febd2d" providerId="ADAL" clId="{72E36F06-32C1-4FB1-8856-62AA5C4D770F}" dt="2025-10-13T11:10:56.230" v="2560" actId="207"/>
          <ac:spMkLst>
            <pc:docMk/>
            <pc:sldMk cId="4208771087" sldId="352"/>
            <ac:spMk id="3" creationId="{C7F3FB33-0058-FD08-5494-FB13E75C4DA1}"/>
          </ac:spMkLst>
        </pc:spChg>
      </pc:sldChg>
      <pc:sldChg chg="modSp add mod">
        <pc:chgData name="zied.kammoun" userId="bf0d7764-83a7-4f46-aeea-edade3febd2d" providerId="ADAL" clId="{72E36F06-32C1-4FB1-8856-62AA5C4D770F}" dt="2025-10-13T11:11:10.637" v="2563" actId="207"/>
        <pc:sldMkLst>
          <pc:docMk/>
          <pc:sldMk cId="2589863639" sldId="353"/>
        </pc:sldMkLst>
        <pc:spChg chg="mod">
          <ac:chgData name="zied.kammoun" userId="bf0d7764-83a7-4f46-aeea-edade3febd2d" providerId="ADAL" clId="{72E36F06-32C1-4FB1-8856-62AA5C4D770F}" dt="2025-10-13T11:11:10.637" v="2563" actId="207"/>
          <ac:spMkLst>
            <pc:docMk/>
            <pc:sldMk cId="2589863639" sldId="353"/>
            <ac:spMk id="3" creationId="{2E5BF8EA-D4CE-492C-CF56-F994FA331290}"/>
          </ac:spMkLst>
        </pc:spChg>
      </pc:sldChg>
      <pc:sldChg chg="modSp add mod">
        <pc:chgData name="zied.kammoun" userId="bf0d7764-83a7-4f46-aeea-edade3febd2d" providerId="ADAL" clId="{72E36F06-32C1-4FB1-8856-62AA5C4D770F}" dt="2025-10-13T11:11:33.460" v="2567" actId="207"/>
        <pc:sldMkLst>
          <pc:docMk/>
          <pc:sldMk cId="424707090" sldId="354"/>
        </pc:sldMkLst>
        <pc:spChg chg="mod">
          <ac:chgData name="zied.kammoun" userId="bf0d7764-83a7-4f46-aeea-edade3febd2d" providerId="ADAL" clId="{72E36F06-32C1-4FB1-8856-62AA5C4D770F}" dt="2025-10-13T11:11:33.460" v="2567" actId="207"/>
          <ac:spMkLst>
            <pc:docMk/>
            <pc:sldMk cId="424707090" sldId="354"/>
            <ac:spMk id="3" creationId="{E88BBE6D-2831-578D-F073-7FAF90E7AC7C}"/>
          </ac:spMkLst>
        </pc:spChg>
      </pc:sldChg>
      <pc:sldChg chg="modSp add mod">
        <pc:chgData name="zied.kammoun" userId="bf0d7764-83a7-4f46-aeea-edade3febd2d" providerId="ADAL" clId="{72E36F06-32C1-4FB1-8856-62AA5C4D770F}" dt="2025-10-13T11:11:47.245" v="2569" actId="207"/>
        <pc:sldMkLst>
          <pc:docMk/>
          <pc:sldMk cId="361877911" sldId="355"/>
        </pc:sldMkLst>
        <pc:spChg chg="mod">
          <ac:chgData name="zied.kammoun" userId="bf0d7764-83a7-4f46-aeea-edade3febd2d" providerId="ADAL" clId="{72E36F06-32C1-4FB1-8856-62AA5C4D770F}" dt="2025-10-13T11:11:47.245" v="2569" actId="207"/>
          <ac:spMkLst>
            <pc:docMk/>
            <pc:sldMk cId="361877911" sldId="355"/>
            <ac:spMk id="3" creationId="{CB44BB23-8DA2-071A-2A45-4608A0247546}"/>
          </ac:spMkLst>
        </pc:spChg>
      </pc:sldChg>
      <pc:sldChg chg="modSp add mod">
        <pc:chgData name="zied.kammoun" userId="bf0d7764-83a7-4f46-aeea-edade3febd2d" providerId="ADAL" clId="{72E36F06-32C1-4FB1-8856-62AA5C4D770F}" dt="2025-10-13T11:12:01.087" v="2572" actId="207"/>
        <pc:sldMkLst>
          <pc:docMk/>
          <pc:sldMk cId="1157748208" sldId="356"/>
        </pc:sldMkLst>
        <pc:spChg chg="mod">
          <ac:chgData name="zied.kammoun" userId="bf0d7764-83a7-4f46-aeea-edade3febd2d" providerId="ADAL" clId="{72E36F06-32C1-4FB1-8856-62AA5C4D770F}" dt="2025-10-13T11:12:01.087" v="2572" actId="207"/>
          <ac:spMkLst>
            <pc:docMk/>
            <pc:sldMk cId="1157748208" sldId="356"/>
            <ac:spMk id="3" creationId="{44A9AC3C-BFC3-B231-48D2-4EC61F0010FC}"/>
          </ac:spMkLst>
        </pc:spChg>
      </pc:sldChg>
      <pc:sldChg chg="modSp add mod">
        <pc:chgData name="zied.kammoun" userId="bf0d7764-83a7-4f46-aeea-edade3febd2d" providerId="ADAL" clId="{72E36F06-32C1-4FB1-8856-62AA5C4D770F}" dt="2025-10-13T11:12:25.616" v="2577" actId="207"/>
        <pc:sldMkLst>
          <pc:docMk/>
          <pc:sldMk cId="4047666004" sldId="357"/>
        </pc:sldMkLst>
        <pc:spChg chg="mod">
          <ac:chgData name="zied.kammoun" userId="bf0d7764-83a7-4f46-aeea-edade3febd2d" providerId="ADAL" clId="{72E36F06-32C1-4FB1-8856-62AA5C4D770F}" dt="2025-10-13T11:12:25.616" v="2577" actId="207"/>
          <ac:spMkLst>
            <pc:docMk/>
            <pc:sldMk cId="4047666004" sldId="357"/>
            <ac:spMk id="3" creationId="{B9E75205-AE75-66E4-D73A-0292A9BFA9F7}"/>
          </ac:spMkLst>
        </pc:spChg>
      </pc:sldChg>
      <pc:sldChg chg="modSp add mod">
        <pc:chgData name="zied.kammoun" userId="bf0d7764-83a7-4f46-aeea-edade3febd2d" providerId="ADAL" clId="{72E36F06-32C1-4FB1-8856-62AA5C4D770F}" dt="2025-10-13T11:12:45.353" v="2580" actId="207"/>
        <pc:sldMkLst>
          <pc:docMk/>
          <pc:sldMk cId="2142643394" sldId="358"/>
        </pc:sldMkLst>
        <pc:spChg chg="mod">
          <ac:chgData name="zied.kammoun" userId="bf0d7764-83a7-4f46-aeea-edade3febd2d" providerId="ADAL" clId="{72E36F06-32C1-4FB1-8856-62AA5C4D770F}" dt="2025-10-13T11:12:45.353" v="2580" actId="207"/>
          <ac:spMkLst>
            <pc:docMk/>
            <pc:sldMk cId="2142643394" sldId="358"/>
            <ac:spMk id="3" creationId="{14C48E52-9D4E-582A-986F-2BE4FB99EB48}"/>
          </ac:spMkLst>
        </pc:spChg>
      </pc:sldChg>
      <pc:sldChg chg="modSp add mod">
        <pc:chgData name="zied.kammoun" userId="bf0d7764-83a7-4f46-aeea-edade3febd2d" providerId="ADAL" clId="{72E36F06-32C1-4FB1-8856-62AA5C4D770F}" dt="2025-10-13T11:12:59.194" v="2583" actId="207"/>
        <pc:sldMkLst>
          <pc:docMk/>
          <pc:sldMk cId="3253338432" sldId="359"/>
        </pc:sldMkLst>
        <pc:spChg chg="mod">
          <ac:chgData name="zied.kammoun" userId="bf0d7764-83a7-4f46-aeea-edade3febd2d" providerId="ADAL" clId="{72E36F06-32C1-4FB1-8856-62AA5C4D770F}" dt="2025-10-13T11:12:59.194" v="2583" actId="207"/>
          <ac:spMkLst>
            <pc:docMk/>
            <pc:sldMk cId="3253338432" sldId="359"/>
            <ac:spMk id="3" creationId="{FE46E264-41D8-3A2B-2DF3-4EAE5D2D10A6}"/>
          </ac:spMkLst>
        </pc:spChg>
      </pc:sldChg>
      <pc:sldChg chg="modSp add mod">
        <pc:chgData name="zied.kammoun" userId="bf0d7764-83a7-4f46-aeea-edade3febd2d" providerId="ADAL" clId="{72E36F06-32C1-4FB1-8856-62AA5C4D770F}" dt="2025-10-13T11:13:16.220" v="2585" actId="207"/>
        <pc:sldMkLst>
          <pc:docMk/>
          <pc:sldMk cId="2604006157" sldId="360"/>
        </pc:sldMkLst>
        <pc:spChg chg="mod">
          <ac:chgData name="zied.kammoun" userId="bf0d7764-83a7-4f46-aeea-edade3febd2d" providerId="ADAL" clId="{72E36F06-32C1-4FB1-8856-62AA5C4D770F}" dt="2025-10-13T11:13:16.220" v="2585" actId="207"/>
          <ac:spMkLst>
            <pc:docMk/>
            <pc:sldMk cId="2604006157" sldId="360"/>
            <ac:spMk id="3" creationId="{D1030124-FAF4-DC7B-B548-7F737C789A07}"/>
          </ac:spMkLst>
        </pc:spChg>
      </pc:sldChg>
      <pc:sldChg chg="modSp add mod">
        <pc:chgData name="zied.kammoun" userId="bf0d7764-83a7-4f46-aeea-edade3febd2d" providerId="ADAL" clId="{72E36F06-32C1-4FB1-8856-62AA5C4D770F}" dt="2025-10-13T11:14:06.827" v="2592" actId="207"/>
        <pc:sldMkLst>
          <pc:docMk/>
          <pc:sldMk cId="4232020904" sldId="361"/>
        </pc:sldMkLst>
        <pc:spChg chg="mod">
          <ac:chgData name="zied.kammoun" userId="bf0d7764-83a7-4f46-aeea-edade3febd2d" providerId="ADAL" clId="{72E36F06-32C1-4FB1-8856-62AA5C4D770F}" dt="2025-10-13T11:14:06.827" v="2592" actId="207"/>
          <ac:spMkLst>
            <pc:docMk/>
            <pc:sldMk cId="4232020904" sldId="361"/>
            <ac:spMk id="3" creationId="{40E7075B-D119-5A34-5740-E87CEFD51A98}"/>
          </ac:spMkLst>
        </pc:spChg>
      </pc:sldChg>
      <pc:sldChg chg="new del">
        <pc:chgData name="zied.kammoun" userId="bf0d7764-83a7-4f46-aeea-edade3febd2d" providerId="ADAL" clId="{72E36F06-32C1-4FB1-8856-62AA5C4D770F}" dt="2025-10-13T11:13:45.402" v="2589" actId="47"/>
        <pc:sldMkLst>
          <pc:docMk/>
          <pc:sldMk cId="1587542364" sldId="362"/>
        </pc:sldMkLst>
      </pc:sldChg>
      <pc:sldChg chg="modSp add mod">
        <pc:chgData name="zied.kammoun" userId="bf0d7764-83a7-4f46-aeea-edade3febd2d" providerId="ADAL" clId="{72E36F06-32C1-4FB1-8856-62AA5C4D770F}" dt="2025-10-13T11:14:23.421" v="2595" actId="207"/>
        <pc:sldMkLst>
          <pc:docMk/>
          <pc:sldMk cId="4062925459" sldId="362"/>
        </pc:sldMkLst>
        <pc:spChg chg="mod">
          <ac:chgData name="zied.kammoun" userId="bf0d7764-83a7-4f46-aeea-edade3febd2d" providerId="ADAL" clId="{72E36F06-32C1-4FB1-8856-62AA5C4D770F}" dt="2025-10-13T11:14:23.421" v="2595" actId="207"/>
          <ac:spMkLst>
            <pc:docMk/>
            <pc:sldMk cId="4062925459" sldId="362"/>
            <ac:spMk id="3" creationId="{9EDC364F-F7C6-9C4B-CD01-BF1FAF657E6B}"/>
          </ac:spMkLst>
        </pc:spChg>
      </pc:sldChg>
      <pc:sldChg chg="new del">
        <pc:chgData name="zied.kammoun" userId="bf0d7764-83a7-4f46-aeea-edade3febd2d" providerId="ADAL" clId="{72E36F06-32C1-4FB1-8856-62AA5C4D770F}" dt="2025-10-13T11:14:36.050" v="2598" actId="47"/>
        <pc:sldMkLst>
          <pc:docMk/>
          <pc:sldMk cId="624424798" sldId="363"/>
        </pc:sldMkLst>
      </pc:sldChg>
      <pc:sldChg chg="modSp add mod">
        <pc:chgData name="zied.kammoun" userId="bf0d7764-83a7-4f46-aeea-edade3febd2d" providerId="ADAL" clId="{72E36F06-32C1-4FB1-8856-62AA5C4D770F}" dt="2025-10-13T11:14:54.723" v="2600" actId="207"/>
        <pc:sldMkLst>
          <pc:docMk/>
          <pc:sldMk cId="3269334848" sldId="363"/>
        </pc:sldMkLst>
        <pc:spChg chg="mod">
          <ac:chgData name="zied.kammoun" userId="bf0d7764-83a7-4f46-aeea-edade3febd2d" providerId="ADAL" clId="{72E36F06-32C1-4FB1-8856-62AA5C4D770F}" dt="2025-10-13T11:14:54.723" v="2600" actId="207"/>
          <ac:spMkLst>
            <pc:docMk/>
            <pc:sldMk cId="3269334848" sldId="363"/>
            <ac:spMk id="3" creationId="{6A2B7B22-A3E7-07DB-135D-96E9947FA348}"/>
          </ac:spMkLst>
        </pc:spChg>
      </pc:sldChg>
      <pc:sldChg chg="modSp add mod">
        <pc:chgData name="zied.kammoun" userId="bf0d7764-83a7-4f46-aeea-edade3febd2d" providerId="ADAL" clId="{72E36F06-32C1-4FB1-8856-62AA5C4D770F}" dt="2025-10-13T11:15:16.244" v="2605" actId="207"/>
        <pc:sldMkLst>
          <pc:docMk/>
          <pc:sldMk cId="1516548968" sldId="364"/>
        </pc:sldMkLst>
        <pc:spChg chg="mod">
          <ac:chgData name="zied.kammoun" userId="bf0d7764-83a7-4f46-aeea-edade3febd2d" providerId="ADAL" clId="{72E36F06-32C1-4FB1-8856-62AA5C4D770F}" dt="2025-10-13T11:15:16.244" v="2605" actId="207"/>
          <ac:spMkLst>
            <pc:docMk/>
            <pc:sldMk cId="1516548968" sldId="364"/>
            <ac:spMk id="3" creationId="{38AEE920-28D2-3EB1-4ACC-A31E27FC128D}"/>
          </ac:spMkLst>
        </pc:spChg>
      </pc:sldChg>
      <pc:sldChg chg="modSp add mod">
        <pc:chgData name="zied.kammoun" userId="bf0d7764-83a7-4f46-aeea-edade3febd2d" providerId="ADAL" clId="{72E36F06-32C1-4FB1-8856-62AA5C4D770F}" dt="2025-10-13T11:15:35.536" v="2608" actId="207"/>
        <pc:sldMkLst>
          <pc:docMk/>
          <pc:sldMk cId="1415078552" sldId="365"/>
        </pc:sldMkLst>
        <pc:spChg chg="mod">
          <ac:chgData name="zied.kammoun" userId="bf0d7764-83a7-4f46-aeea-edade3febd2d" providerId="ADAL" clId="{72E36F06-32C1-4FB1-8856-62AA5C4D770F}" dt="2025-10-13T11:15:35.536" v="2608" actId="207"/>
          <ac:spMkLst>
            <pc:docMk/>
            <pc:sldMk cId="1415078552" sldId="365"/>
            <ac:spMk id="3" creationId="{1862EEDA-B851-7167-7A06-2155198C6ADE}"/>
          </ac:spMkLst>
        </pc:spChg>
      </pc:sldChg>
      <pc:sldChg chg="modSp add mod">
        <pc:chgData name="zied.kammoun" userId="bf0d7764-83a7-4f46-aeea-edade3febd2d" providerId="ADAL" clId="{72E36F06-32C1-4FB1-8856-62AA5C4D770F}" dt="2025-10-13T11:15:50.158" v="2610" actId="207"/>
        <pc:sldMkLst>
          <pc:docMk/>
          <pc:sldMk cId="611128115" sldId="366"/>
        </pc:sldMkLst>
        <pc:spChg chg="mod">
          <ac:chgData name="zied.kammoun" userId="bf0d7764-83a7-4f46-aeea-edade3febd2d" providerId="ADAL" clId="{72E36F06-32C1-4FB1-8856-62AA5C4D770F}" dt="2025-10-13T11:15:50.158" v="2610" actId="207"/>
          <ac:spMkLst>
            <pc:docMk/>
            <pc:sldMk cId="611128115" sldId="366"/>
            <ac:spMk id="3" creationId="{22BD857F-FC8F-ED7D-3E32-968B997F5F4F}"/>
          </ac:spMkLst>
        </pc:spChg>
      </pc:sldChg>
      <pc:sldChg chg="modSp add mod">
        <pc:chgData name="zied.kammoun" userId="bf0d7764-83a7-4f46-aeea-edade3febd2d" providerId="ADAL" clId="{72E36F06-32C1-4FB1-8856-62AA5C4D770F}" dt="2025-10-13T11:16:12.551" v="2613" actId="207"/>
        <pc:sldMkLst>
          <pc:docMk/>
          <pc:sldMk cId="2541402254" sldId="367"/>
        </pc:sldMkLst>
        <pc:spChg chg="mod">
          <ac:chgData name="zied.kammoun" userId="bf0d7764-83a7-4f46-aeea-edade3febd2d" providerId="ADAL" clId="{72E36F06-32C1-4FB1-8856-62AA5C4D770F}" dt="2025-10-13T11:16:12.551" v="2613" actId="207"/>
          <ac:spMkLst>
            <pc:docMk/>
            <pc:sldMk cId="2541402254" sldId="367"/>
            <ac:spMk id="3" creationId="{376ACE53-A2E3-87F4-9B4E-56721CB7C068}"/>
          </ac:spMkLst>
        </pc:spChg>
      </pc:sldChg>
      <pc:sldChg chg="modSp add mod">
        <pc:chgData name="zied.kammoun" userId="bf0d7764-83a7-4f46-aeea-edade3febd2d" providerId="ADAL" clId="{72E36F06-32C1-4FB1-8856-62AA5C4D770F}" dt="2025-10-13T11:16:26.178" v="2615" actId="207"/>
        <pc:sldMkLst>
          <pc:docMk/>
          <pc:sldMk cId="3601228952" sldId="368"/>
        </pc:sldMkLst>
        <pc:spChg chg="mod">
          <ac:chgData name="zied.kammoun" userId="bf0d7764-83a7-4f46-aeea-edade3febd2d" providerId="ADAL" clId="{72E36F06-32C1-4FB1-8856-62AA5C4D770F}" dt="2025-10-13T11:16:26.178" v="2615" actId="207"/>
          <ac:spMkLst>
            <pc:docMk/>
            <pc:sldMk cId="3601228952" sldId="368"/>
            <ac:spMk id="3" creationId="{481F379D-ABCB-4E44-0EA5-B04C9DFE3EE7}"/>
          </ac:spMkLst>
        </pc:spChg>
      </pc:sldChg>
      <pc:sldChg chg="modSp add mod">
        <pc:chgData name="zied.kammoun" userId="bf0d7764-83a7-4f46-aeea-edade3febd2d" providerId="ADAL" clId="{72E36F06-32C1-4FB1-8856-62AA5C4D770F}" dt="2025-10-13T11:16:40.357" v="2618" actId="20578"/>
        <pc:sldMkLst>
          <pc:docMk/>
          <pc:sldMk cId="1130293909" sldId="369"/>
        </pc:sldMkLst>
        <pc:spChg chg="mod">
          <ac:chgData name="zied.kammoun" userId="bf0d7764-83a7-4f46-aeea-edade3febd2d" providerId="ADAL" clId="{72E36F06-32C1-4FB1-8856-62AA5C4D770F}" dt="2025-10-13T11:16:40.357" v="2618" actId="20578"/>
          <ac:spMkLst>
            <pc:docMk/>
            <pc:sldMk cId="1130293909" sldId="369"/>
            <ac:spMk id="3" creationId="{CE9014BC-AC11-FDFF-E564-DE82A1031A31}"/>
          </ac:spMkLst>
        </pc:spChg>
      </pc:sldChg>
      <pc:sldChg chg="modSp add mod">
        <pc:chgData name="zied.kammoun" userId="bf0d7764-83a7-4f46-aeea-edade3febd2d" providerId="ADAL" clId="{72E36F06-32C1-4FB1-8856-62AA5C4D770F}" dt="2025-10-13T11:16:57.863" v="2621" actId="207"/>
        <pc:sldMkLst>
          <pc:docMk/>
          <pc:sldMk cId="3197291837" sldId="370"/>
        </pc:sldMkLst>
        <pc:spChg chg="mod">
          <ac:chgData name="zied.kammoun" userId="bf0d7764-83a7-4f46-aeea-edade3febd2d" providerId="ADAL" clId="{72E36F06-32C1-4FB1-8856-62AA5C4D770F}" dt="2025-10-13T11:16:57.863" v="2621" actId="207"/>
          <ac:spMkLst>
            <pc:docMk/>
            <pc:sldMk cId="3197291837" sldId="370"/>
            <ac:spMk id="3" creationId="{0D0BB804-6522-49BD-15FE-5782A7F357A6}"/>
          </ac:spMkLst>
        </pc:spChg>
      </pc:sldChg>
      <pc:sldChg chg="modSp add mod">
        <pc:chgData name="zied.kammoun" userId="bf0d7764-83a7-4f46-aeea-edade3febd2d" providerId="ADAL" clId="{72E36F06-32C1-4FB1-8856-62AA5C4D770F}" dt="2025-10-13T11:17:44.328" v="2639" actId="20577"/>
        <pc:sldMkLst>
          <pc:docMk/>
          <pc:sldMk cId="2560789091" sldId="371"/>
        </pc:sldMkLst>
        <pc:spChg chg="mod">
          <ac:chgData name="zied.kammoun" userId="bf0d7764-83a7-4f46-aeea-edade3febd2d" providerId="ADAL" clId="{72E36F06-32C1-4FB1-8856-62AA5C4D770F}" dt="2025-10-13T11:17:44.328" v="2639" actId="20577"/>
          <ac:spMkLst>
            <pc:docMk/>
            <pc:sldMk cId="2560789091" sldId="371"/>
            <ac:spMk id="3" creationId="{020AB286-C59B-6A61-B6B9-2C7011ABCBF9}"/>
          </ac:spMkLst>
        </pc:spChg>
      </pc:sldChg>
      <pc:sldChg chg="modSp add mod">
        <pc:chgData name="zied.kammoun" userId="bf0d7764-83a7-4f46-aeea-edade3febd2d" providerId="ADAL" clId="{72E36F06-32C1-4FB1-8856-62AA5C4D770F}" dt="2025-10-13T11:17:53.031" v="2641" actId="207"/>
        <pc:sldMkLst>
          <pc:docMk/>
          <pc:sldMk cId="726737263" sldId="372"/>
        </pc:sldMkLst>
        <pc:spChg chg="mod">
          <ac:chgData name="zied.kammoun" userId="bf0d7764-83a7-4f46-aeea-edade3febd2d" providerId="ADAL" clId="{72E36F06-32C1-4FB1-8856-62AA5C4D770F}" dt="2025-10-13T11:17:53.031" v="2641" actId="207"/>
          <ac:spMkLst>
            <pc:docMk/>
            <pc:sldMk cId="726737263" sldId="372"/>
            <ac:spMk id="3" creationId="{600E3BBA-0238-224D-4373-1D296F675CED}"/>
          </ac:spMkLst>
        </pc:spChg>
      </pc:sldChg>
      <pc:sldChg chg="modSp add mod">
        <pc:chgData name="zied.kammoun" userId="bf0d7764-83a7-4f46-aeea-edade3febd2d" providerId="ADAL" clId="{72E36F06-32C1-4FB1-8856-62AA5C4D770F}" dt="2025-10-13T11:18:19.028" v="2643" actId="207"/>
        <pc:sldMkLst>
          <pc:docMk/>
          <pc:sldMk cId="2475942270" sldId="373"/>
        </pc:sldMkLst>
        <pc:spChg chg="mod">
          <ac:chgData name="zied.kammoun" userId="bf0d7764-83a7-4f46-aeea-edade3febd2d" providerId="ADAL" clId="{72E36F06-32C1-4FB1-8856-62AA5C4D770F}" dt="2025-10-13T11:18:19.028" v="2643" actId="207"/>
          <ac:spMkLst>
            <pc:docMk/>
            <pc:sldMk cId="2475942270" sldId="373"/>
            <ac:spMk id="3" creationId="{43E5E92E-F661-3926-BAD5-CEE3BAF37F2C}"/>
          </ac:spMkLst>
        </pc:spChg>
      </pc:sldChg>
      <pc:sldChg chg="modSp add mod">
        <pc:chgData name="zied.kammoun" userId="bf0d7764-83a7-4f46-aeea-edade3febd2d" providerId="ADAL" clId="{72E36F06-32C1-4FB1-8856-62AA5C4D770F}" dt="2025-10-13T11:18:34.247" v="2645" actId="207"/>
        <pc:sldMkLst>
          <pc:docMk/>
          <pc:sldMk cId="346577397" sldId="374"/>
        </pc:sldMkLst>
        <pc:spChg chg="mod">
          <ac:chgData name="zied.kammoun" userId="bf0d7764-83a7-4f46-aeea-edade3febd2d" providerId="ADAL" clId="{72E36F06-32C1-4FB1-8856-62AA5C4D770F}" dt="2025-10-13T11:18:34.247" v="2645" actId="207"/>
          <ac:spMkLst>
            <pc:docMk/>
            <pc:sldMk cId="346577397" sldId="374"/>
            <ac:spMk id="3" creationId="{C3AFAF9F-898F-FCFE-F75D-9AC83BE0995C}"/>
          </ac:spMkLst>
        </pc:spChg>
      </pc:sldChg>
      <pc:sldChg chg="modSp add mod">
        <pc:chgData name="zied.kammoun" userId="bf0d7764-83a7-4f46-aeea-edade3febd2d" providerId="ADAL" clId="{72E36F06-32C1-4FB1-8856-62AA5C4D770F}" dt="2025-10-13T11:18:53.536" v="2648" actId="207"/>
        <pc:sldMkLst>
          <pc:docMk/>
          <pc:sldMk cId="1892081691" sldId="375"/>
        </pc:sldMkLst>
        <pc:spChg chg="mod">
          <ac:chgData name="zied.kammoun" userId="bf0d7764-83a7-4f46-aeea-edade3febd2d" providerId="ADAL" clId="{72E36F06-32C1-4FB1-8856-62AA5C4D770F}" dt="2025-10-13T11:18:53.536" v="2648" actId="207"/>
          <ac:spMkLst>
            <pc:docMk/>
            <pc:sldMk cId="1892081691" sldId="375"/>
            <ac:spMk id="3" creationId="{39760FC9-CE14-7B62-4B9C-A35125F0E67E}"/>
          </ac:spMkLst>
        </pc:spChg>
      </pc:sldChg>
      <pc:sldChg chg="modSp add mod">
        <pc:chgData name="zied.kammoun" userId="bf0d7764-83a7-4f46-aeea-edade3febd2d" providerId="ADAL" clId="{72E36F06-32C1-4FB1-8856-62AA5C4D770F}" dt="2025-10-13T11:19:06.904" v="2651" actId="207"/>
        <pc:sldMkLst>
          <pc:docMk/>
          <pc:sldMk cId="3800249330" sldId="376"/>
        </pc:sldMkLst>
        <pc:spChg chg="mod">
          <ac:chgData name="zied.kammoun" userId="bf0d7764-83a7-4f46-aeea-edade3febd2d" providerId="ADAL" clId="{72E36F06-32C1-4FB1-8856-62AA5C4D770F}" dt="2025-10-13T11:19:06.904" v="2651" actId="207"/>
          <ac:spMkLst>
            <pc:docMk/>
            <pc:sldMk cId="3800249330" sldId="376"/>
            <ac:spMk id="3" creationId="{0D436D3C-0747-5BFD-9901-3194955A704E}"/>
          </ac:spMkLst>
        </pc:spChg>
      </pc:sldChg>
      <pc:sldChg chg="modSp add mod">
        <pc:chgData name="zied.kammoun" userId="bf0d7764-83a7-4f46-aeea-edade3febd2d" providerId="ADAL" clId="{72E36F06-32C1-4FB1-8856-62AA5C4D770F}" dt="2025-10-13T11:19:20.092" v="2654" actId="207"/>
        <pc:sldMkLst>
          <pc:docMk/>
          <pc:sldMk cId="1057191890" sldId="377"/>
        </pc:sldMkLst>
        <pc:spChg chg="mod">
          <ac:chgData name="zied.kammoun" userId="bf0d7764-83a7-4f46-aeea-edade3febd2d" providerId="ADAL" clId="{72E36F06-32C1-4FB1-8856-62AA5C4D770F}" dt="2025-10-13T11:19:20.092" v="2654" actId="207"/>
          <ac:spMkLst>
            <pc:docMk/>
            <pc:sldMk cId="1057191890" sldId="377"/>
            <ac:spMk id="3" creationId="{413EB1C9-52C8-3E5E-CC0F-F26984619289}"/>
          </ac:spMkLst>
        </pc:spChg>
      </pc:sldChg>
      <pc:sldChg chg="modSp add mod">
        <pc:chgData name="zied.kammoun" userId="bf0d7764-83a7-4f46-aeea-edade3febd2d" providerId="ADAL" clId="{72E36F06-32C1-4FB1-8856-62AA5C4D770F}" dt="2025-10-13T11:19:44.967" v="2656" actId="207"/>
        <pc:sldMkLst>
          <pc:docMk/>
          <pc:sldMk cId="3332833194" sldId="378"/>
        </pc:sldMkLst>
        <pc:spChg chg="mod">
          <ac:chgData name="zied.kammoun" userId="bf0d7764-83a7-4f46-aeea-edade3febd2d" providerId="ADAL" clId="{72E36F06-32C1-4FB1-8856-62AA5C4D770F}" dt="2025-10-13T11:19:44.967" v="2656" actId="207"/>
          <ac:spMkLst>
            <pc:docMk/>
            <pc:sldMk cId="3332833194" sldId="378"/>
            <ac:spMk id="3" creationId="{67EA4DAF-D0F1-4609-F8FA-C363161EB489}"/>
          </ac:spMkLst>
        </pc:spChg>
      </pc:sldChg>
      <pc:sldChg chg="modSp add mod">
        <pc:chgData name="zied.kammoun" userId="bf0d7764-83a7-4f46-aeea-edade3febd2d" providerId="ADAL" clId="{72E36F06-32C1-4FB1-8856-62AA5C4D770F}" dt="2025-10-13T11:20:12.053" v="2658" actId="207"/>
        <pc:sldMkLst>
          <pc:docMk/>
          <pc:sldMk cId="3936519317" sldId="379"/>
        </pc:sldMkLst>
        <pc:spChg chg="mod">
          <ac:chgData name="zied.kammoun" userId="bf0d7764-83a7-4f46-aeea-edade3febd2d" providerId="ADAL" clId="{72E36F06-32C1-4FB1-8856-62AA5C4D770F}" dt="2025-10-13T11:20:12.053" v="2658" actId="207"/>
          <ac:spMkLst>
            <pc:docMk/>
            <pc:sldMk cId="3936519317" sldId="379"/>
            <ac:spMk id="3" creationId="{EAFFF928-253C-358D-1E4F-98390500BFCF}"/>
          </ac:spMkLst>
        </pc:spChg>
      </pc:sldChg>
      <pc:sldChg chg="modSp add mod">
        <pc:chgData name="zied.kammoun" userId="bf0d7764-83a7-4f46-aeea-edade3febd2d" providerId="ADAL" clId="{72E36F06-32C1-4FB1-8856-62AA5C4D770F}" dt="2025-10-13T11:20:34.789" v="2661" actId="207"/>
        <pc:sldMkLst>
          <pc:docMk/>
          <pc:sldMk cId="2263299228" sldId="380"/>
        </pc:sldMkLst>
        <pc:spChg chg="mod">
          <ac:chgData name="zied.kammoun" userId="bf0d7764-83a7-4f46-aeea-edade3febd2d" providerId="ADAL" clId="{72E36F06-32C1-4FB1-8856-62AA5C4D770F}" dt="2025-10-13T11:20:34.789" v="2661" actId="207"/>
          <ac:spMkLst>
            <pc:docMk/>
            <pc:sldMk cId="2263299228" sldId="380"/>
            <ac:spMk id="3" creationId="{7F0C7E83-7FFD-C8AC-120B-F9443586468C}"/>
          </ac:spMkLst>
        </pc:spChg>
      </pc:sldChg>
      <pc:sldChg chg="modSp add mod">
        <pc:chgData name="zied.kammoun" userId="bf0d7764-83a7-4f46-aeea-edade3febd2d" providerId="ADAL" clId="{72E36F06-32C1-4FB1-8856-62AA5C4D770F}" dt="2025-10-13T11:20:57.177" v="2664" actId="207"/>
        <pc:sldMkLst>
          <pc:docMk/>
          <pc:sldMk cId="394427669" sldId="381"/>
        </pc:sldMkLst>
        <pc:spChg chg="mod">
          <ac:chgData name="zied.kammoun" userId="bf0d7764-83a7-4f46-aeea-edade3febd2d" providerId="ADAL" clId="{72E36F06-32C1-4FB1-8856-62AA5C4D770F}" dt="2025-10-13T11:20:57.177" v="2664" actId="207"/>
          <ac:spMkLst>
            <pc:docMk/>
            <pc:sldMk cId="394427669" sldId="381"/>
            <ac:spMk id="3" creationId="{E2596EA8-5D0E-DDA3-9042-6401DEF73ECE}"/>
          </ac:spMkLst>
        </pc:spChg>
      </pc:sldChg>
      <pc:sldChg chg="modSp add mod">
        <pc:chgData name="zied.kammoun" userId="bf0d7764-83a7-4f46-aeea-edade3febd2d" providerId="ADAL" clId="{72E36F06-32C1-4FB1-8856-62AA5C4D770F}" dt="2025-10-13T11:21:21.098" v="2667" actId="207"/>
        <pc:sldMkLst>
          <pc:docMk/>
          <pc:sldMk cId="946839635" sldId="382"/>
        </pc:sldMkLst>
        <pc:spChg chg="mod">
          <ac:chgData name="zied.kammoun" userId="bf0d7764-83a7-4f46-aeea-edade3febd2d" providerId="ADAL" clId="{72E36F06-32C1-4FB1-8856-62AA5C4D770F}" dt="2025-10-13T11:21:21.098" v="2667" actId="207"/>
          <ac:spMkLst>
            <pc:docMk/>
            <pc:sldMk cId="946839635" sldId="382"/>
            <ac:spMk id="3" creationId="{C74103DC-4EA8-348D-0F6D-C06DDB8322BC}"/>
          </ac:spMkLst>
        </pc:spChg>
      </pc:sldChg>
      <pc:sldChg chg="modSp add mod">
        <pc:chgData name="zied.kammoun" userId="bf0d7764-83a7-4f46-aeea-edade3febd2d" providerId="ADAL" clId="{72E36F06-32C1-4FB1-8856-62AA5C4D770F}" dt="2025-10-13T11:21:54.345" v="2672" actId="207"/>
        <pc:sldMkLst>
          <pc:docMk/>
          <pc:sldMk cId="4103406107" sldId="383"/>
        </pc:sldMkLst>
        <pc:spChg chg="mod">
          <ac:chgData name="zied.kammoun" userId="bf0d7764-83a7-4f46-aeea-edade3febd2d" providerId="ADAL" clId="{72E36F06-32C1-4FB1-8856-62AA5C4D770F}" dt="2025-10-13T11:21:54.345" v="2672" actId="207"/>
          <ac:spMkLst>
            <pc:docMk/>
            <pc:sldMk cId="4103406107" sldId="383"/>
            <ac:spMk id="3" creationId="{0909BA1C-80AD-4D73-5BF6-969ECAB09DE0}"/>
          </ac:spMkLst>
        </pc:spChg>
      </pc:sldChg>
      <pc:sldChg chg="modSp add mod">
        <pc:chgData name="zied.kammoun" userId="bf0d7764-83a7-4f46-aeea-edade3febd2d" providerId="ADAL" clId="{72E36F06-32C1-4FB1-8856-62AA5C4D770F}" dt="2025-10-13T11:22:23.593" v="2676" actId="207"/>
        <pc:sldMkLst>
          <pc:docMk/>
          <pc:sldMk cId="2108982687" sldId="384"/>
        </pc:sldMkLst>
        <pc:spChg chg="mod">
          <ac:chgData name="zied.kammoun" userId="bf0d7764-83a7-4f46-aeea-edade3febd2d" providerId="ADAL" clId="{72E36F06-32C1-4FB1-8856-62AA5C4D770F}" dt="2025-10-13T11:22:23.593" v="2676" actId="207"/>
          <ac:spMkLst>
            <pc:docMk/>
            <pc:sldMk cId="2108982687" sldId="384"/>
            <ac:spMk id="3" creationId="{F78032FB-A1F0-DE24-F3A7-10A6690356EF}"/>
          </ac:spMkLst>
        </pc:spChg>
      </pc:sldChg>
      <pc:sldChg chg="modSp add mod">
        <pc:chgData name="zied.kammoun" userId="bf0d7764-83a7-4f46-aeea-edade3febd2d" providerId="ADAL" clId="{72E36F06-32C1-4FB1-8856-62AA5C4D770F}" dt="2025-10-13T11:22:44.455" v="2680" actId="207"/>
        <pc:sldMkLst>
          <pc:docMk/>
          <pc:sldMk cId="2740415742" sldId="385"/>
        </pc:sldMkLst>
        <pc:spChg chg="mod">
          <ac:chgData name="zied.kammoun" userId="bf0d7764-83a7-4f46-aeea-edade3febd2d" providerId="ADAL" clId="{72E36F06-32C1-4FB1-8856-62AA5C4D770F}" dt="2025-10-13T11:22:44.455" v="2680" actId="207"/>
          <ac:spMkLst>
            <pc:docMk/>
            <pc:sldMk cId="2740415742" sldId="385"/>
            <ac:spMk id="3" creationId="{D893AB2F-7801-60CE-3521-AAE3DF0DE4B8}"/>
          </ac:spMkLst>
        </pc:spChg>
      </pc:sldChg>
      <pc:sldChg chg="modSp add mod">
        <pc:chgData name="zied.kammoun" userId="bf0d7764-83a7-4f46-aeea-edade3febd2d" providerId="ADAL" clId="{72E36F06-32C1-4FB1-8856-62AA5C4D770F}" dt="2025-10-13T11:23:02.031" v="2683" actId="207"/>
        <pc:sldMkLst>
          <pc:docMk/>
          <pc:sldMk cId="3619911291" sldId="386"/>
        </pc:sldMkLst>
        <pc:spChg chg="mod">
          <ac:chgData name="zied.kammoun" userId="bf0d7764-83a7-4f46-aeea-edade3febd2d" providerId="ADAL" clId="{72E36F06-32C1-4FB1-8856-62AA5C4D770F}" dt="2025-10-13T11:23:02.031" v="2683" actId="207"/>
          <ac:spMkLst>
            <pc:docMk/>
            <pc:sldMk cId="3619911291" sldId="386"/>
            <ac:spMk id="3" creationId="{E8758162-7C1B-5773-701D-707E64FC632D}"/>
          </ac:spMkLst>
        </pc:spChg>
      </pc:sldChg>
      <pc:sldChg chg="add del">
        <pc:chgData name="zied.kammoun" userId="bf0d7764-83a7-4f46-aeea-edade3febd2d" providerId="ADAL" clId="{72E36F06-32C1-4FB1-8856-62AA5C4D770F}" dt="2025-10-13T11:23:21.194" v="2685" actId="47"/>
        <pc:sldMkLst>
          <pc:docMk/>
          <pc:sldMk cId="1737837363" sldId="387"/>
        </pc:sldMkLst>
      </pc:sldChg>
      <pc:sldChg chg="modSp add mod">
        <pc:chgData name="zied.kammoun" userId="bf0d7764-83a7-4f46-aeea-edade3febd2d" providerId="ADAL" clId="{72E36F06-32C1-4FB1-8856-62AA5C4D770F}" dt="2025-10-13T11:23:40.069" v="2688" actId="207"/>
        <pc:sldMkLst>
          <pc:docMk/>
          <pc:sldMk cId="2197541261" sldId="387"/>
        </pc:sldMkLst>
        <pc:spChg chg="mod">
          <ac:chgData name="zied.kammoun" userId="bf0d7764-83a7-4f46-aeea-edade3febd2d" providerId="ADAL" clId="{72E36F06-32C1-4FB1-8856-62AA5C4D770F}" dt="2025-10-13T11:23:40.069" v="2688" actId="207"/>
          <ac:spMkLst>
            <pc:docMk/>
            <pc:sldMk cId="2197541261" sldId="387"/>
            <ac:spMk id="3" creationId="{3D891861-4E3D-7E2D-FABC-94C2CF8A636A}"/>
          </ac:spMkLst>
        </pc:spChg>
      </pc:sldChg>
      <pc:sldChg chg="modSp add mod">
        <pc:chgData name="zied.kammoun" userId="bf0d7764-83a7-4f46-aeea-edade3febd2d" providerId="ADAL" clId="{72E36F06-32C1-4FB1-8856-62AA5C4D770F}" dt="2025-10-13T11:23:55.594" v="2691" actId="207"/>
        <pc:sldMkLst>
          <pc:docMk/>
          <pc:sldMk cId="1189637372" sldId="388"/>
        </pc:sldMkLst>
        <pc:spChg chg="mod">
          <ac:chgData name="zied.kammoun" userId="bf0d7764-83a7-4f46-aeea-edade3febd2d" providerId="ADAL" clId="{72E36F06-32C1-4FB1-8856-62AA5C4D770F}" dt="2025-10-13T11:23:55.594" v="2691" actId="207"/>
          <ac:spMkLst>
            <pc:docMk/>
            <pc:sldMk cId="1189637372" sldId="388"/>
            <ac:spMk id="3" creationId="{DA3E631C-BDD2-8C96-98B6-BD4173E37DF1}"/>
          </ac:spMkLst>
        </pc:spChg>
      </pc:sldChg>
      <pc:sldChg chg="add">
        <pc:chgData name="zied.kammoun" userId="bf0d7764-83a7-4f46-aeea-edade3febd2d" providerId="ADAL" clId="{72E36F06-32C1-4FB1-8856-62AA5C4D770F}" dt="2025-10-13T11:24:03.737" v="2692"/>
        <pc:sldMkLst>
          <pc:docMk/>
          <pc:sldMk cId="744697571" sldId="389"/>
        </pc:sldMkLst>
      </pc:sldChg>
      <pc:sldChg chg="modSp add mod">
        <pc:chgData name="zied.kammoun" userId="bf0d7764-83a7-4f46-aeea-edade3febd2d" providerId="ADAL" clId="{72E36F06-32C1-4FB1-8856-62AA5C4D770F}" dt="2025-10-13T11:24:17.654" v="2695" actId="207"/>
        <pc:sldMkLst>
          <pc:docMk/>
          <pc:sldMk cId="183806744" sldId="390"/>
        </pc:sldMkLst>
        <pc:spChg chg="mod">
          <ac:chgData name="zied.kammoun" userId="bf0d7764-83a7-4f46-aeea-edade3febd2d" providerId="ADAL" clId="{72E36F06-32C1-4FB1-8856-62AA5C4D770F}" dt="2025-10-13T11:24:17.654" v="2695" actId="207"/>
          <ac:spMkLst>
            <pc:docMk/>
            <pc:sldMk cId="183806744" sldId="390"/>
            <ac:spMk id="3" creationId="{A893EAF7-370F-D68C-8ADA-624CC7A6C7CA}"/>
          </ac:spMkLst>
        </pc:spChg>
      </pc:sldChg>
      <pc:sldChg chg="modSp add mod">
        <pc:chgData name="zied.kammoun" userId="bf0d7764-83a7-4f46-aeea-edade3febd2d" providerId="ADAL" clId="{72E36F06-32C1-4FB1-8856-62AA5C4D770F}" dt="2025-10-13T11:24:45.965" v="2701" actId="207"/>
        <pc:sldMkLst>
          <pc:docMk/>
          <pc:sldMk cId="1592227344" sldId="391"/>
        </pc:sldMkLst>
        <pc:spChg chg="mod">
          <ac:chgData name="zied.kammoun" userId="bf0d7764-83a7-4f46-aeea-edade3febd2d" providerId="ADAL" clId="{72E36F06-32C1-4FB1-8856-62AA5C4D770F}" dt="2025-10-13T11:24:45.965" v="2701" actId="207"/>
          <ac:spMkLst>
            <pc:docMk/>
            <pc:sldMk cId="1592227344" sldId="391"/>
            <ac:spMk id="3" creationId="{1A31BF30-D11E-E3C5-D0CE-1E0F35BDE4C8}"/>
          </ac:spMkLst>
        </pc:spChg>
      </pc:sldChg>
      <pc:sldChg chg="modSp add mod">
        <pc:chgData name="zied.kammoun" userId="bf0d7764-83a7-4f46-aeea-edade3febd2d" providerId="ADAL" clId="{72E36F06-32C1-4FB1-8856-62AA5C4D770F}" dt="2025-10-13T11:25:11.831" v="2703" actId="207"/>
        <pc:sldMkLst>
          <pc:docMk/>
          <pc:sldMk cId="1341845390" sldId="392"/>
        </pc:sldMkLst>
        <pc:spChg chg="mod">
          <ac:chgData name="zied.kammoun" userId="bf0d7764-83a7-4f46-aeea-edade3febd2d" providerId="ADAL" clId="{72E36F06-32C1-4FB1-8856-62AA5C4D770F}" dt="2025-10-13T11:25:11.831" v="2703" actId="207"/>
          <ac:spMkLst>
            <pc:docMk/>
            <pc:sldMk cId="1341845390" sldId="392"/>
            <ac:spMk id="3" creationId="{55037E6B-BCEB-9B52-CADD-10FF4D07EDB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D43E12-4CA2-470A-A158-57603B22DF3C}" type="datetimeFigureOut">
              <a:rPr lang="fr-FR" smtClean="0"/>
              <a:t>13/10/2025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C45F87-54F9-4C2B-A85D-DF47A2E43059}" type="slidenum">
              <a:rPr lang="fr-FR" smtClean="0"/>
              <a:t>‹N°›</a:t>
            </a:fld>
            <a:endParaRPr lang="fr-FR"/>
          </a:p>
        </p:txBody>
      </p:sp>
    </p:spTree>
    <p:extLst>
      <p:ext uri="{BB962C8B-B14F-4D97-AF65-F5344CB8AC3E}">
        <p14:creationId xmlns:p14="http://schemas.microsoft.com/office/powerpoint/2010/main" val="1330378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kern="1200" dirty="0">
                <a:solidFill>
                  <a:schemeClr val="tx1"/>
                </a:solidFill>
                <a:effectLst/>
                <a:latin typeface="+mn-lt"/>
                <a:ea typeface="+mn-ea"/>
                <a:cs typeface="+mn-cs"/>
              </a:rPr>
              <a:t>ASP = Sa place reste néanmoins encore importante dans le cadre des OIA.  Il demeure le 1</a:t>
            </a:r>
            <a:r>
              <a:rPr lang="fr-FR" sz="1200" kern="1200" baseline="30000" dirty="0">
                <a:solidFill>
                  <a:schemeClr val="tx1"/>
                </a:solidFill>
                <a:effectLst/>
                <a:latin typeface="+mn-lt"/>
                <a:ea typeface="+mn-ea"/>
                <a:cs typeface="+mn-cs"/>
              </a:rPr>
              <a:t>er</a:t>
            </a:r>
            <a:r>
              <a:rPr lang="fr-FR" sz="1200" kern="1200" dirty="0">
                <a:solidFill>
                  <a:schemeClr val="tx1"/>
                </a:solidFill>
                <a:effectLst/>
                <a:latin typeface="+mn-lt"/>
                <a:ea typeface="+mn-ea"/>
                <a:cs typeface="+mn-cs"/>
              </a:rPr>
              <a:t> examen d’imagerie réclamé lors d’une suspicion d’OIA. </a:t>
            </a:r>
            <a:r>
              <a:rPr lang="fr-FR" sz="1200" u="sng" kern="1200" dirty="0">
                <a:solidFill>
                  <a:schemeClr val="tx1"/>
                </a:solidFill>
                <a:effectLst/>
                <a:latin typeface="+mn-lt"/>
                <a:ea typeface="+mn-ea"/>
                <a:cs typeface="+mn-cs"/>
              </a:rPr>
              <a:t>Son rendement diagnostique est relativement faible, estimé entre 50 et 65%.</a:t>
            </a:r>
          </a:p>
          <a:p>
            <a:r>
              <a:rPr lang="fr-FR" sz="1200" u="sng" kern="1200" dirty="0">
                <a:solidFill>
                  <a:schemeClr val="tx1"/>
                </a:solidFill>
                <a:effectLst/>
                <a:latin typeface="+mn-lt"/>
                <a:ea typeface="+mn-ea"/>
                <a:cs typeface="+mn-cs"/>
              </a:rPr>
              <a:t>Quelles incidences</a:t>
            </a:r>
            <a:r>
              <a:rPr lang="fr-FR" sz="1200" u="sng" kern="1200" baseline="0" dirty="0">
                <a:solidFill>
                  <a:schemeClr val="tx1"/>
                </a:solidFill>
                <a:effectLst/>
                <a:latin typeface="+mn-lt"/>
                <a:ea typeface="+mn-ea"/>
                <a:cs typeface="+mn-cs"/>
              </a:rPr>
              <a:t> ? </a:t>
            </a:r>
          </a:p>
          <a:p>
            <a:pPr>
              <a:buFontTx/>
              <a:buChar char="-"/>
            </a:pPr>
            <a:r>
              <a:rPr lang="fr-FR" sz="1200" dirty="0"/>
              <a:t>Un cliché de face debout (Rx horizontal) et en Décubitus dorsal (Rx vertical)++</a:t>
            </a:r>
          </a:p>
          <a:p>
            <a:pPr>
              <a:buFontTx/>
              <a:buChar char="-"/>
            </a:pPr>
            <a:r>
              <a:rPr lang="fr-FR" sz="1200" dirty="0"/>
              <a:t>Un cliché centré sur les coupoles diaphragmatiques à la recherche de pneumopéritoine</a:t>
            </a:r>
          </a:p>
          <a:p>
            <a:pPr marL="0" indent="0">
              <a:buNone/>
            </a:pPr>
            <a:r>
              <a:rPr lang="fr-FR" sz="1200" dirty="0"/>
              <a:t>- Chez un patient difficile à mobiliser et dont l’équilibre hémodynamique est précaire, les clichés en orthostatisme peuvent être remplacés par un cliché en décubitus latéral gauche avec rayon directeur horizontal.</a:t>
            </a:r>
          </a:p>
        </p:txBody>
      </p:sp>
      <p:sp>
        <p:nvSpPr>
          <p:cNvPr id="4" name="Espace réservé du numéro de diapositive 3"/>
          <p:cNvSpPr>
            <a:spLocks noGrp="1"/>
          </p:cNvSpPr>
          <p:nvPr>
            <p:ph type="sldNum" sz="quarter" idx="5"/>
          </p:nvPr>
        </p:nvSpPr>
        <p:spPr/>
        <p:txBody>
          <a:bodyPr/>
          <a:lstStyle/>
          <a:p>
            <a:fld id="{21C45F87-54F9-4C2B-A85D-DF47A2E43059}" type="slidenum">
              <a:rPr lang="fr-FR" smtClean="0"/>
              <a:t>3</a:t>
            </a:fld>
            <a:endParaRPr lang="fr-FR"/>
          </a:p>
        </p:txBody>
      </p:sp>
    </p:spTree>
    <p:extLst>
      <p:ext uri="{BB962C8B-B14F-4D97-AF65-F5344CB8AC3E}">
        <p14:creationId xmlns:p14="http://schemas.microsoft.com/office/powerpoint/2010/main" val="28339494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solidFill>
                  <a:schemeClr val="bg1"/>
                </a:solidFill>
              </a:rPr>
              <a:t>L’argument principal en faveur d’une OIA est </a:t>
            </a:r>
            <a:r>
              <a:rPr lang="fr-FR" b="1" dirty="0">
                <a:solidFill>
                  <a:schemeClr val="bg1"/>
                </a:solidFill>
              </a:rPr>
              <a:t>le NHA = niveau hydro-aérique</a:t>
            </a:r>
            <a:r>
              <a:rPr lang="fr-FR" b="1" baseline="0" dirty="0">
                <a:solidFill>
                  <a:schemeClr val="bg1"/>
                </a:solidFill>
              </a:rPr>
              <a:t> </a:t>
            </a:r>
            <a:r>
              <a:rPr lang="fr-FR" dirty="0">
                <a:solidFill>
                  <a:schemeClr val="bg1"/>
                </a:solidFill>
              </a:rPr>
              <a:t>visible sur le cliché à rayon directeur horizontal.</a:t>
            </a:r>
          </a:p>
        </p:txBody>
      </p:sp>
      <p:sp>
        <p:nvSpPr>
          <p:cNvPr id="4" name="Espace réservé du numéro de diapositive 3"/>
          <p:cNvSpPr>
            <a:spLocks noGrp="1"/>
          </p:cNvSpPr>
          <p:nvPr>
            <p:ph type="sldNum" sz="quarter" idx="5"/>
          </p:nvPr>
        </p:nvSpPr>
        <p:spPr/>
        <p:txBody>
          <a:bodyPr/>
          <a:lstStyle/>
          <a:p>
            <a:fld id="{21C45F87-54F9-4C2B-A85D-DF47A2E43059}" type="slidenum">
              <a:rPr lang="fr-FR" smtClean="0"/>
              <a:t>4</a:t>
            </a:fld>
            <a:endParaRPr lang="fr-FR"/>
          </a:p>
        </p:txBody>
      </p:sp>
    </p:spTree>
    <p:extLst>
      <p:ext uri="{BB962C8B-B14F-4D97-AF65-F5344CB8AC3E}">
        <p14:creationId xmlns:p14="http://schemas.microsoft.com/office/powerpoint/2010/main" val="30424014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1"/>
                </a:solidFill>
                <a:effectLst/>
                <a:latin typeface="+mn-lt"/>
                <a:ea typeface="+mn-ea"/>
                <a:cs typeface="+mn-cs"/>
              </a:rPr>
              <a:t>La rétention liquidienne s’accentue progressivement jusqu’à faire disparaitre les NHA.</a:t>
            </a:r>
          </a:p>
        </p:txBody>
      </p:sp>
      <p:sp>
        <p:nvSpPr>
          <p:cNvPr id="4" name="Espace réservé du numéro de diapositive 3"/>
          <p:cNvSpPr>
            <a:spLocks noGrp="1"/>
          </p:cNvSpPr>
          <p:nvPr>
            <p:ph type="sldNum" sz="quarter" idx="5"/>
          </p:nvPr>
        </p:nvSpPr>
        <p:spPr/>
        <p:txBody>
          <a:bodyPr/>
          <a:lstStyle/>
          <a:p>
            <a:fld id="{21C45F87-54F9-4C2B-A85D-DF47A2E43059}" type="slidenum">
              <a:rPr lang="fr-FR" smtClean="0"/>
              <a:t>5</a:t>
            </a:fld>
            <a:endParaRPr lang="fr-FR"/>
          </a:p>
        </p:txBody>
      </p:sp>
    </p:spTree>
    <p:extLst>
      <p:ext uri="{BB962C8B-B14F-4D97-AF65-F5344CB8AC3E}">
        <p14:creationId xmlns:p14="http://schemas.microsoft.com/office/powerpoint/2010/main" val="30478951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ltLang="en-US" dirty="0">
                <a:sym typeface="+mn-ea"/>
              </a:rPr>
              <a:t>B-C-D</a:t>
            </a:r>
            <a:endParaRPr lang="fr-FR" altLang="en-US" dirty="0"/>
          </a:p>
          <a:p>
            <a:endParaRPr lang="fr-FR" altLang="en-US" dirty="0"/>
          </a:p>
          <a:p>
            <a:r>
              <a:rPr lang="fr-FR" altLang="en-US" dirty="0" err="1"/>
              <a:t>Øsur</a:t>
            </a:r>
            <a:r>
              <a:rPr lang="fr-FR" altLang="en-US" dirty="0"/>
              <a:t> l’ASP, les signes radiologiques pouvant différencier une occlusion par strangulation d’une occlusion pas obstruction sont inconstants. L’image d’arceau unique est en faveur de la strangulation par volvulus (figure N°9) </a:t>
            </a:r>
          </a:p>
          <a:p>
            <a:r>
              <a:rPr lang="fr-FR" altLang="en-US" dirty="0" err="1"/>
              <a:t>ØSur</a:t>
            </a:r>
            <a:r>
              <a:rPr lang="fr-FR" altLang="en-US" dirty="0"/>
              <a:t> la TDM, le signe du tourbillon (ou </a:t>
            </a:r>
            <a:r>
              <a:rPr lang="fr-FR" altLang="en-US" dirty="0" err="1"/>
              <a:t>whirl</a:t>
            </a:r>
            <a:r>
              <a:rPr lang="fr-FR" altLang="en-US" dirty="0"/>
              <a:t> </a:t>
            </a:r>
            <a:r>
              <a:rPr lang="fr-FR" altLang="en-US" dirty="0" err="1"/>
              <a:t>sign</a:t>
            </a:r>
            <a:r>
              <a:rPr lang="fr-FR" altLang="en-US" dirty="0"/>
              <a:t>) est pathognomonique d’une strangulation par volvulus. Il est la traduction de la torsion des vaisseaux qui     irriguent le segment intestinal </a:t>
            </a:r>
            <a:r>
              <a:rPr lang="fr-FR" altLang="en-US" dirty="0" err="1"/>
              <a:t>volvulé</a:t>
            </a:r>
            <a:r>
              <a:rPr lang="fr-FR" altLang="en-US" dirty="0"/>
              <a:t> (figure N°9). </a:t>
            </a:r>
          </a:p>
          <a:p>
            <a:endParaRPr lang="fr-FR" dirty="0"/>
          </a:p>
        </p:txBody>
      </p:sp>
      <p:sp>
        <p:nvSpPr>
          <p:cNvPr id="4" name="Espace réservé du numéro de diapositive 3"/>
          <p:cNvSpPr>
            <a:spLocks noGrp="1"/>
          </p:cNvSpPr>
          <p:nvPr>
            <p:ph type="sldNum" sz="quarter" idx="5"/>
          </p:nvPr>
        </p:nvSpPr>
        <p:spPr/>
        <p:txBody>
          <a:bodyPr/>
          <a:lstStyle/>
          <a:p>
            <a:fld id="{21C45F87-54F9-4C2B-A85D-DF47A2E43059}" type="slidenum">
              <a:rPr lang="fr-FR" smtClean="0"/>
              <a:t>70</a:t>
            </a:fld>
            <a:endParaRPr lang="fr-FR"/>
          </a:p>
        </p:txBody>
      </p:sp>
    </p:spTree>
    <p:extLst>
      <p:ext uri="{BB962C8B-B14F-4D97-AF65-F5344CB8AC3E}">
        <p14:creationId xmlns:p14="http://schemas.microsoft.com/office/powerpoint/2010/main" val="24985160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B5F2C-42FF-F1A6-C789-CA28A2FC8CC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3776A72-7247-A44E-0800-AE8B59FE792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2A2E377-7E0B-8C01-6764-191B8B1ABB13}"/>
              </a:ext>
            </a:extLst>
          </p:cNvPr>
          <p:cNvSpPr>
            <a:spLocks noGrp="1"/>
          </p:cNvSpPr>
          <p:nvPr>
            <p:ph type="body" idx="1"/>
          </p:nvPr>
        </p:nvSpPr>
        <p:spPr/>
        <p:txBody>
          <a:bodyPr/>
          <a:lstStyle/>
          <a:p>
            <a:r>
              <a:rPr lang="fr-FR" altLang="en-US" dirty="0">
                <a:sym typeface="+mn-ea"/>
              </a:rPr>
              <a:t>B-C-D</a:t>
            </a:r>
            <a:endParaRPr lang="fr-FR" altLang="en-US" dirty="0"/>
          </a:p>
          <a:p>
            <a:endParaRPr lang="fr-FR" altLang="en-US" dirty="0"/>
          </a:p>
          <a:p>
            <a:r>
              <a:rPr lang="fr-FR" altLang="en-US" dirty="0" err="1"/>
              <a:t>Øsur</a:t>
            </a:r>
            <a:r>
              <a:rPr lang="fr-FR" altLang="en-US" dirty="0"/>
              <a:t> l’ASP, les signes radiologiques pouvant différencier une occlusion par strangulation d’une occlusion pas obstruction sont inconstants. L’image d’arceau unique est en faveur de la strangulation par volvulus (figure N°9) </a:t>
            </a:r>
          </a:p>
          <a:p>
            <a:r>
              <a:rPr lang="fr-FR" altLang="en-US" dirty="0" err="1"/>
              <a:t>ØSur</a:t>
            </a:r>
            <a:r>
              <a:rPr lang="fr-FR" altLang="en-US" dirty="0"/>
              <a:t> la TDM, le signe du tourbillon (ou </a:t>
            </a:r>
            <a:r>
              <a:rPr lang="fr-FR" altLang="en-US" dirty="0" err="1"/>
              <a:t>whirl</a:t>
            </a:r>
            <a:r>
              <a:rPr lang="fr-FR" altLang="en-US" dirty="0"/>
              <a:t> </a:t>
            </a:r>
            <a:r>
              <a:rPr lang="fr-FR" altLang="en-US" dirty="0" err="1"/>
              <a:t>sign</a:t>
            </a:r>
            <a:r>
              <a:rPr lang="fr-FR" altLang="en-US" dirty="0"/>
              <a:t>) est pathognomonique d’une strangulation par volvulus. Il est la traduction de la torsion des vaisseaux qui     irriguent le segment intestinal </a:t>
            </a:r>
            <a:r>
              <a:rPr lang="fr-FR" altLang="en-US" dirty="0" err="1"/>
              <a:t>volvulé</a:t>
            </a:r>
            <a:r>
              <a:rPr lang="fr-FR" altLang="en-US" dirty="0"/>
              <a:t> (figure N°9). </a:t>
            </a:r>
          </a:p>
          <a:p>
            <a:endParaRPr lang="fr-FR" dirty="0"/>
          </a:p>
        </p:txBody>
      </p:sp>
      <p:sp>
        <p:nvSpPr>
          <p:cNvPr id="4" name="Espace réservé du numéro de diapositive 3">
            <a:extLst>
              <a:ext uri="{FF2B5EF4-FFF2-40B4-BE49-F238E27FC236}">
                <a16:creationId xmlns:a16="http://schemas.microsoft.com/office/drawing/2014/main" id="{FA854F07-37E5-6823-5875-DA09FD898A1D}"/>
              </a:ext>
            </a:extLst>
          </p:cNvPr>
          <p:cNvSpPr>
            <a:spLocks noGrp="1"/>
          </p:cNvSpPr>
          <p:nvPr>
            <p:ph type="sldNum" sz="quarter" idx="5"/>
          </p:nvPr>
        </p:nvSpPr>
        <p:spPr/>
        <p:txBody>
          <a:bodyPr/>
          <a:lstStyle/>
          <a:p>
            <a:fld id="{21C45F87-54F9-4C2B-A85D-DF47A2E43059}" type="slidenum">
              <a:rPr lang="fr-FR" smtClean="0"/>
              <a:t>71</a:t>
            </a:fld>
            <a:endParaRPr lang="fr-FR"/>
          </a:p>
        </p:txBody>
      </p:sp>
    </p:spTree>
    <p:extLst>
      <p:ext uri="{BB962C8B-B14F-4D97-AF65-F5344CB8AC3E}">
        <p14:creationId xmlns:p14="http://schemas.microsoft.com/office/powerpoint/2010/main" val="40973888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ltLang="en-US" dirty="0">
                <a:sym typeface="+mn-ea"/>
              </a:rPr>
              <a:t>A-B-C</a:t>
            </a:r>
            <a:endParaRPr lang="fr-FR" altLang="en-US" dirty="0"/>
          </a:p>
          <a:p>
            <a:endParaRPr lang="fr-FR" altLang="en-US" dirty="0"/>
          </a:p>
          <a:p>
            <a:r>
              <a:rPr lang="fr-FR" altLang="en-US" dirty="0"/>
              <a:t>Sur l’ASP, L’occlusion fonctionnelle se caractérise par des NHA mixtes (grêlique et colique) à prédominance gazeuse. Parfois, il s’agit d’une seule bulle gazeuse  localisée au niveau d’un segment d’anse (anse sentinelle) dont le siège oriente vers la pathologie primitive. La présence de gaz dans le rectum est un signe important d’occlusion fonctionnelle mais il est inconstant. </a:t>
            </a:r>
          </a:p>
          <a:p>
            <a:r>
              <a:rPr lang="fr-FR" altLang="en-US" dirty="0"/>
              <a:t>La TDM montre une distension intestinale diffuse souvent modérée mais, fait important, sans mise en évidence d’obstacle mécanique. </a:t>
            </a:r>
          </a:p>
          <a:p>
            <a:endParaRPr lang="fr-FR" dirty="0"/>
          </a:p>
        </p:txBody>
      </p:sp>
      <p:sp>
        <p:nvSpPr>
          <p:cNvPr id="4" name="Espace réservé du numéro de diapositive 3"/>
          <p:cNvSpPr>
            <a:spLocks noGrp="1"/>
          </p:cNvSpPr>
          <p:nvPr>
            <p:ph type="sldNum" sz="quarter" idx="5"/>
          </p:nvPr>
        </p:nvSpPr>
        <p:spPr/>
        <p:txBody>
          <a:bodyPr/>
          <a:lstStyle/>
          <a:p>
            <a:fld id="{21C45F87-54F9-4C2B-A85D-DF47A2E43059}" type="slidenum">
              <a:rPr lang="fr-FR" smtClean="0"/>
              <a:t>72</a:t>
            </a:fld>
            <a:endParaRPr lang="fr-FR"/>
          </a:p>
        </p:txBody>
      </p:sp>
    </p:spTree>
    <p:extLst>
      <p:ext uri="{BB962C8B-B14F-4D97-AF65-F5344CB8AC3E}">
        <p14:creationId xmlns:p14="http://schemas.microsoft.com/office/powerpoint/2010/main" val="25201337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324A6-0438-7A8A-C94A-00D2F6BD615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C8FC1B9-7045-23A6-4A76-8ECDFA021DE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2F388D4-86B5-F53A-A1FE-2CCE8DC0D821}"/>
              </a:ext>
            </a:extLst>
          </p:cNvPr>
          <p:cNvSpPr>
            <a:spLocks noGrp="1"/>
          </p:cNvSpPr>
          <p:nvPr>
            <p:ph type="body" idx="1"/>
          </p:nvPr>
        </p:nvSpPr>
        <p:spPr/>
        <p:txBody>
          <a:bodyPr/>
          <a:lstStyle/>
          <a:p>
            <a:r>
              <a:rPr lang="fr-FR" altLang="en-US" dirty="0">
                <a:sym typeface="+mn-ea"/>
              </a:rPr>
              <a:t>A-B-C</a:t>
            </a:r>
            <a:endParaRPr lang="fr-FR" altLang="en-US" dirty="0"/>
          </a:p>
          <a:p>
            <a:endParaRPr lang="fr-FR" altLang="en-US" dirty="0"/>
          </a:p>
          <a:p>
            <a:r>
              <a:rPr lang="fr-FR" altLang="en-US" dirty="0"/>
              <a:t>Sur l’ASP, L’occlusion fonctionnelle se caractérise par des NHA mixtes (grêlique et colique) à prédominance gazeuse. Parfois, il s’agit d’une seule bulle gazeuse  localisée au niveau d’un segment d’anse (anse sentinelle) dont le siège oriente vers la pathologie primitive. La présence de gaz dans le rectum est un signe important d’occlusion fonctionnelle mais il est inconstant. </a:t>
            </a:r>
          </a:p>
          <a:p>
            <a:r>
              <a:rPr lang="fr-FR" altLang="en-US" dirty="0"/>
              <a:t>La TDM montre une distension intestinale diffuse souvent modérée mais, fait important, sans mise en évidence d’obstacle mécanique. </a:t>
            </a:r>
          </a:p>
          <a:p>
            <a:endParaRPr lang="fr-FR" dirty="0"/>
          </a:p>
        </p:txBody>
      </p:sp>
      <p:sp>
        <p:nvSpPr>
          <p:cNvPr id="4" name="Espace réservé du numéro de diapositive 3">
            <a:extLst>
              <a:ext uri="{FF2B5EF4-FFF2-40B4-BE49-F238E27FC236}">
                <a16:creationId xmlns:a16="http://schemas.microsoft.com/office/drawing/2014/main" id="{D5E4E044-DE32-E141-FE95-C5F059AC4C0A}"/>
              </a:ext>
            </a:extLst>
          </p:cNvPr>
          <p:cNvSpPr>
            <a:spLocks noGrp="1"/>
          </p:cNvSpPr>
          <p:nvPr>
            <p:ph type="sldNum" sz="quarter" idx="5"/>
          </p:nvPr>
        </p:nvSpPr>
        <p:spPr/>
        <p:txBody>
          <a:bodyPr/>
          <a:lstStyle/>
          <a:p>
            <a:fld id="{21C45F87-54F9-4C2B-A85D-DF47A2E43059}" type="slidenum">
              <a:rPr lang="fr-FR" smtClean="0"/>
              <a:t>73</a:t>
            </a:fld>
            <a:endParaRPr lang="fr-FR"/>
          </a:p>
        </p:txBody>
      </p:sp>
    </p:spTree>
    <p:extLst>
      <p:ext uri="{BB962C8B-B14F-4D97-AF65-F5344CB8AC3E}">
        <p14:creationId xmlns:p14="http://schemas.microsoft.com/office/powerpoint/2010/main" val="6884645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ltLang="en-US" dirty="0">
                <a:sym typeface="+mn-ea"/>
              </a:rPr>
              <a:t>A-B-D</a:t>
            </a:r>
            <a:endParaRPr lang="fr-FR" altLang="en-US" dirty="0"/>
          </a:p>
          <a:p>
            <a:endParaRPr lang="fr-FR" altLang="en-US" dirty="0"/>
          </a:p>
          <a:p>
            <a:r>
              <a:rPr lang="fr-FR" altLang="en-US" dirty="0"/>
              <a:t>La bride  est  la  cause la  plus  fréquente  (environ 2/3  des  cas)  des occlusions intestinales aiguës. Elles peuvent survenir après toute laparotomie de façon précoce (dans l’année qui suit) ou tardive (des dizaines d’années après). Elles sont plus fréquemment rencontrées après chirurgie sous mésocolique, d’autant plus que l’intervention était septique ou hémorragique. La présence d’antécédents de chirurgie abdominale avec syndrome occlusif et niveaux hydro-aériques de type grêle sur l’ASP doit faire évoquer le diagnostic d’occlusion du grêle sur bride. L’occlusion peut être par strangulation (volvulus d’une partie ou de tout le grêle autour d’une bride menaçant ainsi la vitalité de l’anse) ou par obstruction (plicature d’une anse par la bride) </a:t>
            </a:r>
          </a:p>
          <a:p>
            <a:r>
              <a:rPr lang="fr-FR" altLang="en-US" dirty="0"/>
              <a:t>La TDM est d’un apport considérable : elle permet de préciser le mécanisme de l’OIA, le siège du niveau transitionnel et de chercher les signes de souffrance intestinale. </a:t>
            </a:r>
          </a:p>
          <a:p>
            <a:endParaRPr lang="fr-FR" dirty="0"/>
          </a:p>
        </p:txBody>
      </p:sp>
      <p:sp>
        <p:nvSpPr>
          <p:cNvPr id="4" name="Espace réservé du numéro de diapositive 3"/>
          <p:cNvSpPr>
            <a:spLocks noGrp="1"/>
          </p:cNvSpPr>
          <p:nvPr>
            <p:ph type="sldNum" sz="quarter" idx="5"/>
          </p:nvPr>
        </p:nvSpPr>
        <p:spPr/>
        <p:txBody>
          <a:bodyPr/>
          <a:lstStyle/>
          <a:p>
            <a:fld id="{21C45F87-54F9-4C2B-A85D-DF47A2E43059}" type="slidenum">
              <a:rPr lang="fr-FR" smtClean="0"/>
              <a:t>74</a:t>
            </a:fld>
            <a:endParaRPr lang="fr-FR"/>
          </a:p>
        </p:txBody>
      </p:sp>
    </p:spTree>
    <p:extLst>
      <p:ext uri="{BB962C8B-B14F-4D97-AF65-F5344CB8AC3E}">
        <p14:creationId xmlns:p14="http://schemas.microsoft.com/office/powerpoint/2010/main" val="16207966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BD89D-DC9C-E9E7-2180-395898DA6CE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8DBE2E4-E813-620E-67A2-92904B64937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76164D5-6F82-7009-E196-E20E83977BA1}"/>
              </a:ext>
            </a:extLst>
          </p:cNvPr>
          <p:cNvSpPr>
            <a:spLocks noGrp="1"/>
          </p:cNvSpPr>
          <p:nvPr>
            <p:ph type="body" idx="1"/>
          </p:nvPr>
        </p:nvSpPr>
        <p:spPr/>
        <p:txBody>
          <a:bodyPr/>
          <a:lstStyle/>
          <a:p>
            <a:r>
              <a:rPr lang="fr-FR" altLang="en-US" dirty="0">
                <a:sym typeface="+mn-ea"/>
              </a:rPr>
              <a:t>A-B-D</a:t>
            </a:r>
            <a:endParaRPr lang="fr-FR" altLang="en-US" dirty="0"/>
          </a:p>
          <a:p>
            <a:endParaRPr lang="fr-FR" altLang="en-US" dirty="0"/>
          </a:p>
          <a:p>
            <a:r>
              <a:rPr lang="fr-FR" altLang="en-US" dirty="0"/>
              <a:t>La bride  est  la  cause la  plus  fréquente  (environ 2/3  des  cas)  des occlusions intestinales aiguës. Elles peuvent survenir après toute laparotomie de façon précoce (dans l’année qui suit) ou tardive (des dizaines d’années après). Elles sont plus fréquemment rencontrées après chirurgie sous mésocolique, d’autant plus que l’intervention était septique ou hémorragique. La présence d’antécédents de chirurgie abdominale avec syndrome occlusif et niveaux hydro-aériques de type grêle sur l’ASP doit faire évoquer le diagnostic d’occlusion du grêle sur bride. L’occlusion peut être par strangulation (volvulus d’une partie ou de tout le grêle autour d’une bride menaçant ainsi la vitalité de l’anse) ou par obstruction (plicature d’une anse par la bride) </a:t>
            </a:r>
          </a:p>
          <a:p>
            <a:r>
              <a:rPr lang="fr-FR" altLang="en-US" dirty="0"/>
              <a:t>La TDM est d’un apport considérable : elle permet de préciser le mécanisme de l’OIA, le siège du niveau transitionnel et de chercher les signes de souffrance intestinale. </a:t>
            </a:r>
          </a:p>
          <a:p>
            <a:endParaRPr lang="fr-FR" dirty="0"/>
          </a:p>
        </p:txBody>
      </p:sp>
      <p:sp>
        <p:nvSpPr>
          <p:cNvPr id="4" name="Espace réservé du numéro de diapositive 3">
            <a:extLst>
              <a:ext uri="{FF2B5EF4-FFF2-40B4-BE49-F238E27FC236}">
                <a16:creationId xmlns:a16="http://schemas.microsoft.com/office/drawing/2014/main" id="{33D27E64-96D0-6174-26BF-A7A3AB47313B}"/>
              </a:ext>
            </a:extLst>
          </p:cNvPr>
          <p:cNvSpPr>
            <a:spLocks noGrp="1"/>
          </p:cNvSpPr>
          <p:nvPr>
            <p:ph type="sldNum" sz="quarter" idx="5"/>
          </p:nvPr>
        </p:nvSpPr>
        <p:spPr/>
        <p:txBody>
          <a:bodyPr/>
          <a:lstStyle/>
          <a:p>
            <a:fld id="{21C45F87-54F9-4C2B-A85D-DF47A2E43059}" type="slidenum">
              <a:rPr lang="fr-FR" smtClean="0"/>
              <a:t>75</a:t>
            </a:fld>
            <a:endParaRPr lang="fr-FR"/>
          </a:p>
        </p:txBody>
      </p:sp>
    </p:spTree>
    <p:extLst>
      <p:ext uri="{BB962C8B-B14F-4D97-AF65-F5344CB8AC3E}">
        <p14:creationId xmlns:p14="http://schemas.microsoft.com/office/powerpoint/2010/main" val="22455996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ltLang="en-US" dirty="0"/>
              <a:t>A-C-D-E</a:t>
            </a:r>
          </a:p>
          <a:p>
            <a:r>
              <a:rPr lang="fr-FR" altLang="en-US" dirty="0"/>
              <a:t>Il peut s’agir d’une tumeur pariétale bénigne (léiomyomes, lipomes, neurinomes ou schwannome), maligne primitive ou le plus souvent secondaire (notamment une carcinose péritonéale localisée ou diffuse, secondaire à un cancer digestif ou extra-digestif).  </a:t>
            </a:r>
          </a:p>
          <a:p>
            <a:r>
              <a:rPr lang="fr-FR" altLang="en-US" dirty="0"/>
              <a:t>Il peut s’agir aussi d’un hématome de la paroi intestinal secondaire à un surdosage en AVK ou à un traumatisme. Le diagnostic est facilement fait par le scanner. </a:t>
            </a:r>
          </a:p>
          <a:p>
            <a:r>
              <a:rPr lang="fr-FR" altLang="en-US" dirty="0"/>
              <a:t>Une sténose radique est suspectée devant des antécédents de radiothérapie abdominale ou pelvienne. </a:t>
            </a:r>
          </a:p>
          <a:p>
            <a:r>
              <a:rPr lang="fr-FR" altLang="en-US" dirty="0"/>
              <a:t>La tuberculose intestinale et la maladie de Crohn constituent une cause rare d’occlusion intestinale aigue et siègent avec prédilection au niveau de la dernière anse iléale. Elles entrainent plutôt une sténose incomplète </a:t>
            </a:r>
            <a:r>
              <a:rPr lang="fr-FR" altLang="en-US" dirty="0" err="1"/>
              <a:t>brapidement</a:t>
            </a:r>
            <a:r>
              <a:rPr lang="fr-FR" altLang="en-US" dirty="0"/>
              <a:t> résolutive. </a:t>
            </a:r>
          </a:p>
          <a:p>
            <a:endParaRPr lang="fr-FR" dirty="0"/>
          </a:p>
        </p:txBody>
      </p:sp>
      <p:sp>
        <p:nvSpPr>
          <p:cNvPr id="4" name="Espace réservé du numéro de diapositive 3"/>
          <p:cNvSpPr>
            <a:spLocks noGrp="1"/>
          </p:cNvSpPr>
          <p:nvPr>
            <p:ph type="sldNum" sz="quarter" idx="5"/>
          </p:nvPr>
        </p:nvSpPr>
        <p:spPr/>
        <p:txBody>
          <a:bodyPr/>
          <a:lstStyle/>
          <a:p>
            <a:fld id="{21C45F87-54F9-4C2B-A85D-DF47A2E43059}" type="slidenum">
              <a:rPr lang="fr-FR" smtClean="0"/>
              <a:t>76</a:t>
            </a:fld>
            <a:endParaRPr lang="fr-FR"/>
          </a:p>
        </p:txBody>
      </p:sp>
    </p:spTree>
    <p:extLst>
      <p:ext uri="{BB962C8B-B14F-4D97-AF65-F5344CB8AC3E}">
        <p14:creationId xmlns:p14="http://schemas.microsoft.com/office/powerpoint/2010/main" val="2767771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04F08-AAE4-853D-048E-F683F8732F4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128AFFA-17C4-1D3A-22E6-22440A2D6CB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888CE1E-3C15-4715-2FF3-3225AEE7F43D}"/>
              </a:ext>
            </a:extLst>
          </p:cNvPr>
          <p:cNvSpPr>
            <a:spLocks noGrp="1"/>
          </p:cNvSpPr>
          <p:nvPr>
            <p:ph type="body" idx="1"/>
          </p:nvPr>
        </p:nvSpPr>
        <p:spPr/>
        <p:txBody>
          <a:bodyPr/>
          <a:lstStyle/>
          <a:p>
            <a:r>
              <a:rPr lang="fr-FR" altLang="en-US" dirty="0"/>
              <a:t>A-C-D-E</a:t>
            </a:r>
          </a:p>
          <a:p>
            <a:r>
              <a:rPr lang="fr-FR" altLang="en-US" dirty="0"/>
              <a:t>Il peut s’agir d’une tumeur pariétale bénigne (léiomyomes, lipomes, neurinomes ou schwannome), maligne primitive ou le plus souvent secondaire (notamment une carcinose péritonéale localisée ou diffuse, secondaire à un cancer digestif ou extra-digestif).  </a:t>
            </a:r>
          </a:p>
          <a:p>
            <a:r>
              <a:rPr lang="fr-FR" altLang="en-US" dirty="0"/>
              <a:t>Il peut s’agir aussi d’un hématome de la paroi intestinal secondaire à un surdosage en AVK ou à un traumatisme. Le diagnostic est facilement fait par le scanner. </a:t>
            </a:r>
          </a:p>
          <a:p>
            <a:r>
              <a:rPr lang="fr-FR" altLang="en-US" dirty="0"/>
              <a:t>Une sténose radique est suspectée devant des antécédents de radiothérapie abdominale ou pelvienne. </a:t>
            </a:r>
          </a:p>
          <a:p>
            <a:r>
              <a:rPr lang="fr-FR" altLang="en-US" dirty="0"/>
              <a:t>La tuberculose intestinale et la maladie de Crohn constituent une cause rare d’occlusion intestinale aigue et siègent avec prédilection au niveau de la dernière anse iléale. Elles entrainent plutôt une sténose incomplète </a:t>
            </a:r>
            <a:r>
              <a:rPr lang="fr-FR" altLang="en-US" dirty="0" err="1"/>
              <a:t>brapidement</a:t>
            </a:r>
            <a:r>
              <a:rPr lang="fr-FR" altLang="en-US" dirty="0"/>
              <a:t> résolutive. </a:t>
            </a:r>
          </a:p>
          <a:p>
            <a:endParaRPr lang="fr-FR" dirty="0"/>
          </a:p>
        </p:txBody>
      </p:sp>
      <p:sp>
        <p:nvSpPr>
          <p:cNvPr id="4" name="Espace réservé du numéro de diapositive 3">
            <a:extLst>
              <a:ext uri="{FF2B5EF4-FFF2-40B4-BE49-F238E27FC236}">
                <a16:creationId xmlns:a16="http://schemas.microsoft.com/office/drawing/2014/main" id="{AA5FB08A-55C0-C2DD-EF86-66225545AE00}"/>
              </a:ext>
            </a:extLst>
          </p:cNvPr>
          <p:cNvSpPr>
            <a:spLocks noGrp="1"/>
          </p:cNvSpPr>
          <p:nvPr>
            <p:ph type="sldNum" sz="quarter" idx="5"/>
          </p:nvPr>
        </p:nvSpPr>
        <p:spPr/>
        <p:txBody>
          <a:bodyPr/>
          <a:lstStyle/>
          <a:p>
            <a:fld id="{21C45F87-54F9-4C2B-A85D-DF47A2E43059}" type="slidenum">
              <a:rPr lang="fr-FR" smtClean="0"/>
              <a:t>77</a:t>
            </a:fld>
            <a:endParaRPr lang="fr-FR"/>
          </a:p>
        </p:txBody>
      </p:sp>
    </p:spTree>
    <p:extLst>
      <p:ext uri="{BB962C8B-B14F-4D97-AF65-F5344CB8AC3E}">
        <p14:creationId xmlns:p14="http://schemas.microsoft.com/office/powerpoint/2010/main" val="13607758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ltLang="en-US" dirty="0">
                <a:sym typeface="+mn-ea"/>
              </a:rPr>
              <a:t>A-C</a:t>
            </a:r>
            <a:endParaRPr lang="fr-FR" altLang="en-US" dirty="0"/>
          </a:p>
          <a:p>
            <a:endParaRPr lang="fr-FR" altLang="en-US" dirty="0"/>
          </a:p>
          <a:p>
            <a:r>
              <a:rPr lang="fr-FR" altLang="en-US" dirty="0"/>
              <a:t>*Iléus biliaire : un calcul biliaire après être passé à travers une fistule bilio-digestive (souvent </a:t>
            </a:r>
            <a:r>
              <a:rPr lang="fr-FR" altLang="en-US" dirty="0" err="1"/>
              <a:t>cholécysto</a:t>
            </a:r>
            <a:r>
              <a:rPr lang="fr-FR" altLang="en-US" dirty="0"/>
              <a:t>-duodénale), se bloque au niveau de la valvule de Bauhin. Le tableau clinique est celui d’une occlusion haute par à-coups. L’interrogatoire peut retrouver la notion de coliques hépatiques ou de lithiase vésiculaire connue et documentée. L’ASP peut montrer une aérobilie (présence de l’air dans l’arbre biliaire) qui signe la présence d’une fistule bilio-digestive et plus rarement l’image d’un calcul radio opaque dans l’intestin. La TDM montre mieux l’aérobilie et le calcul endoluminal. </a:t>
            </a:r>
          </a:p>
          <a:p>
            <a:endParaRPr lang="fr-FR" dirty="0"/>
          </a:p>
        </p:txBody>
      </p:sp>
      <p:sp>
        <p:nvSpPr>
          <p:cNvPr id="4" name="Espace réservé du numéro de diapositive 3"/>
          <p:cNvSpPr>
            <a:spLocks noGrp="1"/>
          </p:cNvSpPr>
          <p:nvPr>
            <p:ph type="sldNum" sz="quarter" idx="5"/>
          </p:nvPr>
        </p:nvSpPr>
        <p:spPr/>
        <p:txBody>
          <a:bodyPr/>
          <a:lstStyle/>
          <a:p>
            <a:fld id="{21C45F87-54F9-4C2B-A85D-DF47A2E43059}" type="slidenum">
              <a:rPr lang="fr-FR" smtClean="0"/>
              <a:t>78</a:t>
            </a:fld>
            <a:endParaRPr lang="fr-FR"/>
          </a:p>
        </p:txBody>
      </p:sp>
    </p:spTree>
    <p:extLst>
      <p:ext uri="{BB962C8B-B14F-4D97-AF65-F5344CB8AC3E}">
        <p14:creationId xmlns:p14="http://schemas.microsoft.com/office/powerpoint/2010/main" val="3980298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1B543-BBF5-2599-DC7C-81A5373D4EB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4310FA8-8CA3-A07F-1B0D-3BFABE1EFFB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9CA22B8-3459-7FB3-76BA-32D232D0BB26}"/>
              </a:ext>
            </a:extLst>
          </p:cNvPr>
          <p:cNvSpPr>
            <a:spLocks noGrp="1"/>
          </p:cNvSpPr>
          <p:nvPr>
            <p:ph type="body" idx="1"/>
          </p:nvPr>
        </p:nvSpPr>
        <p:spPr/>
        <p:txBody>
          <a:bodyPr/>
          <a:lstStyle/>
          <a:p>
            <a:r>
              <a:rPr lang="fr-FR" altLang="en-US" dirty="0">
                <a:sym typeface="+mn-ea"/>
              </a:rPr>
              <a:t>A-C</a:t>
            </a:r>
            <a:endParaRPr lang="fr-FR" altLang="en-US" dirty="0"/>
          </a:p>
          <a:p>
            <a:endParaRPr lang="fr-FR" altLang="en-US" dirty="0"/>
          </a:p>
          <a:p>
            <a:r>
              <a:rPr lang="fr-FR" altLang="en-US" dirty="0"/>
              <a:t>*Iléus biliaire : un calcul biliaire après être passé à travers une fistule bilio-digestive (souvent </a:t>
            </a:r>
            <a:r>
              <a:rPr lang="fr-FR" altLang="en-US" dirty="0" err="1"/>
              <a:t>cholécysto</a:t>
            </a:r>
            <a:r>
              <a:rPr lang="fr-FR" altLang="en-US" dirty="0"/>
              <a:t>-duodénale), se bloque au niveau de la valvule de Bauhin. Le tableau clinique est celui d’une occlusion haute par à-coups. L’interrogatoire peut retrouver la notion de coliques hépatiques ou de lithiase vésiculaire connue et documentée. L’ASP peut montrer une aérobilie (présence de l’air dans l’arbre biliaire) qui signe la présence d’une fistule bilio-digestive et plus rarement l’image d’un calcul radio opaque dans l’intestin. La TDM montre mieux l’aérobilie et le calcul endoluminal. </a:t>
            </a:r>
          </a:p>
          <a:p>
            <a:endParaRPr lang="fr-FR" dirty="0"/>
          </a:p>
        </p:txBody>
      </p:sp>
      <p:sp>
        <p:nvSpPr>
          <p:cNvPr id="4" name="Espace réservé du numéro de diapositive 3">
            <a:extLst>
              <a:ext uri="{FF2B5EF4-FFF2-40B4-BE49-F238E27FC236}">
                <a16:creationId xmlns:a16="http://schemas.microsoft.com/office/drawing/2014/main" id="{B9C1DDA8-2ADF-90DF-1733-91B8588F3653}"/>
              </a:ext>
            </a:extLst>
          </p:cNvPr>
          <p:cNvSpPr>
            <a:spLocks noGrp="1"/>
          </p:cNvSpPr>
          <p:nvPr>
            <p:ph type="sldNum" sz="quarter" idx="5"/>
          </p:nvPr>
        </p:nvSpPr>
        <p:spPr/>
        <p:txBody>
          <a:bodyPr/>
          <a:lstStyle/>
          <a:p>
            <a:fld id="{21C45F87-54F9-4C2B-A85D-DF47A2E43059}" type="slidenum">
              <a:rPr lang="fr-FR" smtClean="0"/>
              <a:t>79</a:t>
            </a:fld>
            <a:endParaRPr lang="fr-FR"/>
          </a:p>
        </p:txBody>
      </p:sp>
    </p:spTree>
    <p:extLst>
      <p:ext uri="{BB962C8B-B14F-4D97-AF65-F5344CB8AC3E}">
        <p14:creationId xmlns:p14="http://schemas.microsoft.com/office/powerpoint/2010/main" val="31984460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ltLang="en-US" dirty="0">
                <a:sym typeface="+mn-ea"/>
              </a:rPr>
              <a:t>A-B-D</a:t>
            </a:r>
            <a:endParaRPr lang="fr-FR" altLang="en-US" dirty="0"/>
          </a:p>
          <a:p>
            <a:endParaRPr lang="fr-FR" altLang="en-US" dirty="0"/>
          </a:p>
          <a:p>
            <a:r>
              <a:rPr lang="fr-FR" altLang="en-US" dirty="0"/>
              <a:t>L’invagination intestinale aigue est plus fréquente chez le nourrisson et elle est alors idiopathique. Elle est souvent iléo-iléale ou iléo-caecale. Le tableau clinique associe typiquement des douleurs paroxystiques (ou des pleurs intermittents) séparés par des périodes d’accalmie, des rectorragies au toucher rectal et la palpation d’un boudin d’invagination. L’échographie montre l’image en cible. Le lavement aux hydrosolubles permet de confirmer le diagnostic et de tenter la </a:t>
            </a:r>
            <a:r>
              <a:rPr lang="fr-FR" altLang="en-US" dirty="0" err="1"/>
              <a:t>désinvagination</a:t>
            </a:r>
            <a:r>
              <a:rPr lang="fr-FR" altLang="en-US" dirty="0"/>
              <a:t>. </a:t>
            </a:r>
          </a:p>
          <a:p>
            <a:r>
              <a:rPr lang="fr-FR" altLang="en-US" dirty="0"/>
              <a:t>Chez l’adulte, l’invagination est beaucoup plus rare (5 à 16% des cas). Elle est souvent secondaire à une tumeur ou à un polype. L’échographie et le scanner montrent une image caractéristique "en cocarde". </a:t>
            </a:r>
          </a:p>
          <a:p>
            <a:endParaRPr lang="fr-FR" dirty="0"/>
          </a:p>
        </p:txBody>
      </p:sp>
      <p:sp>
        <p:nvSpPr>
          <p:cNvPr id="4" name="Espace réservé du numéro de diapositive 3"/>
          <p:cNvSpPr>
            <a:spLocks noGrp="1"/>
          </p:cNvSpPr>
          <p:nvPr>
            <p:ph type="sldNum" sz="quarter" idx="5"/>
          </p:nvPr>
        </p:nvSpPr>
        <p:spPr/>
        <p:txBody>
          <a:bodyPr/>
          <a:lstStyle/>
          <a:p>
            <a:fld id="{21C45F87-54F9-4C2B-A85D-DF47A2E43059}" type="slidenum">
              <a:rPr lang="fr-FR" smtClean="0"/>
              <a:t>80</a:t>
            </a:fld>
            <a:endParaRPr lang="fr-FR"/>
          </a:p>
        </p:txBody>
      </p:sp>
    </p:spTree>
    <p:extLst>
      <p:ext uri="{BB962C8B-B14F-4D97-AF65-F5344CB8AC3E}">
        <p14:creationId xmlns:p14="http://schemas.microsoft.com/office/powerpoint/2010/main" val="6996950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EEFDB-7277-6DC4-F4F0-305B3F36FD5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7330CA4-D66A-59F2-7984-0A37F3A6FE5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66FE866-FAE7-E64F-47B7-CD4C99826384}"/>
              </a:ext>
            </a:extLst>
          </p:cNvPr>
          <p:cNvSpPr>
            <a:spLocks noGrp="1"/>
          </p:cNvSpPr>
          <p:nvPr>
            <p:ph type="body" idx="1"/>
          </p:nvPr>
        </p:nvSpPr>
        <p:spPr/>
        <p:txBody>
          <a:bodyPr/>
          <a:lstStyle/>
          <a:p>
            <a:r>
              <a:rPr lang="fr-FR" altLang="en-US" dirty="0">
                <a:sym typeface="+mn-ea"/>
              </a:rPr>
              <a:t>A-B-D</a:t>
            </a:r>
            <a:endParaRPr lang="fr-FR" altLang="en-US" dirty="0"/>
          </a:p>
          <a:p>
            <a:endParaRPr lang="fr-FR" altLang="en-US" dirty="0"/>
          </a:p>
          <a:p>
            <a:r>
              <a:rPr lang="fr-FR" altLang="en-US" dirty="0"/>
              <a:t>L’invagination intestinale aigue est plus fréquente chez le nourrisson et elle est alors idiopathique. Elle est souvent iléo-iléale ou iléo-caecale. Le tableau clinique associe typiquement des douleurs paroxystiques (ou des pleurs intermittents) séparés par des périodes d’accalmie, des rectorragies au toucher rectal et la palpation d’un boudin d’invagination. L’échographie montre l’image en cible. Le lavement aux hydrosolubles permet de confirmer le diagnostic et de tenter la </a:t>
            </a:r>
            <a:r>
              <a:rPr lang="fr-FR" altLang="en-US" dirty="0" err="1"/>
              <a:t>désinvagination</a:t>
            </a:r>
            <a:r>
              <a:rPr lang="fr-FR" altLang="en-US" dirty="0"/>
              <a:t>. </a:t>
            </a:r>
          </a:p>
          <a:p>
            <a:r>
              <a:rPr lang="fr-FR" altLang="en-US" dirty="0"/>
              <a:t>Chez l’adulte, l’invagination est beaucoup plus rare (5 à 16% des cas). Elle est souvent secondaire à une tumeur ou à un polype. L’échographie et le scanner montrent une image caractéristique "en cocarde". </a:t>
            </a:r>
          </a:p>
          <a:p>
            <a:endParaRPr lang="fr-FR" dirty="0"/>
          </a:p>
        </p:txBody>
      </p:sp>
      <p:sp>
        <p:nvSpPr>
          <p:cNvPr id="4" name="Espace réservé du numéro de diapositive 3">
            <a:extLst>
              <a:ext uri="{FF2B5EF4-FFF2-40B4-BE49-F238E27FC236}">
                <a16:creationId xmlns:a16="http://schemas.microsoft.com/office/drawing/2014/main" id="{0F1E7AD3-29D7-B97F-3E97-EA7F4EF69109}"/>
              </a:ext>
            </a:extLst>
          </p:cNvPr>
          <p:cNvSpPr>
            <a:spLocks noGrp="1"/>
          </p:cNvSpPr>
          <p:nvPr>
            <p:ph type="sldNum" sz="quarter" idx="5"/>
          </p:nvPr>
        </p:nvSpPr>
        <p:spPr/>
        <p:txBody>
          <a:bodyPr/>
          <a:lstStyle/>
          <a:p>
            <a:fld id="{21C45F87-54F9-4C2B-A85D-DF47A2E43059}" type="slidenum">
              <a:rPr lang="fr-FR" smtClean="0"/>
              <a:t>81</a:t>
            </a:fld>
            <a:endParaRPr lang="fr-FR"/>
          </a:p>
        </p:txBody>
      </p:sp>
    </p:spTree>
    <p:extLst>
      <p:ext uri="{BB962C8B-B14F-4D97-AF65-F5344CB8AC3E}">
        <p14:creationId xmlns:p14="http://schemas.microsoft.com/office/powerpoint/2010/main" val="20166210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ltLang="en-US" dirty="0">
                <a:sym typeface="+mn-ea"/>
              </a:rPr>
              <a:t>A-C-E</a:t>
            </a:r>
            <a:endParaRPr lang="fr-FR" altLang="en-US" dirty="0"/>
          </a:p>
          <a:p>
            <a:endParaRPr lang="fr-FR" altLang="en-US" dirty="0"/>
          </a:p>
          <a:p>
            <a:r>
              <a:rPr lang="fr-FR" altLang="en-US" dirty="0"/>
              <a:t>Le cancer colorectal est responsable de 70% des occlusions coliques. Il s’agit en général d’un adénocarcinome de type squirreux infiltrant qui siège dans 2/3 des cas au niveau du colon sigmoïde, vu son diamètre réduit par rapport au reste du colon.  </a:t>
            </a:r>
          </a:p>
          <a:p>
            <a:r>
              <a:rPr lang="fr-FR" altLang="en-US" dirty="0"/>
              <a:t>Le diagnostic est évoqué chez un patient âgé de 50 à 70 ans ayant des troubles du transit ou des rectorragies. Le tableau clinique est celui d’une occlusion basse par obstruction. L’installation est progressive marquée par une douleur abdominale modérée, un arrêt des matières et des gaz franc et précoce et un ballonnement abdominal volumineux plus au moins symétrique. La palpation de l’abdomen, souvent gênée par le météorisme, permet rarement de mettre en évidence une masse abdominale. Le toucher rectal montre une ampoule rectale vide et permet dans de rares cas de palper la tumeur (notamment en cas de volumineuse tumeur de la jonction recto-sigmoïdienne </a:t>
            </a:r>
            <a:r>
              <a:rPr lang="fr-FR" altLang="en-US" dirty="0" err="1"/>
              <a:t>prolabée</a:t>
            </a:r>
            <a:r>
              <a:rPr lang="fr-FR" altLang="en-US" dirty="0"/>
              <a:t> ou en cas de tumeur du moyen ou du bas rectum).  </a:t>
            </a:r>
          </a:p>
          <a:p>
            <a:r>
              <a:rPr lang="fr-FR" altLang="en-US" dirty="0"/>
              <a:t>La TDM abdominale permet d’objectiver l’obstacle tumoral et de faire en même temps le bilan d’extension. Elle permet aussi d’évaluer la vitalité et le diamètre du cæcum (risque de perforation diastasique à partir de 12 cm !) </a:t>
            </a:r>
          </a:p>
          <a:p>
            <a:endParaRPr lang="fr-FR" dirty="0"/>
          </a:p>
        </p:txBody>
      </p:sp>
      <p:sp>
        <p:nvSpPr>
          <p:cNvPr id="4" name="Espace réservé du numéro de diapositive 3"/>
          <p:cNvSpPr>
            <a:spLocks noGrp="1"/>
          </p:cNvSpPr>
          <p:nvPr>
            <p:ph type="sldNum" sz="quarter" idx="5"/>
          </p:nvPr>
        </p:nvSpPr>
        <p:spPr/>
        <p:txBody>
          <a:bodyPr/>
          <a:lstStyle/>
          <a:p>
            <a:fld id="{21C45F87-54F9-4C2B-A85D-DF47A2E43059}" type="slidenum">
              <a:rPr lang="fr-FR" smtClean="0"/>
              <a:t>82</a:t>
            </a:fld>
            <a:endParaRPr lang="fr-FR"/>
          </a:p>
        </p:txBody>
      </p:sp>
    </p:spTree>
    <p:extLst>
      <p:ext uri="{BB962C8B-B14F-4D97-AF65-F5344CB8AC3E}">
        <p14:creationId xmlns:p14="http://schemas.microsoft.com/office/powerpoint/2010/main" val="22796356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E0097-EFAB-5F0A-9D0F-315A6947D86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89C924F-709F-0E9B-BF45-11BB716325F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79F36A9-D2E0-BA71-0EE8-32288C99A770}"/>
              </a:ext>
            </a:extLst>
          </p:cNvPr>
          <p:cNvSpPr>
            <a:spLocks noGrp="1"/>
          </p:cNvSpPr>
          <p:nvPr>
            <p:ph type="body" idx="1"/>
          </p:nvPr>
        </p:nvSpPr>
        <p:spPr/>
        <p:txBody>
          <a:bodyPr/>
          <a:lstStyle/>
          <a:p>
            <a:r>
              <a:rPr lang="fr-FR" altLang="en-US" dirty="0">
                <a:sym typeface="+mn-ea"/>
              </a:rPr>
              <a:t>A-C-E</a:t>
            </a:r>
            <a:endParaRPr lang="fr-FR" altLang="en-US" dirty="0"/>
          </a:p>
          <a:p>
            <a:endParaRPr lang="fr-FR" altLang="en-US" dirty="0"/>
          </a:p>
          <a:p>
            <a:r>
              <a:rPr lang="fr-FR" altLang="en-US" dirty="0"/>
              <a:t>Le cancer colorectal est responsable de 70% des occlusions coliques. Il s’agit en général d’un adénocarcinome de type squirreux infiltrant qui siège dans 2/3 des cas au niveau du colon sigmoïde, vu son diamètre réduit par rapport au reste du colon.  </a:t>
            </a:r>
          </a:p>
          <a:p>
            <a:r>
              <a:rPr lang="fr-FR" altLang="en-US" dirty="0"/>
              <a:t>Le diagnostic est évoqué chez un patient âgé de 50 à 70 ans ayant des troubles du transit ou des rectorragies. Le tableau clinique est celui d’une occlusion basse par obstruction. L’installation est progressive marquée par une douleur abdominale modérée, un arrêt des matières et des gaz franc et précoce et un ballonnement abdominal volumineux plus au moins symétrique. La palpation de l’abdomen, souvent gênée par le météorisme, permet rarement de mettre en évidence une masse abdominale. Le toucher rectal montre une ampoule rectale vide et permet dans de rares cas de palper la tumeur (notamment en cas de volumineuse tumeur de la jonction recto-sigmoïdienne </a:t>
            </a:r>
            <a:r>
              <a:rPr lang="fr-FR" altLang="en-US" dirty="0" err="1"/>
              <a:t>prolabée</a:t>
            </a:r>
            <a:r>
              <a:rPr lang="fr-FR" altLang="en-US" dirty="0"/>
              <a:t> ou en cas de tumeur du moyen ou du bas rectum).  </a:t>
            </a:r>
          </a:p>
          <a:p>
            <a:r>
              <a:rPr lang="fr-FR" altLang="en-US" dirty="0"/>
              <a:t>La TDM abdominale permet d’objectiver l’obstacle tumoral et de faire en même temps le bilan d’extension. Elle permet aussi d’évaluer la vitalité et le diamètre du cæcum (risque de perforation diastasique à partir de 12 cm !) </a:t>
            </a:r>
          </a:p>
          <a:p>
            <a:endParaRPr lang="fr-FR" dirty="0"/>
          </a:p>
        </p:txBody>
      </p:sp>
      <p:sp>
        <p:nvSpPr>
          <p:cNvPr id="4" name="Espace réservé du numéro de diapositive 3">
            <a:extLst>
              <a:ext uri="{FF2B5EF4-FFF2-40B4-BE49-F238E27FC236}">
                <a16:creationId xmlns:a16="http://schemas.microsoft.com/office/drawing/2014/main" id="{12487AF5-263A-0D86-EC18-79433EF708BA}"/>
              </a:ext>
            </a:extLst>
          </p:cNvPr>
          <p:cNvSpPr>
            <a:spLocks noGrp="1"/>
          </p:cNvSpPr>
          <p:nvPr>
            <p:ph type="sldNum" sz="quarter" idx="5"/>
          </p:nvPr>
        </p:nvSpPr>
        <p:spPr/>
        <p:txBody>
          <a:bodyPr/>
          <a:lstStyle/>
          <a:p>
            <a:fld id="{21C45F87-54F9-4C2B-A85D-DF47A2E43059}" type="slidenum">
              <a:rPr lang="fr-FR" smtClean="0"/>
              <a:t>83</a:t>
            </a:fld>
            <a:endParaRPr lang="fr-FR"/>
          </a:p>
        </p:txBody>
      </p:sp>
    </p:spTree>
    <p:extLst>
      <p:ext uri="{BB962C8B-B14F-4D97-AF65-F5344CB8AC3E}">
        <p14:creationId xmlns:p14="http://schemas.microsoft.com/office/powerpoint/2010/main" val="36537843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ltLang="en-US" dirty="0">
                <a:sym typeface="+mn-ea"/>
              </a:rPr>
              <a:t>A-C-D-F</a:t>
            </a:r>
            <a:endParaRPr lang="fr-FR" altLang="en-US" dirty="0"/>
          </a:p>
          <a:p>
            <a:endParaRPr lang="fr-FR" altLang="en-US" dirty="0"/>
          </a:p>
          <a:p>
            <a:r>
              <a:rPr lang="fr-FR" altLang="en-US" dirty="0"/>
              <a:t>Le volvulus du sigmoïde : c’est la forme la plus fréquente (85%). Il représente 15% des occlusions coliques. </a:t>
            </a:r>
          </a:p>
          <a:p>
            <a:r>
              <a:rPr lang="fr-FR" altLang="en-US" dirty="0"/>
              <a:t>Le tableau clinique typique est celui d’un patient connu porteur d’un dolicho-sigmoïde avec constipation chronique ou de notion de colopathie et de douleurs abdominales spontanément résolutives qui consulte en urgence pour l’apparition de façon brutale d’une douleur abdominale intense et diffuse et AMG. Le météorisme est volumineux et asymétrique prédominant sur le coté gauche  </a:t>
            </a:r>
          </a:p>
          <a:p>
            <a:r>
              <a:rPr lang="fr-FR" altLang="en-US" dirty="0"/>
              <a:t>L’ASP montre typiquement une image en grand arceau avec  double jambage dont le sommet atteint l’hypochondre gauche. La TDM montre le signe du tourbillon, correspondant au tour de spire au niveau du méso-sigmoïde  (figure N° 9). La TDM avec opacification basse montre un arrêt en « bec d’oiseau ». La colonoscopie (sans préparation préalable) permet d’apprécier la vitalité de la muqueuse colique. En l’absence d’ischémie, la dévolvulation endoscopique est tentée. </a:t>
            </a:r>
          </a:p>
          <a:p>
            <a:endParaRPr lang="fr-FR" dirty="0"/>
          </a:p>
        </p:txBody>
      </p:sp>
      <p:sp>
        <p:nvSpPr>
          <p:cNvPr id="4" name="Espace réservé du numéro de diapositive 3"/>
          <p:cNvSpPr>
            <a:spLocks noGrp="1"/>
          </p:cNvSpPr>
          <p:nvPr>
            <p:ph type="sldNum" sz="quarter" idx="5"/>
          </p:nvPr>
        </p:nvSpPr>
        <p:spPr/>
        <p:txBody>
          <a:bodyPr/>
          <a:lstStyle/>
          <a:p>
            <a:fld id="{21C45F87-54F9-4C2B-A85D-DF47A2E43059}" type="slidenum">
              <a:rPr lang="fr-FR" smtClean="0"/>
              <a:t>84</a:t>
            </a:fld>
            <a:endParaRPr lang="fr-FR"/>
          </a:p>
        </p:txBody>
      </p:sp>
    </p:spTree>
    <p:extLst>
      <p:ext uri="{BB962C8B-B14F-4D97-AF65-F5344CB8AC3E}">
        <p14:creationId xmlns:p14="http://schemas.microsoft.com/office/powerpoint/2010/main" val="17247305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197DE-5879-6278-42FC-A11910A8DD6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D1300C4-7D9F-B0EF-A6D0-E8B3E61A222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298366E-DA8E-C079-7944-C89759334617}"/>
              </a:ext>
            </a:extLst>
          </p:cNvPr>
          <p:cNvSpPr>
            <a:spLocks noGrp="1"/>
          </p:cNvSpPr>
          <p:nvPr>
            <p:ph type="body" idx="1"/>
          </p:nvPr>
        </p:nvSpPr>
        <p:spPr/>
        <p:txBody>
          <a:bodyPr/>
          <a:lstStyle/>
          <a:p>
            <a:r>
              <a:rPr lang="fr-FR" altLang="en-US" dirty="0">
                <a:sym typeface="+mn-ea"/>
              </a:rPr>
              <a:t>A-C-D-F</a:t>
            </a:r>
            <a:endParaRPr lang="fr-FR" altLang="en-US" dirty="0"/>
          </a:p>
          <a:p>
            <a:endParaRPr lang="fr-FR" altLang="en-US" dirty="0"/>
          </a:p>
          <a:p>
            <a:r>
              <a:rPr lang="fr-FR" altLang="en-US" dirty="0"/>
              <a:t>Le volvulus du sigmoïde : c’est la forme la plus fréquente (85%). Il représente 15% des occlusions coliques. </a:t>
            </a:r>
          </a:p>
          <a:p>
            <a:r>
              <a:rPr lang="fr-FR" altLang="en-US" dirty="0"/>
              <a:t>Le tableau clinique typique est celui d’un patient connu porteur d’un dolicho-sigmoïde avec constipation chronique ou de notion de colopathie et de douleurs abdominales spontanément résolutives qui consulte en urgence pour l’apparition de façon brutale d’une douleur abdominale intense et diffuse et AMG. Le météorisme est volumineux et asymétrique prédominant sur le coté gauche  </a:t>
            </a:r>
          </a:p>
          <a:p>
            <a:r>
              <a:rPr lang="fr-FR" altLang="en-US" dirty="0"/>
              <a:t>L’ASP montre typiquement une image en grand arceau avec  double jambage dont le sommet atteint l’hypochondre gauche. La TDM montre le signe du tourbillon, correspondant au tour de spire au niveau du méso-sigmoïde  (figure N° 9). La TDM avec opacification basse montre un arrêt en « bec d’oiseau ». La colonoscopie (sans préparation préalable) permet d’apprécier la vitalité de la muqueuse colique. En l’absence d’ischémie, la dévolvulation endoscopique est tentée. </a:t>
            </a:r>
          </a:p>
          <a:p>
            <a:endParaRPr lang="fr-FR" dirty="0"/>
          </a:p>
        </p:txBody>
      </p:sp>
      <p:sp>
        <p:nvSpPr>
          <p:cNvPr id="4" name="Espace réservé du numéro de diapositive 3">
            <a:extLst>
              <a:ext uri="{FF2B5EF4-FFF2-40B4-BE49-F238E27FC236}">
                <a16:creationId xmlns:a16="http://schemas.microsoft.com/office/drawing/2014/main" id="{2EB77E0C-5CD6-809C-A75A-6244AA02D914}"/>
              </a:ext>
            </a:extLst>
          </p:cNvPr>
          <p:cNvSpPr>
            <a:spLocks noGrp="1"/>
          </p:cNvSpPr>
          <p:nvPr>
            <p:ph type="sldNum" sz="quarter" idx="5"/>
          </p:nvPr>
        </p:nvSpPr>
        <p:spPr/>
        <p:txBody>
          <a:bodyPr/>
          <a:lstStyle/>
          <a:p>
            <a:fld id="{21C45F87-54F9-4C2B-A85D-DF47A2E43059}" type="slidenum">
              <a:rPr lang="fr-FR" smtClean="0"/>
              <a:t>85</a:t>
            </a:fld>
            <a:endParaRPr lang="fr-FR"/>
          </a:p>
        </p:txBody>
      </p:sp>
    </p:spTree>
    <p:extLst>
      <p:ext uri="{BB962C8B-B14F-4D97-AF65-F5344CB8AC3E}">
        <p14:creationId xmlns:p14="http://schemas.microsoft.com/office/powerpoint/2010/main" val="7913228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ltLang="en-US" dirty="0">
                <a:sym typeface="+mn-ea"/>
              </a:rPr>
              <a:t>A-B-C-E</a:t>
            </a:r>
            <a:endParaRPr lang="fr-FR" altLang="en-US" dirty="0"/>
          </a:p>
          <a:p>
            <a:endParaRPr lang="fr-FR" altLang="en-US" dirty="0"/>
          </a:p>
          <a:p>
            <a:r>
              <a:rPr lang="fr-FR" altLang="en-US" dirty="0"/>
              <a:t>Le volvulus du colon droit ou du cæcum : Il représente 15-35% des </a:t>
            </a:r>
            <a:r>
              <a:rPr lang="fr-FR" altLang="en-US" dirty="0" err="1"/>
              <a:t>volvuli</a:t>
            </a:r>
            <a:r>
              <a:rPr lang="fr-FR" altLang="en-US" dirty="0"/>
              <a:t> colique. Il est dû à un défaut d’accolement du colon droit. le tableau clinique est celui d’une occlusion mixte avec douleur abdominale centrale et un ballonnement asymétrique. Les vomissements sont notés une fois sur deux. L’arrêt des matières et des gaz n’est pas aussi net que dans le cas du volvulus du sigmoïde. L’ASP montre souvent un NHA unique, géant et central. La TDM montre une FID déshabitée avec présence du colon droit au centre de la cavité péritonéale ou parfois dans l’hypochondre gauche avec le signe du tourbillon. La TDM montre un élément très important : le colon gauche est plan ce qui permet d’éliminer un volvulus du sigmoïde.  </a:t>
            </a:r>
          </a:p>
          <a:p>
            <a:endParaRPr lang="fr-FR" dirty="0"/>
          </a:p>
        </p:txBody>
      </p:sp>
      <p:sp>
        <p:nvSpPr>
          <p:cNvPr id="4" name="Espace réservé du numéro de diapositive 3"/>
          <p:cNvSpPr>
            <a:spLocks noGrp="1"/>
          </p:cNvSpPr>
          <p:nvPr>
            <p:ph type="sldNum" sz="quarter" idx="5"/>
          </p:nvPr>
        </p:nvSpPr>
        <p:spPr/>
        <p:txBody>
          <a:bodyPr/>
          <a:lstStyle/>
          <a:p>
            <a:fld id="{21C45F87-54F9-4C2B-A85D-DF47A2E43059}" type="slidenum">
              <a:rPr lang="fr-FR" smtClean="0"/>
              <a:t>88</a:t>
            </a:fld>
            <a:endParaRPr lang="fr-FR"/>
          </a:p>
        </p:txBody>
      </p:sp>
    </p:spTree>
    <p:extLst>
      <p:ext uri="{BB962C8B-B14F-4D97-AF65-F5344CB8AC3E}">
        <p14:creationId xmlns:p14="http://schemas.microsoft.com/office/powerpoint/2010/main" val="11516316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3ACD3-E0AB-9CC3-45CB-0F3DBF175EE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4CB57EC-0DE4-DD8C-249B-68205DDFA42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5777565-4E4A-7BCB-163D-683F72803774}"/>
              </a:ext>
            </a:extLst>
          </p:cNvPr>
          <p:cNvSpPr>
            <a:spLocks noGrp="1"/>
          </p:cNvSpPr>
          <p:nvPr>
            <p:ph type="body" idx="1"/>
          </p:nvPr>
        </p:nvSpPr>
        <p:spPr/>
        <p:txBody>
          <a:bodyPr/>
          <a:lstStyle/>
          <a:p>
            <a:r>
              <a:rPr lang="fr-FR" altLang="en-US" dirty="0">
                <a:sym typeface="+mn-ea"/>
              </a:rPr>
              <a:t>A-B-C-E</a:t>
            </a:r>
            <a:endParaRPr lang="fr-FR" altLang="en-US" dirty="0"/>
          </a:p>
          <a:p>
            <a:endParaRPr lang="fr-FR" altLang="en-US" dirty="0"/>
          </a:p>
          <a:p>
            <a:r>
              <a:rPr lang="fr-FR" altLang="en-US" dirty="0"/>
              <a:t>Le volvulus du colon droit ou du cæcum : Il représente 15-35% des </a:t>
            </a:r>
            <a:r>
              <a:rPr lang="fr-FR" altLang="en-US" dirty="0" err="1"/>
              <a:t>volvuli</a:t>
            </a:r>
            <a:r>
              <a:rPr lang="fr-FR" altLang="en-US" dirty="0"/>
              <a:t> colique. Il est dû à un défaut d’accolement du colon droit. le tableau clinique est celui d’une occlusion mixte avec douleur abdominale centrale et un ballonnement asymétrique. Les vomissements sont notés une fois sur deux. L’arrêt des matières et des gaz n’est pas aussi net que dans le cas du volvulus du sigmoïde. L’ASP montre souvent un NHA unique, géant et central. La TDM montre une FID déshabitée avec présence du colon droit au centre de la cavité péritonéale ou parfois dans l’hypochondre gauche avec le signe du tourbillon. La TDM montre un élément très important : le colon gauche est plan ce qui permet d’éliminer un volvulus du sigmoïde.  </a:t>
            </a:r>
          </a:p>
          <a:p>
            <a:endParaRPr lang="fr-FR" dirty="0"/>
          </a:p>
        </p:txBody>
      </p:sp>
      <p:sp>
        <p:nvSpPr>
          <p:cNvPr id="4" name="Espace réservé du numéro de diapositive 3">
            <a:extLst>
              <a:ext uri="{FF2B5EF4-FFF2-40B4-BE49-F238E27FC236}">
                <a16:creationId xmlns:a16="http://schemas.microsoft.com/office/drawing/2014/main" id="{7E854DFD-10E9-BD5E-08E3-2EE1E125B91C}"/>
              </a:ext>
            </a:extLst>
          </p:cNvPr>
          <p:cNvSpPr>
            <a:spLocks noGrp="1"/>
          </p:cNvSpPr>
          <p:nvPr>
            <p:ph type="sldNum" sz="quarter" idx="5"/>
          </p:nvPr>
        </p:nvSpPr>
        <p:spPr/>
        <p:txBody>
          <a:bodyPr/>
          <a:lstStyle/>
          <a:p>
            <a:fld id="{21C45F87-54F9-4C2B-A85D-DF47A2E43059}" type="slidenum">
              <a:rPr lang="fr-FR" smtClean="0"/>
              <a:t>89</a:t>
            </a:fld>
            <a:endParaRPr lang="fr-FR"/>
          </a:p>
        </p:txBody>
      </p:sp>
    </p:spTree>
    <p:extLst>
      <p:ext uri="{BB962C8B-B14F-4D97-AF65-F5344CB8AC3E}">
        <p14:creationId xmlns:p14="http://schemas.microsoft.com/office/powerpoint/2010/main" val="3970591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ltLang="en-US" dirty="0">
                <a:sym typeface="+mn-ea"/>
              </a:rPr>
              <a:t>B-C-E</a:t>
            </a:r>
          </a:p>
          <a:p>
            <a:endParaRPr lang="fr-FR" altLang="en-US" dirty="0"/>
          </a:p>
          <a:p>
            <a:r>
              <a:rPr lang="fr-FR" altLang="en-US" dirty="0"/>
              <a:t>Des troubles de l’innervation intrinsèque de la paroi intestinale : </a:t>
            </a:r>
          </a:p>
          <a:p>
            <a:r>
              <a:rPr lang="fr-FR" altLang="en-US" dirty="0"/>
              <a:t>•Le syndrome d’Ogilvie (pseudo-obstruction colique aigue)  </a:t>
            </a:r>
          </a:p>
          <a:p>
            <a:r>
              <a:rPr lang="fr-FR" altLang="en-US" dirty="0"/>
              <a:t>L’ASP et surtout la TDM permettent de confirmer le diagnostic : NHA coliques à prédominance gazeuse, notamment au niveau du colon droit sans obstacle avec parfois présence de l’air au niveau du rectum (signe majeur mais inconstant). </a:t>
            </a:r>
          </a:p>
          <a:p>
            <a:r>
              <a:rPr lang="fr-FR" altLang="en-US" dirty="0"/>
              <a:t>Le risque majeur est représenté par la perforation cæcale. </a:t>
            </a:r>
          </a:p>
          <a:p>
            <a:endParaRPr lang="fr-FR" dirty="0"/>
          </a:p>
        </p:txBody>
      </p:sp>
      <p:sp>
        <p:nvSpPr>
          <p:cNvPr id="4" name="Espace réservé du numéro de diapositive 3"/>
          <p:cNvSpPr>
            <a:spLocks noGrp="1"/>
          </p:cNvSpPr>
          <p:nvPr>
            <p:ph type="sldNum" sz="quarter" idx="5"/>
          </p:nvPr>
        </p:nvSpPr>
        <p:spPr/>
        <p:txBody>
          <a:bodyPr/>
          <a:lstStyle/>
          <a:p>
            <a:fld id="{21C45F87-54F9-4C2B-A85D-DF47A2E43059}" type="slidenum">
              <a:rPr lang="fr-FR" smtClean="0"/>
              <a:t>93</a:t>
            </a:fld>
            <a:endParaRPr lang="fr-FR"/>
          </a:p>
        </p:txBody>
      </p:sp>
    </p:spTree>
    <p:extLst>
      <p:ext uri="{BB962C8B-B14F-4D97-AF65-F5344CB8AC3E}">
        <p14:creationId xmlns:p14="http://schemas.microsoft.com/office/powerpoint/2010/main" val="15248356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BA29A-1B4F-FDC4-579F-2BAF97B55AE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6BC657E-BF60-C9CA-9685-AAECF77C034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AACD2DA-0110-549F-8D73-F0715A7D0AC6}"/>
              </a:ext>
            </a:extLst>
          </p:cNvPr>
          <p:cNvSpPr>
            <a:spLocks noGrp="1"/>
          </p:cNvSpPr>
          <p:nvPr>
            <p:ph type="body" idx="1"/>
          </p:nvPr>
        </p:nvSpPr>
        <p:spPr/>
        <p:txBody>
          <a:bodyPr/>
          <a:lstStyle/>
          <a:p>
            <a:r>
              <a:rPr lang="fr-FR" altLang="en-US" dirty="0">
                <a:sym typeface="+mn-ea"/>
              </a:rPr>
              <a:t>B-C-E</a:t>
            </a:r>
          </a:p>
          <a:p>
            <a:endParaRPr lang="fr-FR" altLang="en-US" dirty="0"/>
          </a:p>
          <a:p>
            <a:r>
              <a:rPr lang="fr-FR" altLang="en-US" dirty="0"/>
              <a:t>Des troubles de l’innervation intrinsèque de la paroi intestinale : </a:t>
            </a:r>
          </a:p>
          <a:p>
            <a:r>
              <a:rPr lang="fr-FR" altLang="en-US" dirty="0"/>
              <a:t>•Le syndrome d’Ogilvie (pseudo-obstruction colique aigue)  </a:t>
            </a:r>
          </a:p>
          <a:p>
            <a:r>
              <a:rPr lang="fr-FR" altLang="en-US" dirty="0"/>
              <a:t>L’ASP et surtout la TDM permettent de confirmer le diagnostic : NHA coliques à prédominance gazeuse, notamment au niveau du colon droit sans obstacle avec parfois présence de l’air au niveau du rectum (signe majeur mais inconstant). </a:t>
            </a:r>
          </a:p>
          <a:p>
            <a:r>
              <a:rPr lang="fr-FR" altLang="en-US" dirty="0"/>
              <a:t>Le risque majeur est représenté par la perforation cæcale. </a:t>
            </a:r>
          </a:p>
          <a:p>
            <a:endParaRPr lang="fr-FR" dirty="0"/>
          </a:p>
        </p:txBody>
      </p:sp>
      <p:sp>
        <p:nvSpPr>
          <p:cNvPr id="4" name="Espace réservé du numéro de diapositive 3">
            <a:extLst>
              <a:ext uri="{FF2B5EF4-FFF2-40B4-BE49-F238E27FC236}">
                <a16:creationId xmlns:a16="http://schemas.microsoft.com/office/drawing/2014/main" id="{E64DC874-478A-2253-72E6-02A343341EB4}"/>
              </a:ext>
            </a:extLst>
          </p:cNvPr>
          <p:cNvSpPr>
            <a:spLocks noGrp="1"/>
          </p:cNvSpPr>
          <p:nvPr>
            <p:ph type="sldNum" sz="quarter" idx="5"/>
          </p:nvPr>
        </p:nvSpPr>
        <p:spPr/>
        <p:txBody>
          <a:bodyPr/>
          <a:lstStyle/>
          <a:p>
            <a:fld id="{21C45F87-54F9-4C2B-A85D-DF47A2E43059}" type="slidenum">
              <a:rPr lang="fr-FR" smtClean="0"/>
              <a:t>94</a:t>
            </a:fld>
            <a:endParaRPr lang="fr-FR"/>
          </a:p>
        </p:txBody>
      </p:sp>
    </p:spTree>
    <p:extLst>
      <p:ext uri="{BB962C8B-B14F-4D97-AF65-F5344CB8AC3E}">
        <p14:creationId xmlns:p14="http://schemas.microsoft.com/office/powerpoint/2010/main" val="36228099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ltLang="en-US" dirty="0">
                <a:sym typeface="+mn-ea"/>
              </a:rPr>
              <a:t>A-C-D</a:t>
            </a:r>
            <a:endParaRPr lang="fr-FR" altLang="en-US" dirty="0"/>
          </a:p>
          <a:p>
            <a:endParaRPr lang="fr-FR" altLang="en-US" dirty="0"/>
          </a:p>
          <a:p>
            <a:r>
              <a:rPr lang="fr-FR" altLang="en-US" dirty="0"/>
              <a:t>Les NHA sur l’ASP au cours d’une occlusion haute : </a:t>
            </a:r>
          </a:p>
          <a:p>
            <a:r>
              <a:rPr lang="fr-FR" altLang="en-US" dirty="0"/>
              <a:t>•Des NHA centraux plus larges que hauts (notamment en cas de bulles gazeuses). Ils sont souvent disposés selon un axe oblique en bas et à droite sur le cliché debout de face.  </a:t>
            </a:r>
          </a:p>
          <a:p>
            <a:r>
              <a:rPr lang="fr-FR" altLang="en-US" dirty="0"/>
              <a:t>•Au niveau des anses jéjunales, les NHA sont larges, disposées horizontalement au niveau de l’hypochondre gauche. Les plis intestinaux caractéristiques de l’intestin grêle sont appelés les valvules conniventes et se traduisent par de fines spires. Elles sont plus visibles et nombreuses en cas d’occlusion portant sur le jéjunum. </a:t>
            </a:r>
          </a:p>
          <a:p>
            <a:r>
              <a:rPr lang="fr-FR" altLang="en-US" dirty="0"/>
              <a:t>•Au niveau des anses iléales, les valvules conniventes sont rares ou absentes. Les NHA sont bas situés et disposés verticalement en se projettent sur le rachis, donnant par superposition des images en «marche d’escaliers».</a:t>
            </a:r>
          </a:p>
        </p:txBody>
      </p:sp>
      <p:sp>
        <p:nvSpPr>
          <p:cNvPr id="4" name="Espace réservé du numéro de diapositive 3"/>
          <p:cNvSpPr>
            <a:spLocks noGrp="1"/>
          </p:cNvSpPr>
          <p:nvPr>
            <p:ph type="sldNum" sz="quarter" idx="5"/>
          </p:nvPr>
        </p:nvSpPr>
        <p:spPr/>
        <p:txBody>
          <a:bodyPr/>
          <a:lstStyle/>
          <a:p>
            <a:fld id="{21C45F87-54F9-4C2B-A85D-DF47A2E43059}" type="slidenum">
              <a:rPr lang="fr-FR" smtClean="0"/>
              <a:t>95</a:t>
            </a:fld>
            <a:endParaRPr lang="fr-FR"/>
          </a:p>
        </p:txBody>
      </p:sp>
    </p:spTree>
    <p:extLst>
      <p:ext uri="{BB962C8B-B14F-4D97-AF65-F5344CB8AC3E}">
        <p14:creationId xmlns:p14="http://schemas.microsoft.com/office/powerpoint/2010/main" val="1932670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1B515-9094-A7B3-EDC2-C2E1C2962C8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6F1DADB-0F80-CC77-0420-1DFFFACEF71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2B330C9-B6E1-0292-B3A9-E98E6538144E}"/>
              </a:ext>
            </a:extLst>
          </p:cNvPr>
          <p:cNvSpPr>
            <a:spLocks noGrp="1"/>
          </p:cNvSpPr>
          <p:nvPr>
            <p:ph type="body" idx="1"/>
          </p:nvPr>
        </p:nvSpPr>
        <p:spPr/>
        <p:txBody>
          <a:bodyPr/>
          <a:lstStyle/>
          <a:p>
            <a:r>
              <a:rPr lang="fr-FR" altLang="en-US" dirty="0">
                <a:sym typeface="+mn-ea"/>
              </a:rPr>
              <a:t>A-C-D</a:t>
            </a:r>
            <a:endParaRPr lang="fr-FR" altLang="en-US" dirty="0"/>
          </a:p>
          <a:p>
            <a:endParaRPr lang="fr-FR" altLang="en-US" dirty="0"/>
          </a:p>
          <a:p>
            <a:r>
              <a:rPr lang="fr-FR" altLang="en-US" dirty="0"/>
              <a:t>Les NHA sur l’ASP au cours d’une occlusion haute : </a:t>
            </a:r>
          </a:p>
          <a:p>
            <a:r>
              <a:rPr lang="fr-FR" altLang="en-US" dirty="0"/>
              <a:t>•Des NHA centraux plus larges que hauts (notamment en cas de bulles gazeuses). Ils sont souvent disposés selon un axe oblique en bas et à droite sur le cliché debout de face.  </a:t>
            </a:r>
          </a:p>
          <a:p>
            <a:r>
              <a:rPr lang="fr-FR" altLang="en-US" dirty="0"/>
              <a:t>•Au niveau des anses jéjunales, les NHA sont larges, disposées horizontalement au niveau de l’hypochondre gauche. Les plis intestinaux caractéristiques de l’intestin grêle sont appelés les valvules conniventes et se traduisent par de fines spires. Elles sont plus visibles et nombreuses en cas d’occlusion portant sur le jéjunum. </a:t>
            </a:r>
          </a:p>
          <a:p>
            <a:r>
              <a:rPr lang="fr-FR" altLang="en-US" dirty="0"/>
              <a:t>•Au niveau des anses iléales, les valvules conniventes sont rares ou absentes. Les NHA sont bas situés et disposés verticalement en se projettent sur le rachis, donnant par superposition des images en «marche d’escaliers».</a:t>
            </a:r>
          </a:p>
        </p:txBody>
      </p:sp>
      <p:sp>
        <p:nvSpPr>
          <p:cNvPr id="4" name="Espace réservé du numéro de diapositive 3">
            <a:extLst>
              <a:ext uri="{FF2B5EF4-FFF2-40B4-BE49-F238E27FC236}">
                <a16:creationId xmlns:a16="http://schemas.microsoft.com/office/drawing/2014/main" id="{44281352-06BF-4D30-3935-A460AEE1E192}"/>
              </a:ext>
            </a:extLst>
          </p:cNvPr>
          <p:cNvSpPr>
            <a:spLocks noGrp="1"/>
          </p:cNvSpPr>
          <p:nvPr>
            <p:ph type="sldNum" sz="quarter" idx="5"/>
          </p:nvPr>
        </p:nvSpPr>
        <p:spPr/>
        <p:txBody>
          <a:bodyPr/>
          <a:lstStyle/>
          <a:p>
            <a:fld id="{21C45F87-54F9-4C2B-A85D-DF47A2E43059}" type="slidenum">
              <a:rPr lang="fr-FR" smtClean="0"/>
              <a:t>96</a:t>
            </a:fld>
            <a:endParaRPr lang="fr-FR"/>
          </a:p>
        </p:txBody>
      </p:sp>
    </p:spTree>
    <p:extLst>
      <p:ext uri="{BB962C8B-B14F-4D97-AF65-F5344CB8AC3E}">
        <p14:creationId xmlns:p14="http://schemas.microsoft.com/office/powerpoint/2010/main" val="135054080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ltLang="en-US" dirty="0"/>
              <a:t>A</a:t>
            </a:r>
          </a:p>
          <a:p>
            <a:endParaRPr lang="fr-FR" altLang="en-US" dirty="0"/>
          </a:p>
          <a:p>
            <a:r>
              <a:rPr lang="fr-FR" altLang="en-US" dirty="0"/>
              <a:t>un aspect tubulé avec disparition des haustrations coliques (</a:t>
            </a:r>
            <a:r>
              <a:rPr lang="fr-FR" altLang="en-US" dirty="0" err="1"/>
              <a:t>microcolie</a:t>
            </a:r>
            <a:r>
              <a:rPr lang="fr-FR" altLang="en-US" dirty="0"/>
              <a:t>).  </a:t>
            </a:r>
          </a:p>
          <a:p>
            <a:endParaRPr lang="fr-FR" dirty="0"/>
          </a:p>
        </p:txBody>
      </p:sp>
      <p:sp>
        <p:nvSpPr>
          <p:cNvPr id="4" name="Espace réservé du numéro de diapositive 3"/>
          <p:cNvSpPr>
            <a:spLocks noGrp="1"/>
          </p:cNvSpPr>
          <p:nvPr>
            <p:ph type="sldNum" sz="quarter" idx="5"/>
          </p:nvPr>
        </p:nvSpPr>
        <p:spPr/>
        <p:txBody>
          <a:bodyPr/>
          <a:lstStyle/>
          <a:p>
            <a:fld id="{21C45F87-54F9-4C2B-A85D-DF47A2E43059}" type="slidenum">
              <a:rPr lang="fr-FR" smtClean="0"/>
              <a:t>97</a:t>
            </a:fld>
            <a:endParaRPr lang="fr-FR"/>
          </a:p>
        </p:txBody>
      </p:sp>
    </p:spTree>
    <p:extLst>
      <p:ext uri="{BB962C8B-B14F-4D97-AF65-F5344CB8AC3E}">
        <p14:creationId xmlns:p14="http://schemas.microsoft.com/office/powerpoint/2010/main" val="22317493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33DF5-C2AA-1EBC-C7B3-BCE8C7E9913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32EBEE3-6ADA-5109-6D26-6F05571CB27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1DE0BBC-06FD-5ABC-726E-B56CC9C9E48D}"/>
              </a:ext>
            </a:extLst>
          </p:cNvPr>
          <p:cNvSpPr>
            <a:spLocks noGrp="1"/>
          </p:cNvSpPr>
          <p:nvPr>
            <p:ph type="body" idx="1"/>
          </p:nvPr>
        </p:nvSpPr>
        <p:spPr/>
        <p:txBody>
          <a:bodyPr/>
          <a:lstStyle/>
          <a:p>
            <a:r>
              <a:rPr lang="fr-FR" altLang="en-US" dirty="0"/>
              <a:t>A</a:t>
            </a:r>
          </a:p>
          <a:p>
            <a:endParaRPr lang="fr-FR" altLang="en-US" dirty="0"/>
          </a:p>
          <a:p>
            <a:r>
              <a:rPr lang="fr-FR" altLang="en-US" dirty="0"/>
              <a:t>un aspect tubulé avec disparition des haustrations coliques (</a:t>
            </a:r>
            <a:r>
              <a:rPr lang="fr-FR" altLang="en-US" dirty="0" err="1"/>
              <a:t>microcolie</a:t>
            </a:r>
            <a:r>
              <a:rPr lang="fr-FR" altLang="en-US" dirty="0"/>
              <a:t>).  </a:t>
            </a:r>
          </a:p>
          <a:p>
            <a:endParaRPr lang="fr-FR" dirty="0"/>
          </a:p>
        </p:txBody>
      </p:sp>
      <p:sp>
        <p:nvSpPr>
          <p:cNvPr id="4" name="Espace réservé du numéro de diapositive 3">
            <a:extLst>
              <a:ext uri="{FF2B5EF4-FFF2-40B4-BE49-F238E27FC236}">
                <a16:creationId xmlns:a16="http://schemas.microsoft.com/office/drawing/2014/main" id="{2D837DD3-A421-C3AB-DFA9-DA977130B77D}"/>
              </a:ext>
            </a:extLst>
          </p:cNvPr>
          <p:cNvSpPr>
            <a:spLocks noGrp="1"/>
          </p:cNvSpPr>
          <p:nvPr>
            <p:ph type="sldNum" sz="quarter" idx="5"/>
          </p:nvPr>
        </p:nvSpPr>
        <p:spPr/>
        <p:txBody>
          <a:bodyPr/>
          <a:lstStyle/>
          <a:p>
            <a:fld id="{21C45F87-54F9-4C2B-A85D-DF47A2E43059}" type="slidenum">
              <a:rPr lang="fr-FR" smtClean="0"/>
              <a:t>98</a:t>
            </a:fld>
            <a:endParaRPr lang="fr-FR"/>
          </a:p>
        </p:txBody>
      </p:sp>
    </p:spTree>
    <p:extLst>
      <p:ext uri="{BB962C8B-B14F-4D97-AF65-F5344CB8AC3E}">
        <p14:creationId xmlns:p14="http://schemas.microsoft.com/office/powerpoint/2010/main" val="35678516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F1D034-8154-92B5-668B-74FF86370960}"/>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1A7DE024-781F-A764-C027-6ABC915DCFF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BDF35F02-5871-FC8D-BD95-9295C5770464}"/>
              </a:ext>
            </a:extLst>
          </p:cNvPr>
          <p:cNvSpPr>
            <a:spLocks noGrp="1"/>
          </p:cNvSpPr>
          <p:nvPr>
            <p:ph type="dt" sz="half" idx="10"/>
          </p:nvPr>
        </p:nvSpPr>
        <p:spPr/>
        <p:txBody>
          <a:bodyPr/>
          <a:lstStyle/>
          <a:p>
            <a:fld id="{08151155-6971-4214-B623-D00C200C2F2C}" type="datetimeFigureOut">
              <a:rPr lang="fr-FR" smtClean="0"/>
              <a:t>13/10/2025</a:t>
            </a:fld>
            <a:endParaRPr lang="fr-FR"/>
          </a:p>
        </p:txBody>
      </p:sp>
      <p:sp>
        <p:nvSpPr>
          <p:cNvPr id="5" name="Espace réservé du pied de page 4">
            <a:extLst>
              <a:ext uri="{FF2B5EF4-FFF2-40B4-BE49-F238E27FC236}">
                <a16:creationId xmlns:a16="http://schemas.microsoft.com/office/drawing/2014/main" id="{D8ACD9A9-2DC0-E145-5637-A55B9C4C4D1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EA8CBAC-147E-3A28-8827-0AC6E1F704D9}"/>
              </a:ext>
            </a:extLst>
          </p:cNvPr>
          <p:cNvSpPr>
            <a:spLocks noGrp="1"/>
          </p:cNvSpPr>
          <p:nvPr>
            <p:ph type="sldNum" sz="quarter" idx="12"/>
          </p:nvPr>
        </p:nvSpPr>
        <p:spPr/>
        <p:txBody>
          <a:bodyPr/>
          <a:lstStyle/>
          <a:p>
            <a:fld id="{5CFAC97D-DEE9-4BA1-B26C-70F0EFAFB8E2}" type="slidenum">
              <a:rPr lang="fr-FR" smtClean="0"/>
              <a:t>‹N°›</a:t>
            </a:fld>
            <a:endParaRPr lang="fr-FR"/>
          </a:p>
        </p:txBody>
      </p:sp>
    </p:spTree>
    <p:extLst>
      <p:ext uri="{BB962C8B-B14F-4D97-AF65-F5344CB8AC3E}">
        <p14:creationId xmlns:p14="http://schemas.microsoft.com/office/powerpoint/2010/main" val="11347304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E6D285D-521B-0F1A-C1F1-E7261EF55C4A}"/>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419DCEA3-F651-9B26-6087-9259E94348F3}"/>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2FF03B7-1A45-1D09-6AFA-5975886B1D07}"/>
              </a:ext>
            </a:extLst>
          </p:cNvPr>
          <p:cNvSpPr>
            <a:spLocks noGrp="1"/>
          </p:cNvSpPr>
          <p:nvPr>
            <p:ph type="dt" sz="half" idx="10"/>
          </p:nvPr>
        </p:nvSpPr>
        <p:spPr/>
        <p:txBody>
          <a:bodyPr/>
          <a:lstStyle/>
          <a:p>
            <a:fld id="{08151155-6971-4214-B623-D00C200C2F2C}" type="datetimeFigureOut">
              <a:rPr lang="fr-FR" smtClean="0"/>
              <a:t>13/10/2025</a:t>
            </a:fld>
            <a:endParaRPr lang="fr-FR"/>
          </a:p>
        </p:txBody>
      </p:sp>
      <p:sp>
        <p:nvSpPr>
          <p:cNvPr id="5" name="Espace réservé du pied de page 4">
            <a:extLst>
              <a:ext uri="{FF2B5EF4-FFF2-40B4-BE49-F238E27FC236}">
                <a16:creationId xmlns:a16="http://schemas.microsoft.com/office/drawing/2014/main" id="{86A99319-3DA8-6E1A-1EA7-49926D5138A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815D89A-76C3-7277-BB69-B99E5E4F6A07}"/>
              </a:ext>
            </a:extLst>
          </p:cNvPr>
          <p:cNvSpPr>
            <a:spLocks noGrp="1"/>
          </p:cNvSpPr>
          <p:nvPr>
            <p:ph type="sldNum" sz="quarter" idx="12"/>
          </p:nvPr>
        </p:nvSpPr>
        <p:spPr/>
        <p:txBody>
          <a:bodyPr/>
          <a:lstStyle/>
          <a:p>
            <a:fld id="{5CFAC97D-DEE9-4BA1-B26C-70F0EFAFB8E2}" type="slidenum">
              <a:rPr lang="fr-FR" smtClean="0"/>
              <a:t>‹N°›</a:t>
            </a:fld>
            <a:endParaRPr lang="fr-FR"/>
          </a:p>
        </p:txBody>
      </p:sp>
    </p:spTree>
    <p:extLst>
      <p:ext uri="{BB962C8B-B14F-4D97-AF65-F5344CB8AC3E}">
        <p14:creationId xmlns:p14="http://schemas.microsoft.com/office/powerpoint/2010/main" val="2288886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1656B2F-07D6-9E62-178E-2491F648F503}"/>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DC356FA2-3007-945F-D793-E3587EF68B1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11039E66-03E5-B9C0-209B-1A3984021A4D}"/>
              </a:ext>
            </a:extLst>
          </p:cNvPr>
          <p:cNvSpPr>
            <a:spLocks noGrp="1"/>
          </p:cNvSpPr>
          <p:nvPr>
            <p:ph type="dt" sz="half" idx="10"/>
          </p:nvPr>
        </p:nvSpPr>
        <p:spPr/>
        <p:txBody>
          <a:bodyPr/>
          <a:lstStyle/>
          <a:p>
            <a:fld id="{08151155-6971-4214-B623-D00C200C2F2C}" type="datetimeFigureOut">
              <a:rPr lang="fr-FR" smtClean="0"/>
              <a:t>13/10/2025</a:t>
            </a:fld>
            <a:endParaRPr lang="fr-FR"/>
          </a:p>
        </p:txBody>
      </p:sp>
      <p:sp>
        <p:nvSpPr>
          <p:cNvPr id="5" name="Espace réservé du pied de page 4">
            <a:extLst>
              <a:ext uri="{FF2B5EF4-FFF2-40B4-BE49-F238E27FC236}">
                <a16:creationId xmlns:a16="http://schemas.microsoft.com/office/drawing/2014/main" id="{1D880027-6723-D637-7F20-FC6E6C3D09C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30C704D-D9C3-C2CC-08CB-C8E6FE7F3757}"/>
              </a:ext>
            </a:extLst>
          </p:cNvPr>
          <p:cNvSpPr>
            <a:spLocks noGrp="1"/>
          </p:cNvSpPr>
          <p:nvPr>
            <p:ph type="sldNum" sz="quarter" idx="12"/>
          </p:nvPr>
        </p:nvSpPr>
        <p:spPr/>
        <p:txBody>
          <a:bodyPr/>
          <a:lstStyle/>
          <a:p>
            <a:fld id="{5CFAC97D-DEE9-4BA1-B26C-70F0EFAFB8E2}" type="slidenum">
              <a:rPr lang="fr-FR" smtClean="0"/>
              <a:t>‹N°›</a:t>
            </a:fld>
            <a:endParaRPr lang="fr-FR"/>
          </a:p>
        </p:txBody>
      </p:sp>
    </p:spTree>
    <p:extLst>
      <p:ext uri="{BB962C8B-B14F-4D97-AF65-F5344CB8AC3E}">
        <p14:creationId xmlns:p14="http://schemas.microsoft.com/office/powerpoint/2010/main" val="14196500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4C6C3F-517A-FAD4-09A8-F96102F250FF}"/>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F8238340-6061-7161-4DA6-4FEA025539E9}"/>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1DAE762E-6E98-981F-DE00-B519C21384A6}"/>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2FADE55B-9CB2-8DF6-839B-4C2AD4D94934}"/>
              </a:ext>
            </a:extLst>
          </p:cNvPr>
          <p:cNvSpPr>
            <a:spLocks noGrp="1"/>
          </p:cNvSpPr>
          <p:nvPr>
            <p:ph type="dt" sz="half" idx="10"/>
          </p:nvPr>
        </p:nvSpPr>
        <p:spPr/>
        <p:txBody>
          <a:bodyPr/>
          <a:lstStyle/>
          <a:p>
            <a:fld id="{08151155-6971-4214-B623-D00C200C2F2C}" type="datetimeFigureOut">
              <a:rPr lang="fr-FR" smtClean="0"/>
              <a:t>13/10/2025</a:t>
            </a:fld>
            <a:endParaRPr lang="fr-FR"/>
          </a:p>
        </p:txBody>
      </p:sp>
      <p:sp>
        <p:nvSpPr>
          <p:cNvPr id="6" name="Espace réservé du pied de page 5">
            <a:extLst>
              <a:ext uri="{FF2B5EF4-FFF2-40B4-BE49-F238E27FC236}">
                <a16:creationId xmlns:a16="http://schemas.microsoft.com/office/drawing/2014/main" id="{3BACF86B-D024-4940-B706-6EABEE4BD420}"/>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78188525-D9D3-9314-EE8C-04B774F53F30}"/>
              </a:ext>
            </a:extLst>
          </p:cNvPr>
          <p:cNvSpPr>
            <a:spLocks noGrp="1"/>
          </p:cNvSpPr>
          <p:nvPr>
            <p:ph type="sldNum" sz="quarter" idx="12"/>
          </p:nvPr>
        </p:nvSpPr>
        <p:spPr/>
        <p:txBody>
          <a:bodyPr/>
          <a:lstStyle/>
          <a:p>
            <a:fld id="{5CFAC97D-DEE9-4BA1-B26C-70F0EFAFB8E2}" type="slidenum">
              <a:rPr lang="fr-FR" smtClean="0"/>
              <a:t>‹N°›</a:t>
            </a:fld>
            <a:endParaRPr lang="fr-FR"/>
          </a:p>
        </p:txBody>
      </p:sp>
    </p:spTree>
    <p:extLst>
      <p:ext uri="{BB962C8B-B14F-4D97-AF65-F5344CB8AC3E}">
        <p14:creationId xmlns:p14="http://schemas.microsoft.com/office/powerpoint/2010/main" val="17695808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29FD6D-2871-D3C5-519F-BF2FB57F36A4}"/>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36617997-98FB-022C-D9AB-1D20B078DA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70561845-1E61-9367-33BF-04CFAC728A36}"/>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4B9691AE-9267-A48C-4C26-69B9F3D936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8D05F34F-77DB-70F1-10AE-06F42D4E2F5F}"/>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FC5BF1D7-D1C7-D835-7C06-B1B178AFD7CC}"/>
              </a:ext>
            </a:extLst>
          </p:cNvPr>
          <p:cNvSpPr>
            <a:spLocks noGrp="1"/>
          </p:cNvSpPr>
          <p:nvPr>
            <p:ph type="dt" sz="half" idx="10"/>
          </p:nvPr>
        </p:nvSpPr>
        <p:spPr/>
        <p:txBody>
          <a:bodyPr/>
          <a:lstStyle/>
          <a:p>
            <a:fld id="{08151155-6971-4214-B623-D00C200C2F2C}" type="datetimeFigureOut">
              <a:rPr lang="fr-FR" smtClean="0"/>
              <a:t>13/10/2025</a:t>
            </a:fld>
            <a:endParaRPr lang="fr-FR"/>
          </a:p>
        </p:txBody>
      </p:sp>
      <p:sp>
        <p:nvSpPr>
          <p:cNvPr id="8" name="Espace réservé du pied de page 7">
            <a:extLst>
              <a:ext uri="{FF2B5EF4-FFF2-40B4-BE49-F238E27FC236}">
                <a16:creationId xmlns:a16="http://schemas.microsoft.com/office/drawing/2014/main" id="{A016263D-35B0-62CE-DF5F-E5A655922653}"/>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E1944A30-69A6-A75D-747D-398FCD39AFE5}"/>
              </a:ext>
            </a:extLst>
          </p:cNvPr>
          <p:cNvSpPr>
            <a:spLocks noGrp="1"/>
          </p:cNvSpPr>
          <p:nvPr>
            <p:ph type="sldNum" sz="quarter" idx="12"/>
          </p:nvPr>
        </p:nvSpPr>
        <p:spPr/>
        <p:txBody>
          <a:bodyPr/>
          <a:lstStyle/>
          <a:p>
            <a:fld id="{5CFAC97D-DEE9-4BA1-B26C-70F0EFAFB8E2}" type="slidenum">
              <a:rPr lang="fr-FR" smtClean="0"/>
              <a:t>‹N°›</a:t>
            </a:fld>
            <a:endParaRPr lang="fr-FR"/>
          </a:p>
        </p:txBody>
      </p:sp>
    </p:spTree>
    <p:extLst>
      <p:ext uri="{BB962C8B-B14F-4D97-AF65-F5344CB8AC3E}">
        <p14:creationId xmlns:p14="http://schemas.microsoft.com/office/powerpoint/2010/main" val="38916710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66F9503-734B-50BE-47F7-8B6989E0A3F0}"/>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2B384F00-4332-46A0-8C2C-5125BD5492AC}"/>
              </a:ext>
            </a:extLst>
          </p:cNvPr>
          <p:cNvSpPr>
            <a:spLocks noGrp="1"/>
          </p:cNvSpPr>
          <p:nvPr>
            <p:ph type="dt" sz="half" idx="10"/>
          </p:nvPr>
        </p:nvSpPr>
        <p:spPr/>
        <p:txBody>
          <a:bodyPr/>
          <a:lstStyle/>
          <a:p>
            <a:fld id="{08151155-6971-4214-B623-D00C200C2F2C}" type="datetimeFigureOut">
              <a:rPr lang="fr-FR" smtClean="0"/>
              <a:t>13/10/2025</a:t>
            </a:fld>
            <a:endParaRPr lang="fr-FR"/>
          </a:p>
        </p:txBody>
      </p:sp>
      <p:sp>
        <p:nvSpPr>
          <p:cNvPr id="4" name="Espace réservé du pied de page 3">
            <a:extLst>
              <a:ext uri="{FF2B5EF4-FFF2-40B4-BE49-F238E27FC236}">
                <a16:creationId xmlns:a16="http://schemas.microsoft.com/office/drawing/2014/main" id="{883623CE-3C8F-9B6D-0B43-EF504BD41A2C}"/>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E008C935-26A5-F8CC-12A9-3782D6E4F1E7}"/>
              </a:ext>
            </a:extLst>
          </p:cNvPr>
          <p:cNvSpPr>
            <a:spLocks noGrp="1"/>
          </p:cNvSpPr>
          <p:nvPr>
            <p:ph type="sldNum" sz="quarter" idx="12"/>
          </p:nvPr>
        </p:nvSpPr>
        <p:spPr/>
        <p:txBody>
          <a:bodyPr/>
          <a:lstStyle/>
          <a:p>
            <a:fld id="{5CFAC97D-DEE9-4BA1-B26C-70F0EFAFB8E2}" type="slidenum">
              <a:rPr lang="fr-FR" smtClean="0"/>
              <a:t>‹N°›</a:t>
            </a:fld>
            <a:endParaRPr lang="fr-FR"/>
          </a:p>
        </p:txBody>
      </p:sp>
    </p:spTree>
    <p:extLst>
      <p:ext uri="{BB962C8B-B14F-4D97-AF65-F5344CB8AC3E}">
        <p14:creationId xmlns:p14="http://schemas.microsoft.com/office/powerpoint/2010/main" val="19007192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3D52AB0B-69C5-350B-353E-6853116D6E81}"/>
              </a:ext>
            </a:extLst>
          </p:cNvPr>
          <p:cNvSpPr>
            <a:spLocks noGrp="1"/>
          </p:cNvSpPr>
          <p:nvPr>
            <p:ph type="dt" sz="half" idx="10"/>
          </p:nvPr>
        </p:nvSpPr>
        <p:spPr/>
        <p:txBody>
          <a:bodyPr/>
          <a:lstStyle/>
          <a:p>
            <a:fld id="{08151155-6971-4214-B623-D00C200C2F2C}" type="datetimeFigureOut">
              <a:rPr lang="fr-FR" smtClean="0"/>
              <a:t>13/10/2025</a:t>
            </a:fld>
            <a:endParaRPr lang="fr-FR"/>
          </a:p>
        </p:txBody>
      </p:sp>
      <p:sp>
        <p:nvSpPr>
          <p:cNvPr id="3" name="Espace réservé du pied de page 2">
            <a:extLst>
              <a:ext uri="{FF2B5EF4-FFF2-40B4-BE49-F238E27FC236}">
                <a16:creationId xmlns:a16="http://schemas.microsoft.com/office/drawing/2014/main" id="{E6CFC1B1-A34B-D5EA-E4B9-36AA5C5205E0}"/>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E08AA83C-8A99-8A53-23BD-6042C08AE522}"/>
              </a:ext>
            </a:extLst>
          </p:cNvPr>
          <p:cNvSpPr>
            <a:spLocks noGrp="1"/>
          </p:cNvSpPr>
          <p:nvPr>
            <p:ph type="sldNum" sz="quarter" idx="12"/>
          </p:nvPr>
        </p:nvSpPr>
        <p:spPr/>
        <p:txBody>
          <a:bodyPr/>
          <a:lstStyle/>
          <a:p>
            <a:fld id="{5CFAC97D-DEE9-4BA1-B26C-70F0EFAFB8E2}" type="slidenum">
              <a:rPr lang="fr-FR" smtClean="0"/>
              <a:t>‹N°›</a:t>
            </a:fld>
            <a:endParaRPr lang="fr-FR"/>
          </a:p>
        </p:txBody>
      </p:sp>
    </p:spTree>
    <p:extLst>
      <p:ext uri="{BB962C8B-B14F-4D97-AF65-F5344CB8AC3E}">
        <p14:creationId xmlns:p14="http://schemas.microsoft.com/office/powerpoint/2010/main" val="20614730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586F7EC-CF56-AF70-E64B-9109ED667791}"/>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A18FE54D-C1D3-B481-05B7-82C82BA089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D9A80A02-121A-D901-A89A-8EF07E45B0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321DB3A1-BD94-49F3-01A9-8B32E74A7DEB}"/>
              </a:ext>
            </a:extLst>
          </p:cNvPr>
          <p:cNvSpPr>
            <a:spLocks noGrp="1"/>
          </p:cNvSpPr>
          <p:nvPr>
            <p:ph type="dt" sz="half" idx="10"/>
          </p:nvPr>
        </p:nvSpPr>
        <p:spPr/>
        <p:txBody>
          <a:bodyPr/>
          <a:lstStyle/>
          <a:p>
            <a:fld id="{08151155-6971-4214-B623-D00C200C2F2C}" type="datetimeFigureOut">
              <a:rPr lang="fr-FR" smtClean="0"/>
              <a:t>13/10/2025</a:t>
            </a:fld>
            <a:endParaRPr lang="fr-FR"/>
          </a:p>
        </p:txBody>
      </p:sp>
      <p:sp>
        <p:nvSpPr>
          <p:cNvPr id="6" name="Espace réservé du pied de page 5">
            <a:extLst>
              <a:ext uri="{FF2B5EF4-FFF2-40B4-BE49-F238E27FC236}">
                <a16:creationId xmlns:a16="http://schemas.microsoft.com/office/drawing/2014/main" id="{291E4814-5E37-593D-D180-007B97547F84}"/>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A7DBA9C5-EC7B-763B-E26A-963FF1BB0D86}"/>
              </a:ext>
            </a:extLst>
          </p:cNvPr>
          <p:cNvSpPr>
            <a:spLocks noGrp="1"/>
          </p:cNvSpPr>
          <p:nvPr>
            <p:ph type="sldNum" sz="quarter" idx="12"/>
          </p:nvPr>
        </p:nvSpPr>
        <p:spPr/>
        <p:txBody>
          <a:bodyPr/>
          <a:lstStyle/>
          <a:p>
            <a:fld id="{5CFAC97D-DEE9-4BA1-B26C-70F0EFAFB8E2}" type="slidenum">
              <a:rPr lang="fr-FR" smtClean="0"/>
              <a:t>‹N°›</a:t>
            </a:fld>
            <a:endParaRPr lang="fr-FR"/>
          </a:p>
        </p:txBody>
      </p:sp>
    </p:spTree>
    <p:extLst>
      <p:ext uri="{BB962C8B-B14F-4D97-AF65-F5344CB8AC3E}">
        <p14:creationId xmlns:p14="http://schemas.microsoft.com/office/powerpoint/2010/main" val="38767756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EBB5100-4F2F-1CEC-81AC-1AE32C92F022}"/>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E6CA2F28-35BD-2D46-456B-FC03CD4942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A1669E32-F7B7-600A-4853-D6C21EC0C5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12383BB-A48F-475B-693E-67DD6D1D8E2B}"/>
              </a:ext>
            </a:extLst>
          </p:cNvPr>
          <p:cNvSpPr>
            <a:spLocks noGrp="1"/>
          </p:cNvSpPr>
          <p:nvPr>
            <p:ph type="dt" sz="half" idx="10"/>
          </p:nvPr>
        </p:nvSpPr>
        <p:spPr/>
        <p:txBody>
          <a:bodyPr/>
          <a:lstStyle/>
          <a:p>
            <a:fld id="{08151155-6971-4214-B623-D00C200C2F2C}" type="datetimeFigureOut">
              <a:rPr lang="fr-FR" smtClean="0"/>
              <a:t>13/10/2025</a:t>
            </a:fld>
            <a:endParaRPr lang="fr-FR"/>
          </a:p>
        </p:txBody>
      </p:sp>
      <p:sp>
        <p:nvSpPr>
          <p:cNvPr id="6" name="Espace réservé du pied de page 5">
            <a:extLst>
              <a:ext uri="{FF2B5EF4-FFF2-40B4-BE49-F238E27FC236}">
                <a16:creationId xmlns:a16="http://schemas.microsoft.com/office/drawing/2014/main" id="{9571B41E-BA97-2C81-ADFA-7E4380D164A2}"/>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2892840-ACD1-D8AD-FC09-4C3EC17EBFA8}"/>
              </a:ext>
            </a:extLst>
          </p:cNvPr>
          <p:cNvSpPr>
            <a:spLocks noGrp="1"/>
          </p:cNvSpPr>
          <p:nvPr>
            <p:ph type="sldNum" sz="quarter" idx="12"/>
          </p:nvPr>
        </p:nvSpPr>
        <p:spPr/>
        <p:txBody>
          <a:bodyPr/>
          <a:lstStyle/>
          <a:p>
            <a:fld id="{5CFAC97D-DEE9-4BA1-B26C-70F0EFAFB8E2}" type="slidenum">
              <a:rPr lang="fr-FR" smtClean="0"/>
              <a:t>‹N°›</a:t>
            </a:fld>
            <a:endParaRPr lang="fr-FR"/>
          </a:p>
        </p:txBody>
      </p:sp>
    </p:spTree>
    <p:extLst>
      <p:ext uri="{BB962C8B-B14F-4D97-AF65-F5344CB8AC3E}">
        <p14:creationId xmlns:p14="http://schemas.microsoft.com/office/powerpoint/2010/main" val="36275868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A277A71-53AD-4905-2653-98F08D5E0723}"/>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4889438B-418A-949C-313D-22BB465C842C}"/>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C795BAC-4359-D93A-6BF6-B9D55DB4F2BE}"/>
              </a:ext>
            </a:extLst>
          </p:cNvPr>
          <p:cNvSpPr>
            <a:spLocks noGrp="1"/>
          </p:cNvSpPr>
          <p:nvPr>
            <p:ph type="dt" sz="half" idx="10"/>
          </p:nvPr>
        </p:nvSpPr>
        <p:spPr/>
        <p:txBody>
          <a:bodyPr/>
          <a:lstStyle/>
          <a:p>
            <a:fld id="{08151155-6971-4214-B623-D00C200C2F2C}" type="datetimeFigureOut">
              <a:rPr lang="fr-FR" smtClean="0"/>
              <a:t>13/10/2025</a:t>
            </a:fld>
            <a:endParaRPr lang="fr-FR"/>
          </a:p>
        </p:txBody>
      </p:sp>
      <p:sp>
        <p:nvSpPr>
          <p:cNvPr id="5" name="Espace réservé du pied de page 4">
            <a:extLst>
              <a:ext uri="{FF2B5EF4-FFF2-40B4-BE49-F238E27FC236}">
                <a16:creationId xmlns:a16="http://schemas.microsoft.com/office/drawing/2014/main" id="{7094D4EF-6814-5A9F-0C2D-BDC0F666BF3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002F8DF-1C0B-EDA8-C42B-C7C29C94EC2C}"/>
              </a:ext>
            </a:extLst>
          </p:cNvPr>
          <p:cNvSpPr>
            <a:spLocks noGrp="1"/>
          </p:cNvSpPr>
          <p:nvPr>
            <p:ph type="sldNum" sz="quarter" idx="12"/>
          </p:nvPr>
        </p:nvSpPr>
        <p:spPr/>
        <p:txBody>
          <a:bodyPr/>
          <a:lstStyle/>
          <a:p>
            <a:fld id="{5CFAC97D-DEE9-4BA1-B26C-70F0EFAFB8E2}" type="slidenum">
              <a:rPr lang="fr-FR" smtClean="0"/>
              <a:t>‹N°›</a:t>
            </a:fld>
            <a:endParaRPr lang="fr-FR"/>
          </a:p>
        </p:txBody>
      </p:sp>
    </p:spTree>
    <p:extLst>
      <p:ext uri="{BB962C8B-B14F-4D97-AF65-F5344CB8AC3E}">
        <p14:creationId xmlns:p14="http://schemas.microsoft.com/office/powerpoint/2010/main" val="21124566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CF595B16-D70F-BE17-F450-292F6B78EB54}"/>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A54631D6-A8CF-33A2-8E73-F7104A5CD5A4}"/>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C5F323D-12A0-B8B4-B587-114B8AE2854B}"/>
              </a:ext>
            </a:extLst>
          </p:cNvPr>
          <p:cNvSpPr>
            <a:spLocks noGrp="1"/>
          </p:cNvSpPr>
          <p:nvPr>
            <p:ph type="dt" sz="half" idx="10"/>
          </p:nvPr>
        </p:nvSpPr>
        <p:spPr/>
        <p:txBody>
          <a:bodyPr/>
          <a:lstStyle/>
          <a:p>
            <a:fld id="{08151155-6971-4214-B623-D00C200C2F2C}" type="datetimeFigureOut">
              <a:rPr lang="fr-FR" smtClean="0"/>
              <a:t>13/10/2025</a:t>
            </a:fld>
            <a:endParaRPr lang="fr-FR"/>
          </a:p>
        </p:txBody>
      </p:sp>
      <p:sp>
        <p:nvSpPr>
          <p:cNvPr id="5" name="Espace réservé du pied de page 4">
            <a:extLst>
              <a:ext uri="{FF2B5EF4-FFF2-40B4-BE49-F238E27FC236}">
                <a16:creationId xmlns:a16="http://schemas.microsoft.com/office/drawing/2014/main" id="{D772A869-8B59-5A07-A2E9-3C4E42E6FD5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AEDE717-B8A0-DA8B-EEB7-6613B3C8404A}"/>
              </a:ext>
            </a:extLst>
          </p:cNvPr>
          <p:cNvSpPr>
            <a:spLocks noGrp="1"/>
          </p:cNvSpPr>
          <p:nvPr>
            <p:ph type="sldNum" sz="quarter" idx="12"/>
          </p:nvPr>
        </p:nvSpPr>
        <p:spPr/>
        <p:txBody>
          <a:bodyPr/>
          <a:lstStyle/>
          <a:p>
            <a:fld id="{5CFAC97D-DEE9-4BA1-B26C-70F0EFAFB8E2}" type="slidenum">
              <a:rPr lang="fr-FR" smtClean="0"/>
              <a:t>‹N°›</a:t>
            </a:fld>
            <a:endParaRPr lang="fr-FR"/>
          </a:p>
        </p:txBody>
      </p:sp>
    </p:spTree>
    <p:extLst>
      <p:ext uri="{BB962C8B-B14F-4D97-AF65-F5344CB8AC3E}">
        <p14:creationId xmlns:p14="http://schemas.microsoft.com/office/powerpoint/2010/main" val="16740130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68728941-AD9F-3896-BC03-9C775B641D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56BDF910-DB70-7713-0BE2-83E7B0F7F3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5DDFC4F-8EFD-1282-EB22-C3A67B5913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8151155-6971-4214-B623-D00C200C2F2C}" type="datetimeFigureOut">
              <a:rPr lang="fr-FR" smtClean="0"/>
              <a:t>13/10/2025</a:t>
            </a:fld>
            <a:endParaRPr lang="fr-FR"/>
          </a:p>
        </p:txBody>
      </p:sp>
      <p:sp>
        <p:nvSpPr>
          <p:cNvPr id="5" name="Espace réservé du pied de page 4">
            <a:extLst>
              <a:ext uri="{FF2B5EF4-FFF2-40B4-BE49-F238E27FC236}">
                <a16:creationId xmlns:a16="http://schemas.microsoft.com/office/drawing/2014/main" id="{EDCBFA2B-C811-F278-1176-409F58757B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7AE3659D-E9E0-5CD6-626A-4EEA721125C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CFAC97D-DEE9-4BA1-B26C-70F0EFAFB8E2}" type="slidenum">
              <a:rPr lang="fr-FR" smtClean="0"/>
              <a:t>‹N°›</a:t>
            </a:fld>
            <a:endParaRPr lang="fr-FR"/>
          </a:p>
        </p:txBody>
      </p:sp>
    </p:spTree>
    <p:extLst>
      <p:ext uri="{BB962C8B-B14F-4D97-AF65-F5344CB8AC3E}">
        <p14:creationId xmlns:p14="http://schemas.microsoft.com/office/powerpoint/2010/main" val="36911519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E6A78-A49D-73C9-E85C-83C0CC4FFAC8}"/>
            </a:ext>
          </a:extLst>
        </p:cNvPr>
        <p:cNvGrpSpPr/>
        <p:nvPr/>
      </p:nvGrpSpPr>
      <p:grpSpPr>
        <a:xfrm>
          <a:off x="0" y="0"/>
          <a:ext cx="0" cy="0"/>
          <a:chOff x="0" y="0"/>
          <a:chExt cx="0" cy="0"/>
        </a:xfrm>
      </p:grpSpPr>
      <p:pic>
        <p:nvPicPr>
          <p:cNvPr id="1026" name="Picture 2" descr="FMS - Authentification">
            <a:extLst>
              <a:ext uri="{FF2B5EF4-FFF2-40B4-BE49-F238E27FC236}">
                <a16:creationId xmlns:a16="http://schemas.microsoft.com/office/drawing/2014/main" id="{CF562570-6DFB-32CC-680C-2034D406F46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7628" t="4638" r="22777" b="12042"/>
          <a:stretch>
            <a:fillRect/>
          </a:stretch>
        </p:blipFill>
        <p:spPr bwMode="auto">
          <a:xfrm>
            <a:off x="4921315" y="770041"/>
            <a:ext cx="2199166" cy="2172695"/>
          </a:xfrm>
          <a:prstGeom prst="rect">
            <a:avLst/>
          </a:prstGeom>
          <a:noFill/>
          <a:extLst>
            <a:ext uri="{909E8E84-426E-40DD-AFC4-6F175D3DCCD1}">
              <a14:hiddenFill xmlns:a14="http://schemas.microsoft.com/office/drawing/2010/main">
                <a:solidFill>
                  <a:srgbClr val="FFFFFF"/>
                </a:solidFill>
              </a14:hiddenFill>
            </a:ext>
          </a:extLst>
        </p:spPr>
      </p:pic>
      <p:sp>
        <p:nvSpPr>
          <p:cNvPr id="8" name="ZoneTexte 7">
            <a:extLst>
              <a:ext uri="{FF2B5EF4-FFF2-40B4-BE49-F238E27FC236}">
                <a16:creationId xmlns:a16="http://schemas.microsoft.com/office/drawing/2014/main" id="{702BF6AB-88C3-DC20-4A08-D7617F0963CB}"/>
              </a:ext>
            </a:extLst>
          </p:cNvPr>
          <p:cNvSpPr txBox="1"/>
          <p:nvPr/>
        </p:nvSpPr>
        <p:spPr>
          <a:xfrm>
            <a:off x="1552110" y="2942736"/>
            <a:ext cx="8937575" cy="923330"/>
          </a:xfrm>
          <a:prstGeom prst="rect">
            <a:avLst/>
          </a:prstGeom>
          <a:noFill/>
        </p:spPr>
        <p:txBody>
          <a:bodyPr wrap="none" rtlCol="0">
            <a:spAutoFit/>
          </a:bodyPr>
          <a:lstStyle/>
          <a:p>
            <a:r>
              <a:rPr lang="fr-FR" sz="5400" b="1" dirty="0">
                <a:latin typeface="Calibri" panose="020F0502020204030204" pitchFamily="34" charset="0"/>
                <a:ea typeface="Calibri" panose="020F0502020204030204" pitchFamily="34" charset="0"/>
                <a:cs typeface="Calibri" panose="020F0502020204030204" pitchFamily="34" charset="0"/>
              </a:rPr>
              <a:t>Occlusions intestinales aigües</a:t>
            </a:r>
          </a:p>
        </p:txBody>
      </p:sp>
      <p:sp>
        <p:nvSpPr>
          <p:cNvPr id="2" name="ZoneTexte 1">
            <a:extLst>
              <a:ext uri="{FF2B5EF4-FFF2-40B4-BE49-F238E27FC236}">
                <a16:creationId xmlns:a16="http://schemas.microsoft.com/office/drawing/2014/main" id="{C214E06A-BD35-775C-D474-C0E92433EBFB}"/>
              </a:ext>
            </a:extLst>
          </p:cNvPr>
          <p:cNvSpPr txBox="1"/>
          <p:nvPr/>
        </p:nvSpPr>
        <p:spPr>
          <a:xfrm>
            <a:off x="4630374" y="4681814"/>
            <a:ext cx="2931252" cy="523220"/>
          </a:xfrm>
          <a:prstGeom prst="rect">
            <a:avLst/>
          </a:prstGeom>
          <a:noFill/>
        </p:spPr>
        <p:txBody>
          <a:bodyPr wrap="none" rtlCol="0">
            <a:spAutoFit/>
          </a:bodyPr>
          <a:lstStyle/>
          <a:p>
            <a:r>
              <a:rPr lang="fr-FR" sz="2800" dirty="0" err="1">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rPr>
              <a:t>Nozha</a:t>
            </a:r>
            <a:r>
              <a:rPr lang="fr-FR" sz="2800" dirty="0">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rPr>
              <a:t> </a:t>
            </a:r>
            <a:r>
              <a:rPr lang="fr-FR" sz="2800" dirty="0" err="1">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rPr>
              <a:t>Toumi</a:t>
            </a:r>
            <a:r>
              <a:rPr lang="fr-FR" sz="2800" dirty="0">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rPr>
              <a:t> </a:t>
            </a:r>
            <a:r>
              <a:rPr lang="fr-FR" sz="2800" dirty="0" err="1">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rPr>
              <a:t>Kallel</a:t>
            </a:r>
            <a:endParaRPr lang="fr-FR" sz="2800" dirty="0">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3" name="ZoneTexte 2">
            <a:extLst>
              <a:ext uri="{FF2B5EF4-FFF2-40B4-BE49-F238E27FC236}">
                <a16:creationId xmlns:a16="http://schemas.microsoft.com/office/drawing/2014/main" id="{110F74F0-997E-C844-5BAE-160BEED4AE5B}"/>
              </a:ext>
            </a:extLst>
          </p:cNvPr>
          <p:cNvSpPr txBox="1"/>
          <p:nvPr/>
        </p:nvSpPr>
        <p:spPr>
          <a:xfrm>
            <a:off x="2388842" y="5564739"/>
            <a:ext cx="7609134" cy="523220"/>
          </a:xfrm>
          <a:prstGeom prst="rect">
            <a:avLst/>
          </a:prstGeom>
          <a:noFill/>
        </p:spPr>
        <p:txBody>
          <a:bodyPr wrap="none" rtlCol="0">
            <a:spAutoFit/>
          </a:bodyPr>
          <a:lstStyle/>
          <a:p>
            <a:r>
              <a:rPr lang="fr-FR" sz="2800" dirty="0" err="1">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rPr>
              <a:t>Pr.Ag.Imagerie</a:t>
            </a:r>
            <a:r>
              <a:rPr lang="fr-FR" sz="2800" dirty="0">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rPr>
              <a:t> médicale CHU Habib Bourguiba Sfax</a:t>
            </a:r>
          </a:p>
        </p:txBody>
      </p:sp>
    </p:spTree>
    <p:extLst>
      <p:ext uri="{BB962C8B-B14F-4D97-AF65-F5344CB8AC3E}">
        <p14:creationId xmlns:p14="http://schemas.microsoft.com/office/powerpoint/2010/main" val="9205088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E8C6369-E9D3-E7DA-2CF7-D518238AC2AB}"/>
              </a:ext>
            </a:extLst>
          </p:cNvPr>
          <p:cNvSpPr>
            <a:spLocks noGrp="1"/>
          </p:cNvSpPr>
          <p:nvPr>
            <p:ph type="title"/>
          </p:nvPr>
        </p:nvSpPr>
        <p:spPr/>
        <p:txBody>
          <a:bodyPr/>
          <a:lstStyle/>
          <a:p>
            <a:r>
              <a:rPr lang="fr-FR" dirty="0">
                <a:latin typeface="Arial" panose="020B0604020202020204" pitchFamily="34" charset="0"/>
                <a:cs typeface="Arial" panose="020B0604020202020204" pitchFamily="34" charset="0"/>
              </a:rPr>
              <a:t>Occlusions intestinales aigües</a:t>
            </a:r>
          </a:p>
        </p:txBody>
      </p:sp>
      <p:sp>
        <p:nvSpPr>
          <p:cNvPr id="7" name="Titre 1">
            <a:extLst>
              <a:ext uri="{FF2B5EF4-FFF2-40B4-BE49-F238E27FC236}">
                <a16:creationId xmlns:a16="http://schemas.microsoft.com/office/drawing/2014/main" id="{40F18F03-587E-F0D4-2787-0A64A5930C2B}"/>
              </a:ext>
            </a:extLst>
          </p:cNvPr>
          <p:cNvSpPr txBox="1">
            <a:spLocks/>
          </p:cNvSpPr>
          <p:nvPr/>
        </p:nvSpPr>
        <p:spPr>
          <a:xfrm>
            <a:off x="585640" y="2551646"/>
            <a:ext cx="11020720" cy="3170424"/>
          </a:xfrm>
          <a:prstGeom prst="rect">
            <a:avLst/>
          </a:prstGeom>
          <a:ln w="19050">
            <a:solidFill>
              <a:schemeClr val="tx1"/>
            </a:solidFill>
          </a:ln>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263525" indent="-263525">
              <a:lnSpc>
                <a:spcPct val="110000"/>
              </a:lnSpc>
              <a:spcAft>
                <a:spcPts val="1200"/>
              </a:spcAft>
              <a:tabLst>
                <a:tab pos="263525" algn="l"/>
              </a:tabLst>
            </a:pPr>
            <a:r>
              <a:rPr lang="fr-FR" sz="2800" b="1" dirty="0">
                <a:latin typeface="Times New Roman" panose="02020603050405020304" pitchFamily="18" charset="0"/>
                <a:cs typeface="Times New Roman" panose="02020603050405020304" pitchFamily="18" charset="0"/>
              </a:rPr>
              <a:t>Objectifs :</a:t>
            </a:r>
          </a:p>
          <a:p>
            <a:pPr marL="263525" indent="-263525">
              <a:lnSpc>
                <a:spcPct val="110000"/>
              </a:lnSpc>
              <a:spcAft>
                <a:spcPts val="1200"/>
              </a:spcAft>
              <a:tabLst>
                <a:tab pos="263525" algn="l"/>
              </a:tabLst>
            </a:pPr>
            <a:r>
              <a:rPr lang="fr-FR" sz="2800" b="1" dirty="0">
                <a:latin typeface="Times New Roman" panose="02020603050405020304" pitchFamily="18" charset="0"/>
                <a:cs typeface="Times New Roman" panose="02020603050405020304" pitchFamily="18" charset="0"/>
              </a:rPr>
              <a:t>4. </a:t>
            </a:r>
            <a:r>
              <a:rPr lang="fr-FR" sz="2800" dirty="0">
                <a:latin typeface="Times New Roman" panose="02020603050405020304" pitchFamily="18" charset="0"/>
                <a:cs typeface="Times New Roman" panose="02020603050405020304" pitchFamily="18" charset="0"/>
              </a:rPr>
              <a:t>Établir le diagnostic positif d’une occlusion intestinale aigüe à partir des données de l’examen clinique et de la radiographie de l’abdomen sans préparation.</a:t>
            </a:r>
          </a:p>
          <a:p>
            <a:pPr marL="263525" indent="-263525">
              <a:lnSpc>
                <a:spcPct val="110000"/>
              </a:lnSpc>
              <a:spcAft>
                <a:spcPts val="1200"/>
              </a:spcAft>
            </a:pPr>
            <a:r>
              <a:rPr lang="fr-FR" sz="2800" b="1" dirty="0">
                <a:latin typeface="Times New Roman" panose="02020603050405020304" pitchFamily="18" charset="0"/>
                <a:cs typeface="Times New Roman" panose="02020603050405020304" pitchFamily="18" charset="0"/>
              </a:rPr>
              <a:t>5. </a:t>
            </a:r>
            <a:r>
              <a:rPr lang="fr-FR" sz="2800" dirty="0">
                <a:latin typeface="Times New Roman" panose="02020603050405020304" pitchFamily="18" charset="0"/>
                <a:cs typeface="Times New Roman" panose="02020603050405020304" pitchFamily="18" charset="0"/>
              </a:rPr>
              <a:t>Reconnaître à partir des données de l’examen clinique, des examens paracliniques et du terrain, les signes de gravité d’une occlusion intestinale aigüe.</a:t>
            </a:r>
          </a:p>
          <a:p>
            <a:pPr marL="263525" indent="-263525">
              <a:lnSpc>
                <a:spcPct val="110000"/>
              </a:lnSpc>
              <a:spcAft>
                <a:spcPts val="1200"/>
              </a:spcAft>
            </a:pPr>
            <a:r>
              <a:rPr lang="fr-FR" sz="2800" b="1" dirty="0">
                <a:latin typeface="Times New Roman" panose="02020603050405020304" pitchFamily="18" charset="0"/>
                <a:cs typeface="Times New Roman" panose="02020603050405020304" pitchFamily="18" charset="0"/>
              </a:rPr>
              <a:t>6. </a:t>
            </a:r>
            <a:r>
              <a:rPr lang="fr-FR" sz="2800" dirty="0">
                <a:latin typeface="Times New Roman" panose="02020603050405020304" pitchFamily="18" charset="0"/>
                <a:cs typeface="Times New Roman" panose="02020603050405020304" pitchFamily="18" charset="0"/>
              </a:rPr>
              <a:t>Réunir les éléments cliniques et paracliniques permettant d’identifier le niveau, le mécanisme et l’étiologie de l’occlusion intestinale aigüe.</a:t>
            </a:r>
          </a:p>
        </p:txBody>
      </p:sp>
    </p:spTree>
    <p:extLst>
      <p:ext uri="{BB962C8B-B14F-4D97-AF65-F5344CB8AC3E}">
        <p14:creationId xmlns:p14="http://schemas.microsoft.com/office/powerpoint/2010/main" val="1877302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AD047E1-CEE5-64B0-1062-FAB02B5D9C04}"/>
              </a:ext>
            </a:extLst>
          </p:cNvPr>
          <p:cNvSpPr>
            <a:spLocks noGrp="1"/>
          </p:cNvSpPr>
          <p:nvPr>
            <p:ph type="title"/>
          </p:nvPr>
        </p:nvSpPr>
        <p:spPr>
          <a:solidFill>
            <a:schemeClr val="tx1"/>
          </a:solidFill>
        </p:spPr>
        <p:txBody>
          <a:bodyPr>
            <a:normAutofit/>
          </a:bodyPr>
          <a:lstStyle/>
          <a:p>
            <a:pPr algn="ctr"/>
            <a:r>
              <a:rPr lang="fr-FR" sz="4800" b="1" dirty="0">
                <a:ln w="22225">
                  <a:solidFill>
                    <a:schemeClr val="accent2"/>
                  </a:solidFill>
                  <a:prstDash val="solid"/>
                </a:ln>
                <a:solidFill>
                  <a:schemeClr val="accent2">
                    <a:lumMod val="40000"/>
                    <a:lumOff val="60000"/>
                  </a:schemeClr>
                </a:solidFill>
                <a:latin typeface="Calibri" panose="020F0502020204030204" pitchFamily="34" charset="0"/>
                <a:ea typeface="Calibri" panose="020F0502020204030204" pitchFamily="34" charset="0"/>
                <a:cs typeface="Calibri" panose="020F0502020204030204" pitchFamily="34" charset="0"/>
              </a:rPr>
              <a:t>ASP : DIAGNOSTIC POSITIF</a:t>
            </a:r>
          </a:p>
        </p:txBody>
      </p:sp>
      <p:sp>
        <p:nvSpPr>
          <p:cNvPr id="3" name="Espace réservé du contenu 2">
            <a:extLst>
              <a:ext uri="{FF2B5EF4-FFF2-40B4-BE49-F238E27FC236}">
                <a16:creationId xmlns:a16="http://schemas.microsoft.com/office/drawing/2014/main" id="{249B8E0F-B8BF-7850-68C4-F18928A32B68}"/>
              </a:ext>
            </a:extLst>
          </p:cNvPr>
          <p:cNvSpPr>
            <a:spLocks noGrp="1"/>
          </p:cNvSpPr>
          <p:nvPr>
            <p:ph idx="1"/>
          </p:nvPr>
        </p:nvSpPr>
        <p:spPr>
          <a:xfrm>
            <a:off x="838200" y="1825625"/>
            <a:ext cx="10515600" cy="1496695"/>
          </a:xfrm>
        </p:spPr>
        <p:txBody>
          <a:bodyPr/>
          <a:lstStyle/>
          <a:p>
            <a:r>
              <a:rPr lang="fr-FR" dirty="0">
                <a:latin typeface="Calibri" panose="020F0502020204030204" pitchFamily="34" charset="0"/>
                <a:ea typeface="Calibri" panose="020F0502020204030204" pitchFamily="34" charset="0"/>
                <a:cs typeface="Calibri" panose="020F0502020204030204" pitchFamily="34" charset="0"/>
              </a:rPr>
              <a:t>Sa place reste néanmoins encore importante (1er examen d’imagerie réclamé lors d’une suspicion d’OIA.</a:t>
            </a:r>
          </a:p>
          <a:p>
            <a:r>
              <a:rPr lang="fr-FR" dirty="0">
                <a:latin typeface="Calibri" panose="020F0502020204030204" pitchFamily="34" charset="0"/>
                <a:ea typeface="Calibri" panose="020F0502020204030204" pitchFamily="34" charset="0"/>
                <a:cs typeface="Calibri" panose="020F0502020204030204" pitchFamily="34" charset="0"/>
              </a:rPr>
              <a:t>Rendement diagnostique faible, estimé entre 50 et 65%.</a:t>
            </a:r>
          </a:p>
        </p:txBody>
      </p:sp>
      <p:sp>
        <p:nvSpPr>
          <p:cNvPr id="4" name="Espace réservé du contenu 2">
            <a:extLst>
              <a:ext uri="{FF2B5EF4-FFF2-40B4-BE49-F238E27FC236}">
                <a16:creationId xmlns:a16="http://schemas.microsoft.com/office/drawing/2014/main" id="{2E28CA50-9ABB-B3B3-AD24-218551A78543}"/>
              </a:ext>
            </a:extLst>
          </p:cNvPr>
          <p:cNvSpPr txBox="1">
            <a:spLocks/>
          </p:cNvSpPr>
          <p:nvPr/>
        </p:nvSpPr>
        <p:spPr>
          <a:xfrm>
            <a:off x="1478280" y="4721860"/>
            <a:ext cx="9677400" cy="17710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fr-FR" sz="2200" dirty="0">
                <a:latin typeface="Calibri" panose="020F0502020204030204" pitchFamily="34" charset="0"/>
                <a:ea typeface="Calibri" panose="020F0502020204030204" pitchFamily="34" charset="0"/>
                <a:cs typeface="Calibri" panose="020F0502020204030204" pitchFamily="34" charset="0"/>
              </a:rPr>
              <a:t>Cliché de face debout (Rx horizontal) et en Décubitus dorsal (Rayon vertical)++</a:t>
            </a:r>
          </a:p>
          <a:p>
            <a:pPr>
              <a:buFont typeface="Wingdings" panose="05000000000000000000" pitchFamily="2" charset="2"/>
              <a:buChar char="§"/>
            </a:pPr>
            <a:r>
              <a:rPr lang="fr-FR" sz="2200" dirty="0">
                <a:latin typeface="Calibri" panose="020F0502020204030204" pitchFamily="34" charset="0"/>
                <a:ea typeface="Calibri" panose="020F0502020204030204" pitchFamily="34" charset="0"/>
                <a:cs typeface="Calibri" panose="020F0502020204030204" pitchFamily="34" charset="0"/>
              </a:rPr>
              <a:t>Cliché centré sur les coupoles diaphragmatiques (pneumopéritoine++)</a:t>
            </a:r>
          </a:p>
          <a:p>
            <a:pPr>
              <a:buFont typeface="Wingdings" panose="05000000000000000000" pitchFamily="2" charset="2"/>
              <a:buChar char="§"/>
            </a:pPr>
            <a:r>
              <a:rPr lang="fr-FR" sz="2200" dirty="0">
                <a:latin typeface="Calibri" panose="020F0502020204030204" pitchFamily="34" charset="0"/>
                <a:ea typeface="Calibri" panose="020F0502020204030204" pitchFamily="34" charset="0"/>
                <a:cs typeface="Calibri" panose="020F0502020204030204" pitchFamily="34" charset="0"/>
              </a:rPr>
              <a:t>Ou cliché en décubitus latéral gauche avec rayon directeur horizontal</a:t>
            </a:r>
          </a:p>
          <a:p>
            <a:pPr marL="0" indent="0" algn="r">
              <a:buNone/>
            </a:pPr>
            <a:r>
              <a:rPr lang="fr-FR" sz="2200" b="1" dirty="0">
                <a:latin typeface="Calibri" panose="020F0502020204030204" pitchFamily="34" charset="0"/>
                <a:ea typeface="Calibri" panose="020F0502020204030204" pitchFamily="34" charset="0"/>
                <a:cs typeface="Calibri" panose="020F0502020204030204" pitchFamily="34" charset="0"/>
              </a:rPr>
              <a:t>Cliché grand format +++</a:t>
            </a:r>
          </a:p>
        </p:txBody>
      </p:sp>
      <p:sp>
        <p:nvSpPr>
          <p:cNvPr id="6" name="ZoneTexte 5">
            <a:extLst>
              <a:ext uri="{FF2B5EF4-FFF2-40B4-BE49-F238E27FC236}">
                <a16:creationId xmlns:a16="http://schemas.microsoft.com/office/drawing/2014/main" id="{A5D726F7-FC3F-837E-0E8E-9010C7EFB6E4}"/>
              </a:ext>
            </a:extLst>
          </p:cNvPr>
          <p:cNvSpPr txBox="1"/>
          <p:nvPr/>
        </p:nvSpPr>
        <p:spPr>
          <a:xfrm>
            <a:off x="1371600" y="4082534"/>
            <a:ext cx="2636520" cy="461665"/>
          </a:xfrm>
          <a:prstGeom prst="rect">
            <a:avLst/>
          </a:prstGeom>
          <a:noFill/>
        </p:spPr>
        <p:txBody>
          <a:bodyPr wrap="square">
            <a:spAutoFit/>
          </a:bodyPr>
          <a:lstStyle/>
          <a:p>
            <a:r>
              <a:rPr lang="fr-FR" sz="2400" b="1" dirty="0"/>
              <a:t>INCIDENCES ++</a:t>
            </a:r>
          </a:p>
        </p:txBody>
      </p:sp>
    </p:spTree>
    <p:extLst>
      <p:ext uri="{BB962C8B-B14F-4D97-AF65-F5344CB8AC3E}">
        <p14:creationId xmlns:p14="http://schemas.microsoft.com/office/powerpoint/2010/main" val="11691275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01DA0-E213-8633-CDC4-6968DD27161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E22B0B3-4A53-6DF6-7277-A2FA1D516B2C}"/>
              </a:ext>
            </a:extLst>
          </p:cNvPr>
          <p:cNvSpPr>
            <a:spLocks noGrp="1"/>
          </p:cNvSpPr>
          <p:nvPr>
            <p:ph type="title"/>
          </p:nvPr>
        </p:nvSpPr>
        <p:spPr>
          <a:solidFill>
            <a:schemeClr val="tx1"/>
          </a:solidFill>
        </p:spPr>
        <p:txBody>
          <a:bodyPr>
            <a:normAutofit/>
          </a:bodyPr>
          <a:lstStyle/>
          <a:p>
            <a:pPr algn="ctr"/>
            <a:r>
              <a:rPr lang="fr-FR" sz="4800" b="1" dirty="0">
                <a:ln w="22225">
                  <a:solidFill>
                    <a:schemeClr val="accent2"/>
                  </a:solidFill>
                  <a:prstDash val="solid"/>
                </a:ln>
                <a:solidFill>
                  <a:schemeClr val="accent2">
                    <a:lumMod val="40000"/>
                    <a:lumOff val="60000"/>
                  </a:schemeClr>
                </a:solidFill>
                <a:latin typeface="Calibri" panose="020F0502020204030204" pitchFamily="34" charset="0"/>
                <a:ea typeface="Calibri" panose="020F0502020204030204" pitchFamily="34" charset="0"/>
                <a:cs typeface="Calibri" panose="020F0502020204030204" pitchFamily="34" charset="0"/>
              </a:rPr>
              <a:t>ASP : DIAGNOSTIC POSITIF</a:t>
            </a:r>
          </a:p>
        </p:txBody>
      </p:sp>
      <p:sp>
        <p:nvSpPr>
          <p:cNvPr id="3" name="Espace réservé du contenu 2">
            <a:extLst>
              <a:ext uri="{FF2B5EF4-FFF2-40B4-BE49-F238E27FC236}">
                <a16:creationId xmlns:a16="http://schemas.microsoft.com/office/drawing/2014/main" id="{1681435E-C3E5-D3B9-07BD-66A76B1F749D}"/>
              </a:ext>
            </a:extLst>
          </p:cNvPr>
          <p:cNvSpPr>
            <a:spLocks noGrp="1"/>
          </p:cNvSpPr>
          <p:nvPr>
            <p:ph idx="1"/>
          </p:nvPr>
        </p:nvSpPr>
        <p:spPr>
          <a:xfrm>
            <a:off x="838200" y="1825625"/>
            <a:ext cx="10515600" cy="949841"/>
          </a:xfrm>
        </p:spPr>
        <p:txBody>
          <a:bodyPr/>
          <a:lstStyle/>
          <a:p>
            <a:pPr marL="0" indent="0">
              <a:buNone/>
            </a:pPr>
            <a:r>
              <a:rPr lang="fr-FR" dirty="0">
                <a:latin typeface="Calibri" panose="020F0502020204030204" pitchFamily="34" charset="0"/>
                <a:ea typeface="Calibri" panose="020F0502020204030204" pitchFamily="34" charset="0"/>
                <a:cs typeface="Calibri" panose="020F0502020204030204" pitchFamily="34" charset="0"/>
              </a:rPr>
              <a:t>L’argument principal en faveur d’une OIA est le NHA visible sur le cliché à rayon directeur horizontal.</a:t>
            </a:r>
          </a:p>
        </p:txBody>
      </p:sp>
      <p:grpSp>
        <p:nvGrpSpPr>
          <p:cNvPr id="12" name="Groupe 11">
            <a:extLst>
              <a:ext uri="{FF2B5EF4-FFF2-40B4-BE49-F238E27FC236}">
                <a16:creationId xmlns:a16="http://schemas.microsoft.com/office/drawing/2014/main" id="{A3F92505-EA74-AE82-D4CC-CA9755FAECCE}"/>
              </a:ext>
            </a:extLst>
          </p:cNvPr>
          <p:cNvGrpSpPr/>
          <p:nvPr/>
        </p:nvGrpSpPr>
        <p:grpSpPr>
          <a:xfrm>
            <a:off x="1793508" y="3194518"/>
            <a:ext cx="8604983" cy="3145322"/>
            <a:chOff x="1051560" y="3474720"/>
            <a:chExt cx="5442585" cy="1989392"/>
          </a:xfrm>
        </p:grpSpPr>
        <p:pic>
          <p:nvPicPr>
            <p:cNvPr id="7" name="Image 6">
              <a:extLst>
                <a:ext uri="{FF2B5EF4-FFF2-40B4-BE49-F238E27FC236}">
                  <a16:creationId xmlns:a16="http://schemas.microsoft.com/office/drawing/2014/main" id="{B5BAC198-29C0-C18B-8A6C-95500FE47EB2}"/>
                </a:ext>
              </a:extLst>
            </p:cNvPr>
            <p:cNvPicPr>
              <a:picLocks noChangeAspect="1"/>
            </p:cNvPicPr>
            <p:nvPr/>
          </p:nvPicPr>
          <p:blipFill>
            <a:blip r:embed="rId3"/>
            <a:stretch>
              <a:fillRect/>
            </a:stretch>
          </p:blipFill>
          <p:spPr>
            <a:xfrm>
              <a:off x="1051560" y="3474720"/>
              <a:ext cx="1348740" cy="1989392"/>
            </a:xfrm>
            <a:prstGeom prst="rect">
              <a:avLst/>
            </a:prstGeom>
          </p:spPr>
        </p:pic>
        <p:pic>
          <p:nvPicPr>
            <p:cNvPr id="9" name="Image 8">
              <a:extLst>
                <a:ext uri="{FF2B5EF4-FFF2-40B4-BE49-F238E27FC236}">
                  <a16:creationId xmlns:a16="http://schemas.microsoft.com/office/drawing/2014/main" id="{2FB69859-1C37-AA9C-44D5-2D4D2D499A1E}"/>
                </a:ext>
              </a:extLst>
            </p:cNvPr>
            <p:cNvPicPr>
              <a:picLocks noChangeAspect="1"/>
            </p:cNvPicPr>
            <p:nvPr/>
          </p:nvPicPr>
          <p:blipFill>
            <a:blip r:embed="rId4"/>
            <a:stretch>
              <a:fillRect/>
            </a:stretch>
          </p:blipFill>
          <p:spPr>
            <a:xfrm>
              <a:off x="2708910" y="3474720"/>
              <a:ext cx="1714500" cy="1952625"/>
            </a:xfrm>
            <a:prstGeom prst="rect">
              <a:avLst/>
            </a:prstGeom>
          </p:spPr>
        </p:pic>
        <p:pic>
          <p:nvPicPr>
            <p:cNvPr id="11" name="Image 10">
              <a:extLst>
                <a:ext uri="{FF2B5EF4-FFF2-40B4-BE49-F238E27FC236}">
                  <a16:creationId xmlns:a16="http://schemas.microsoft.com/office/drawing/2014/main" id="{DBADBB1A-9779-D9BA-204B-90AA3358FBDA}"/>
                </a:ext>
              </a:extLst>
            </p:cNvPr>
            <p:cNvPicPr>
              <a:picLocks noChangeAspect="1"/>
            </p:cNvPicPr>
            <p:nvPr/>
          </p:nvPicPr>
          <p:blipFill>
            <a:blip r:embed="rId5"/>
            <a:stretch>
              <a:fillRect/>
            </a:stretch>
          </p:blipFill>
          <p:spPr>
            <a:xfrm>
              <a:off x="4874895" y="3474720"/>
              <a:ext cx="1619250" cy="1952625"/>
            </a:xfrm>
            <a:prstGeom prst="rect">
              <a:avLst/>
            </a:prstGeom>
          </p:spPr>
        </p:pic>
      </p:grpSp>
      <p:cxnSp>
        <p:nvCxnSpPr>
          <p:cNvPr id="14" name="Connecteur droit avec flèche 13">
            <a:extLst>
              <a:ext uri="{FF2B5EF4-FFF2-40B4-BE49-F238E27FC236}">
                <a16:creationId xmlns:a16="http://schemas.microsoft.com/office/drawing/2014/main" id="{6467FD19-F133-6098-DA7D-F2F838340FF5}"/>
              </a:ext>
            </a:extLst>
          </p:cNvPr>
          <p:cNvCxnSpPr>
            <a:cxnSpLocks/>
          </p:cNvCxnSpPr>
          <p:nvPr/>
        </p:nvCxnSpPr>
        <p:spPr>
          <a:xfrm flipH="1">
            <a:off x="6344861" y="2438400"/>
            <a:ext cx="1493520" cy="1129546"/>
          </a:xfrm>
          <a:prstGeom prst="straightConnector1">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necteur droit avec flèche 15">
            <a:extLst>
              <a:ext uri="{FF2B5EF4-FFF2-40B4-BE49-F238E27FC236}">
                <a16:creationId xmlns:a16="http://schemas.microsoft.com/office/drawing/2014/main" id="{CF5DE8E4-317F-3890-E285-B089FAD80D4B}"/>
              </a:ext>
            </a:extLst>
          </p:cNvPr>
          <p:cNvCxnSpPr>
            <a:cxnSpLocks/>
          </p:cNvCxnSpPr>
          <p:nvPr/>
        </p:nvCxnSpPr>
        <p:spPr>
          <a:xfrm>
            <a:off x="7838381" y="2438400"/>
            <a:ext cx="884608" cy="1466612"/>
          </a:xfrm>
          <a:prstGeom prst="straightConnector1">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994208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A97265-597C-6FB6-B9E9-35AA52A73F36}"/>
              </a:ext>
            </a:extLst>
          </p:cNvPr>
          <p:cNvSpPr>
            <a:spLocks noGrp="1"/>
          </p:cNvSpPr>
          <p:nvPr>
            <p:ph type="title"/>
          </p:nvPr>
        </p:nvSpPr>
        <p:spPr>
          <a:xfrm>
            <a:off x="838200" y="151765"/>
            <a:ext cx="10515600" cy="1325563"/>
          </a:xfrm>
        </p:spPr>
        <p:txBody>
          <a:bodyPr>
            <a:normAutofit/>
          </a:bodyPr>
          <a:lstStyle/>
          <a:p>
            <a:r>
              <a:rPr lang="fr-FR" sz="4800" b="1" dirty="0">
                <a:latin typeface="Calibri" panose="020F0502020204030204" pitchFamily="34" charset="0"/>
                <a:ea typeface="Calibri" panose="020F0502020204030204" pitchFamily="34" charset="0"/>
                <a:cs typeface="Calibri" panose="020F0502020204030204" pitchFamily="34" charset="0"/>
              </a:rPr>
              <a:t>Mais !</a:t>
            </a:r>
          </a:p>
        </p:txBody>
      </p:sp>
      <p:sp>
        <p:nvSpPr>
          <p:cNvPr id="3" name="Espace réservé du contenu 2">
            <a:extLst>
              <a:ext uri="{FF2B5EF4-FFF2-40B4-BE49-F238E27FC236}">
                <a16:creationId xmlns:a16="http://schemas.microsoft.com/office/drawing/2014/main" id="{E0668D7E-C253-9EAF-BB97-0C36BC762C26}"/>
              </a:ext>
            </a:extLst>
          </p:cNvPr>
          <p:cNvSpPr>
            <a:spLocks noGrp="1"/>
          </p:cNvSpPr>
          <p:nvPr>
            <p:ph idx="1"/>
          </p:nvPr>
        </p:nvSpPr>
        <p:spPr>
          <a:xfrm>
            <a:off x="502920" y="1612265"/>
            <a:ext cx="10850880" cy="643255"/>
          </a:xfrm>
        </p:spPr>
        <p:txBody>
          <a:bodyPr>
            <a:normAutofit/>
          </a:bodyPr>
          <a:lstStyle/>
          <a:p>
            <a:pPr marL="0" indent="0">
              <a:buNone/>
            </a:pPr>
            <a:r>
              <a:rPr lang="fr-FR" dirty="0">
                <a:latin typeface="Calibri" panose="020F0502020204030204" pitchFamily="34" charset="0"/>
                <a:ea typeface="Calibri" panose="020F0502020204030204" pitchFamily="34" charset="0"/>
                <a:cs typeface="Calibri" panose="020F0502020204030204" pitchFamily="34" charset="0"/>
              </a:rPr>
              <a:t>Il faut retenir qu’un ASP normal n’élimine pas une OIA y compris grave.</a:t>
            </a:r>
          </a:p>
        </p:txBody>
      </p:sp>
      <p:pic>
        <p:nvPicPr>
          <p:cNvPr id="5" name="Image 4">
            <a:extLst>
              <a:ext uri="{FF2B5EF4-FFF2-40B4-BE49-F238E27FC236}">
                <a16:creationId xmlns:a16="http://schemas.microsoft.com/office/drawing/2014/main" id="{62079906-D43D-FDAD-8666-F5D184C9C772}"/>
              </a:ext>
            </a:extLst>
          </p:cNvPr>
          <p:cNvPicPr>
            <a:picLocks noChangeAspect="1"/>
          </p:cNvPicPr>
          <p:nvPr/>
        </p:nvPicPr>
        <p:blipFill>
          <a:blip r:embed="rId3"/>
          <a:stretch>
            <a:fillRect/>
          </a:stretch>
        </p:blipFill>
        <p:spPr>
          <a:xfrm>
            <a:off x="5052388" y="2466976"/>
            <a:ext cx="1751943" cy="2135505"/>
          </a:xfrm>
          <a:prstGeom prst="rect">
            <a:avLst/>
          </a:prstGeom>
        </p:spPr>
      </p:pic>
      <p:sp>
        <p:nvSpPr>
          <p:cNvPr id="6" name="Espace réservé du contenu 2">
            <a:extLst>
              <a:ext uri="{FF2B5EF4-FFF2-40B4-BE49-F238E27FC236}">
                <a16:creationId xmlns:a16="http://schemas.microsoft.com/office/drawing/2014/main" id="{89345E23-44D4-04B7-194C-AEB4E57CBBFA}"/>
              </a:ext>
            </a:extLst>
          </p:cNvPr>
          <p:cNvSpPr txBox="1">
            <a:spLocks/>
          </p:cNvSpPr>
          <p:nvPr/>
        </p:nvSpPr>
        <p:spPr>
          <a:xfrm>
            <a:off x="563254" y="4942203"/>
            <a:ext cx="11156305" cy="643255"/>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b="1" dirty="0">
                <a:solidFill>
                  <a:srgbClr val="FF0000"/>
                </a:solidFill>
                <a:latin typeface="Calibri" panose="020F0502020204030204" pitchFamily="34" charset="0"/>
                <a:ea typeface="Calibri" panose="020F0502020204030204" pitchFamily="34" charset="0"/>
                <a:cs typeface="Calibri" panose="020F0502020204030204" pitchFamily="34" charset="0"/>
              </a:rPr>
              <a:t>La rétention liquidienne s’accentue progressivement jusqu’à faire disparaître les NHA</a:t>
            </a:r>
          </a:p>
        </p:txBody>
      </p:sp>
    </p:spTree>
    <p:extLst>
      <p:ext uri="{BB962C8B-B14F-4D97-AF65-F5344CB8AC3E}">
        <p14:creationId xmlns:p14="http://schemas.microsoft.com/office/powerpoint/2010/main" val="39558870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0D52B5F3-50F9-6362-7F47-AEC51E1E8FC7}"/>
              </a:ext>
            </a:extLst>
          </p:cNvPr>
          <p:cNvSpPr>
            <a:spLocks noGrp="1"/>
          </p:cNvSpPr>
          <p:nvPr>
            <p:ph idx="1"/>
          </p:nvPr>
        </p:nvSpPr>
        <p:spPr>
          <a:xfrm>
            <a:off x="838200" y="1541145"/>
            <a:ext cx="10515600" cy="3406775"/>
          </a:xfrm>
        </p:spPr>
        <p:txBody>
          <a:bodyPr anchor="ctr" anchorCtr="0">
            <a:normAutofit lnSpcReduction="100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1/ </a:t>
            </a:r>
            <a:r>
              <a:rPr lang="fr-FR" b="1" dirty="0"/>
              <a:t>Au cours des occlusions fonctionnelles, on note </a:t>
            </a:r>
            <a:r>
              <a:rPr lang="fr-FR" b="1" dirty="0">
                <a:latin typeface="Calibri" panose="020F0502020204030204" pitchFamily="34" charset="0"/>
                <a:ea typeface="Calibri" panose="020F0502020204030204" pitchFamily="34" charset="0"/>
                <a:cs typeface="Calibri" panose="020F0502020204030204" pitchFamily="34" charset="0"/>
              </a:rPr>
              <a:t>:</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Distension gazeuse du grêle et du colon</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Ampoule rectale aérée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Prédominance des images gazeuses à l’ASP</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Les NHA sont nombreux, en marche d’escalier</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«Anse sentinelle» est un élément d’orientation diagnostique sur la pathologie primitive</a:t>
            </a:r>
          </a:p>
        </p:txBody>
      </p:sp>
    </p:spTree>
    <p:extLst>
      <p:ext uri="{BB962C8B-B14F-4D97-AF65-F5344CB8AC3E}">
        <p14:creationId xmlns:p14="http://schemas.microsoft.com/office/powerpoint/2010/main" val="631587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8D420-093E-8D98-C735-E2FA6F791C99}"/>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0AFCA3B1-52A1-516B-30B8-FE086B301BF6}"/>
              </a:ext>
            </a:extLst>
          </p:cNvPr>
          <p:cNvSpPr>
            <a:spLocks noGrp="1"/>
          </p:cNvSpPr>
          <p:nvPr>
            <p:ph idx="1"/>
          </p:nvPr>
        </p:nvSpPr>
        <p:spPr>
          <a:xfrm>
            <a:off x="838200" y="1541145"/>
            <a:ext cx="10515600" cy="3406775"/>
          </a:xfrm>
        </p:spPr>
        <p:txBody>
          <a:bodyPr anchor="ctr" anchorCtr="0">
            <a:normAutofit lnSpcReduction="100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1/ </a:t>
            </a:r>
            <a:r>
              <a:rPr lang="fr-FR" b="1" dirty="0"/>
              <a:t>Au cours des occlusions fonctionnelles, on note </a:t>
            </a:r>
            <a:r>
              <a:rPr lang="fr-FR" b="1" dirty="0">
                <a:latin typeface="Calibri" panose="020F0502020204030204" pitchFamily="34" charset="0"/>
                <a:ea typeface="Calibri" panose="020F0502020204030204" pitchFamily="34" charset="0"/>
                <a:cs typeface="Calibri" panose="020F0502020204030204" pitchFamily="34" charset="0"/>
              </a:rPr>
              <a:t>:</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Distension gazeuse du grêle et du colon</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Ampoule rectale aérée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Prédominance des images gazeuses à l’ASP</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Les NHA sont nombreux, en marche d’escalier</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«Anse sentinelle» est un élément d’orientation diagnostique sur la pathologie primitive</a:t>
            </a:r>
          </a:p>
        </p:txBody>
      </p:sp>
    </p:spTree>
    <p:extLst>
      <p:ext uri="{BB962C8B-B14F-4D97-AF65-F5344CB8AC3E}">
        <p14:creationId xmlns:p14="http://schemas.microsoft.com/office/powerpoint/2010/main" val="22485752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3A668-45BD-5521-3424-A12E99C958F8}"/>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117F9F15-F817-FD15-A6C1-FC4892648D2B}"/>
              </a:ext>
            </a:extLst>
          </p:cNvPr>
          <p:cNvSpPr>
            <a:spLocks noGrp="1"/>
          </p:cNvSpPr>
          <p:nvPr>
            <p:ph idx="1"/>
          </p:nvPr>
        </p:nvSpPr>
        <p:spPr>
          <a:xfrm>
            <a:off x="838200" y="1541145"/>
            <a:ext cx="10515600"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2/ Dans les occlusions coliques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Les NHA peuvent être mixtes</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 scanner permet de poser le diagnostic positif et de gravité</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Les NHA sont de disposition périphérique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Les haustrations sont plus nombreuses</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 pneumopéritoine est fréquemment associé</a:t>
            </a:r>
          </a:p>
        </p:txBody>
      </p:sp>
    </p:spTree>
    <p:extLst>
      <p:ext uri="{BB962C8B-B14F-4D97-AF65-F5344CB8AC3E}">
        <p14:creationId xmlns:p14="http://schemas.microsoft.com/office/powerpoint/2010/main" val="38027439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2C1D8-E0A8-E2A8-687B-1D3BFFBB82C3}"/>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657723B-A81D-B796-C20C-0A0020B6A8E1}"/>
              </a:ext>
            </a:extLst>
          </p:cNvPr>
          <p:cNvSpPr>
            <a:spLocks noGrp="1"/>
          </p:cNvSpPr>
          <p:nvPr>
            <p:ph idx="1"/>
          </p:nvPr>
        </p:nvSpPr>
        <p:spPr>
          <a:xfrm>
            <a:off x="838200" y="1541145"/>
            <a:ext cx="10515600"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2/ Dans les occlusions coliques :</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Les NHA peuvent être mixtes</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Le scanner permet de poser le diagnostic positif et de gravité</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Les NHA sont de disposition périphérique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Les haustrations sont plus nombreuses</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 pneumopéritoine est fréquemment associé</a:t>
            </a:r>
          </a:p>
        </p:txBody>
      </p:sp>
    </p:spTree>
    <p:extLst>
      <p:ext uri="{BB962C8B-B14F-4D97-AF65-F5344CB8AC3E}">
        <p14:creationId xmlns:p14="http://schemas.microsoft.com/office/powerpoint/2010/main" val="22787430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CAF09-14B3-9873-BD49-50C53449C0A4}"/>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25010DFB-CC1C-9183-6CEC-FD7DB29D5BF5}"/>
              </a:ext>
            </a:extLst>
          </p:cNvPr>
          <p:cNvSpPr>
            <a:spLocks noGrp="1"/>
          </p:cNvSpPr>
          <p:nvPr>
            <p:ph idx="1"/>
          </p:nvPr>
        </p:nvSpPr>
        <p:spPr>
          <a:xfrm>
            <a:off x="869154" y="1531718"/>
            <a:ext cx="11084560" cy="3406775"/>
          </a:xfrm>
        </p:spPr>
        <p:txBody>
          <a:bodyPr anchor="ctr" anchorCtr="0">
            <a:normAutofit lnSpcReduction="100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3/ Quels sont parmi les signes radiologiques suivants, ceux qui traduisent un iléus biliaire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NHA nombreux de disposition centrale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Aérobilie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Pneumopéritoine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Grosse vésicule biliaire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Image de «tube interne coudé»</a:t>
            </a:r>
          </a:p>
        </p:txBody>
      </p:sp>
    </p:spTree>
    <p:extLst>
      <p:ext uri="{BB962C8B-B14F-4D97-AF65-F5344CB8AC3E}">
        <p14:creationId xmlns:p14="http://schemas.microsoft.com/office/powerpoint/2010/main" val="11066298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C7551-C1B7-C612-35C1-2EC781E3F177}"/>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02C16E30-01C1-A8AA-27C8-6D2CDAFF6C9E}"/>
              </a:ext>
            </a:extLst>
          </p:cNvPr>
          <p:cNvSpPr>
            <a:spLocks noGrp="1"/>
          </p:cNvSpPr>
          <p:nvPr>
            <p:ph idx="1"/>
          </p:nvPr>
        </p:nvSpPr>
        <p:spPr>
          <a:xfrm>
            <a:off x="869154" y="1531718"/>
            <a:ext cx="11084560" cy="3406775"/>
          </a:xfrm>
        </p:spPr>
        <p:txBody>
          <a:bodyPr anchor="ctr" anchorCtr="0">
            <a:normAutofit lnSpcReduction="100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3/ Quels sont parmi les signes radiologiques suivants, ceux qui traduisent un iléus biliaire :</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NHA nombreux de disposition centrale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Aérobilie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Pneumopéritoine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Grosse vésicule biliaire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Image de «tube interne coudé»</a:t>
            </a:r>
          </a:p>
        </p:txBody>
      </p:sp>
    </p:spTree>
    <p:extLst>
      <p:ext uri="{BB962C8B-B14F-4D97-AF65-F5344CB8AC3E}">
        <p14:creationId xmlns:p14="http://schemas.microsoft.com/office/powerpoint/2010/main" val="3502055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6CC01-F154-C65B-88FC-4F14536B2167}"/>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CE75A4A4-774B-6C09-D3BC-A123C763EDE0}"/>
              </a:ext>
            </a:extLst>
          </p:cNvPr>
          <p:cNvSpPr>
            <a:spLocks noGrp="1"/>
          </p:cNvSpPr>
          <p:nvPr>
            <p:ph idx="1"/>
          </p:nvPr>
        </p:nvSpPr>
        <p:spPr>
          <a:xfrm>
            <a:off x="838200" y="1541145"/>
            <a:ext cx="11069320"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4/ En cas d’occlusion d’origine colique, les NHA sont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Plus hauts que larges</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Centraux</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Peu nombreux</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Marqués par des haustrations</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Traversés par des valvules conniventes</a:t>
            </a:r>
          </a:p>
        </p:txBody>
      </p:sp>
    </p:spTree>
    <p:extLst>
      <p:ext uri="{BB962C8B-B14F-4D97-AF65-F5344CB8AC3E}">
        <p14:creationId xmlns:p14="http://schemas.microsoft.com/office/powerpoint/2010/main" val="28243756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6133F-C78C-C2D7-48A9-AD7D058E1995}"/>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59C90C6-3D00-8434-9AA1-FF76B80D60DF}"/>
              </a:ext>
            </a:extLst>
          </p:cNvPr>
          <p:cNvSpPr>
            <a:spLocks noGrp="1"/>
          </p:cNvSpPr>
          <p:nvPr>
            <p:ph idx="1"/>
          </p:nvPr>
        </p:nvSpPr>
        <p:spPr>
          <a:xfrm>
            <a:off x="838200" y="1541145"/>
            <a:ext cx="11069320"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4/ En cas d’occlusion d’origine colique, les NHA sont :</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Plus hauts que larges</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Centraux</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Peu nombreux</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Marqués par des haustrations</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Traversés par des valvules conniventes</a:t>
            </a:r>
          </a:p>
        </p:txBody>
      </p:sp>
    </p:spTree>
    <p:extLst>
      <p:ext uri="{BB962C8B-B14F-4D97-AF65-F5344CB8AC3E}">
        <p14:creationId xmlns:p14="http://schemas.microsoft.com/office/powerpoint/2010/main" val="13357396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7A4D0-3E3F-3E46-EBB5-00BC851F382D}"/>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CD1D5E15-CC84-2F9D-6DD8-BF3EC5E8CADF}"/>
              </a:ext>
            </a:extLst>
          </p:cNvPr>
          <p:cNvSpPr>
            <a:spLocks noGrp="1"/>
          </p:cNvSpPr>
          <p:nvPr>
            <p:ph idx="1"/>
          </p:nvPr>
        </p:nvSpPr>
        <p:spPr>
          <a:xfrm>
            <a:off x="838200" y="1541145"/>
            <a:ext cx="11069320"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5/ Sur un cliché d’ASP, une occlusion du grêle peut se manifester par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Croissant clair gazeux sous diaphragmatique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Images hydro aériques plus larges que hautes</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Aérobilie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Images hydro-aériques périphériques</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Présence de valvules conniventes</a:t>
            </a:r>
          </a:p>
        </p:txBody>
      </p:sp>
    </p:spTree>
    <p:extLst>
      <p:ext uri="{BB962C8B-B14F-4D97-AF65-F5344CB8AC3E}">
        <p14:creationId xmlns:p14="http://schemas.microsoft.com/office/powerpoint/2010/main" val="11798063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26C9B-3ADC-7ABF-E976-AFA13D4C4A2E}"/>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11BFF903-E6EF-8EFD-F260-A1DD79B9D647}"/>
              </a:ext>
            </a:extLst>
          </p:cNvPr>
          <p:cNvSpPr>
            <a:spLocks noGrp="1"/>
          </p:cNvSpPr>
          <p:nvPr>
            <p:ph idx="1"/>
          </p:nvPr>
        </p:nvSpPr>
        <p:spPr>
          <a:xfrm>
            <a:off x="838200" y="1541145"/>
            <a:ext cx="11069320"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5/ Sur un cliché d’ASP, une occlusion du grêle peut se manifester par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Croissant clair gazeux sous diaphragmatique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Images hydro aériques plus larges que hautes</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Aérobilie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Images hydro-aériques périphériques</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Présence de valvules conniventes</a:t>
            </a:r>
          </a:p>
        </p:txBody>
      </p:sp>
    </p:spTree>
    <p:extLst>
      <p:ext uri="{BB962C8B-B14F-4D97-AF65-F5344CB8AC3E}">
        <p14:creationId xmlns:p14="http://schemas.microsoft.com/office/powerpoint/2010/main" val="1874466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95B36-10CC-BFC1-E06D-F2ADE3689C79}"/>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02AE4787-1C27-E6E3-C1AE-21BCDF31CBB3}"/>
              </a:ext>
            </a:extLst>
          </p:cNvPr>
          <p:cNvSpPr>
            <a:spLocks noGrp="1"/>
          </p:cNvSpPr>
          <p:nvPr>
            <p:ph idx="1"/>
          </p:nvPr>
        </p:nvSpPr>
        <p:spPr>
          <a:xfrm>
            <a:off x="838200" y="1541145"/>
            <a:ext cx="11069320"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6/ Parmi les signes de gravité radiologique d’une OIA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Pneumatose pariétale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Caecum à 7 cm</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Défaut de prise de contraste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Anse grêle à 25mm</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Pneumopéritoine</a:t>
            </a:r>
          </a:p>
        </p:txBody>
      </p:sp>
    </p:spTree>
    <p:extLst>
      <p:ext uri="{BB962C8B-B14F-4D97-AF65-F5344CB8AC3E}">
        <p14:creationId xmlns:p14="http://schemas.microsoft.com/office/powerpoint/2010/main" val="17534232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4B76D-19B1-D1DE-02D4-6646F1BCAE4F}"/>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C7F3FB33-0058-FD08-5494-FB13E75C4DA1}"/>
              </a:ext>
            </a:extLst>
          </p:cNvPr>
          <p:cNvSpPr>
            <a:spLocks noGrp="1"/>
          </p:cNvSpPr>
          <p:nvPr>
            <p:ph idx="1"/>
          </p:nvPr>
        </p:nvSpPr>
        <p:spPr>
          <a:xfrm>
            <a:off x="838200" y="1541145"/>
            <a:ext cx="11069320"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6/ Parmi les signes de gravité radiologique d’une OIA :</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Pneumatose pariétale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Caecum à 7 cm</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Défaut de prise de contraste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Anse grêle à 25mm</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Pneumopéritoine</a:t>
            </a:r>
          </a:p>
        </p:txBody>
      </p:sp>
    </p:spTree>
    <p:extLst>
      <p:ext uri="{BB962C8B-B14F-4D97-AF65-F5344CB8AC3E}">
        <p14:creationId xmlns:p14="http://schemas.microsoft.com/office/powerpoint/2010/main" val="42087710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1C365-2491-4F6A-11ED-D10EB860C841}"/>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A88A54D3-7833-54EB-AE9F-2570EDBBA543}"/>
              </a:ext>
            </a:extLst>
          </p:cNvPr>
          <p:cNvSpPr>
            <a:spLocks noGrp="1"/>
          </p:cNvSpPr>
          <p:nvPr>
            <p:ph idx="1"/>
          </p:nvPr>
        </p:nvSpPr>
        <p:spPr>
          <a:xfrm>
            <a:off x="345440" y="1541145"/>
            <a:ext cx="11846560" cy="3406775"/>
          </a:xfrm>
        </p:spPr>
        <p:txBody>
          <a:bodyPr anchor="ctr" anchorCtr="0">
            <a:normAutofit lnSpcReduction="100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7/ Dans le cadre d’un syndrome occlusif, l’ASP peut retrouver les signes suivants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Des valvules conniventes traversant toute la lumière du grêle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Des NHA volumineux réalisant l’aspect en grain de café</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Des haustrations traversant toute la lumière du colon</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Grisaille diffuse effaçant les bords externes des psoas</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Des bulles d’air multiples en marches d’escalier</a:t>
            </a:r>
          </a:p>
        </p:txBody>
      </p:sp>
    </p:spTree>
    <p:extLst>
      <p:ext uri="{BB962C8B-B14F-4D97-AF65-F5344CB8AC3E}">
        <p14:creationId xmlns:p14="http://schemas.microsoft.com/office/powerpoint/2010/main" val="18686126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4A594-F4E7-19E3-2712-9D04846D4635}"/>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2E5BF8EA-D4CE-492C-CF56-F994FA331290}"/>
              </a:ext>
            </a:extLst>
          </p:cNvPr>
          <p:cNvSpPr>
            <a:spLocks noGrp="1"/>
          </p:cNvSpPr>
          <p:nvPr>
            <p:ph idx="1"/>
          </p:nvPr>
        </p:nvSpPr>
        <p:spPr>
          <a:xfrm>
            <a:off x="345440" y="1541145"/>
            <a:ext cx="11846560" cy="3406775"/>
          </a:xfrm>
        </p:spPr>
        <p:txBody>
          <a:bodyPr anchor="ctr" anchorCtr="0">
            <a:normAutofit lnSpcReduction="100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7/ Dans le cadre d’un syndrome occlusif, l’ASP peut retrouver les signes suivants  :</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Des valvules conniventes traversant toute la lumière du grêle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Des NHA volumineux réalisant l’aspect en grain de café</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Des haustrations traversant toute la lumière du colon</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Grisaille diffuse effaçant les bords externes des psoas</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Des bulles d’air multiples en marches d’escalier</a:t>
            </a:r>
          </a:p>
        </p:txBody>
      </p:sp>
    </p:spTree>
    <p:extLst>
      <p:ext uri="{BB962C8B-B14F-4D97-AF65-F5344CB8AC3E}">
        <p14:creationId xmlns:p14="http://schemas.microsoft.com/office/powerpoint/2010/main" val="25898636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FBED4-7003-D1C2-0215-D5154286BE1A}"/>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0BC64370-42E3-8B2E-3DE4-2A175D34F923}"/>
              </a:ext>
            </a:extLst>
          </p:cNvPr>
          <p:cNvSpPr>
            <a:spLocks noGrp="1"/>
          </p:cNvSpPr>
          <p:nvPr>
            <p:ph idx="1"/>
          </p:nvPr>
        </p:nvSpPr>
        <p:spPr>
          <a:xfrm>
            <a:off x="345440" y="1541145"/>
            <a:ext cx="11572240" cy="3406775"/>
          </a:xfrm>
        </p:spPr>
        <p:txBody>
          <a:bodyPr anchor="ctr" anchorCtr="0">
            <a:normAutofit lnSpcReduction="100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8/ Parmi les signes de gravité d’une OIA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Diamètre caecal dépassant 12 cm</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NHA multiples</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Aéroportie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Ascite de moyenne abondance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Aspect fantôme de la paroi digestive (défaut de rehaussement de la paroi digestive)</a:t>
            </a:r>
          </a:p>
        </p:txBody>
      </p:sp>
    </p:spTree>
    <p:extLst>
      <p:ext uri="{BB962C8B-B14F-4D97-AF65-F5344CB8AC3E}">
        <p14:creationId xmlns:p14="http://schemas.microsoft.com/office/powerpoint/2010/main" val="14315639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7A0DD-66C6-BA87-F39B-96A9432C193B}"/>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E88BBE6D-2831-578D-F073-7FAF90E7AC7C}"/>
              </a:ext>
            </a:extLst>
          </p:cNvPr>
          <p:cNvSpPr>
            <a:spLocks noGrp="1"/>
          </p:cNvSpPr>
          <p:nvPr>
            <p:ph idx="1"/>
          </p:nvPr>
        </p:nvSpPr>
        <p:spPr>
          <a:xfrm>
            <a:off x="345440" y="1541145"/>
            <a:ext cx="11572240" cy="3406775"/>
          </a:xfrm>
        </p:spPr>
        <p:txBody>
          <a:bodyPr anchor="ctr" anchorCtr="0">
            <a:normAutofit lnSpcReduction="100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8/ Parmi les signes de gravité d’une OIA :</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Diamètre caecal dépassant 12 cm</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NHA multiples</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Aéroportie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Ascite de moyenne abondance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Aspect fantôme de la paroi digestive (défaut de rehaussement de la paroi digestive)</a:t>
            </a:r>
          </a:p>
        </p:txBody>
      </p:sp>
    </p:spTree>
    <p:extLst>
      <p:ext uri="{BB962C8B-B14F-4D97-AF65-F5344CB8AC3E}">
        <p14:creationId xmlns:p14="http://schemas.microsoft.com/office/powerpoint/2010/main" val="4247070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BB55D-7F5D-3BC2-BE4B-33A152B0086F}"/>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4E20BECD-C69D-0499-B521-E36F7565C30B}"/>
              </a:ext>
            </a:extLst>
          </p:cNvPr>
          <p:cNvSpPr>
            <a:spLocks noGrp="1"/>
          </p:cNvSpPr>
          <p:nvPr>
            <p:ph idx="1"/>
          </p:nvPr>
        </p:nvSpPr>
        <p:spPr>
          <a:xfrm>
            <a:off x="406190" y="1569425"/>
            <a:ext cx="11245340"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9/ En faveur d’une occlusion haute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NHA plus larges que hauts</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NHA centraux, en projection du rachis</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Des haustrations dessinant la paroi digestive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NHA peu nombreux</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Poche à air gastrique en place</a:t>
            </a:r>
          </a:p>
        </p:txBody>
      </p:sp>
    </p:spTree>
    <p:extLst>
      <p:ext uri="{BB962C8B-B14F-4D97-AF65-F5344CB8AC3E}">
        <p14:creationId xmlns:p14="http://schemas.microsoft.com/office/powerpoint/2010/main" val="27595724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78D17-B9C5-E8C4-285E-1E284A1C2BDD}"/>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CB44BB23-8DA2-071A-2A45-4608A0247546}"/>
              </a:ext>
            </a:extLst>
          </p:cNvPr>
          <p:cNvSpPr>
            <a:spLocks noGrp="1"/>
          </p:cNvSpPr>
          <p:nvPr>
            <p:ph idx="1"/>
          </p:nvPr>
        </p:nvSpPr>
        <p:spPr>
          <a:xfrm>
            <a:off x="406190" y="1569425"/>
            <a:ext cx="11245340"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9/ En faveur d’une occlusion haute :</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NHA plus larges que hauts</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NHA centraux, en projection du rachis</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Des haustrations dessinant la paroi digestive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NHA peu nombreux</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Poche à air gastrique en place</a:t>
            </a:r>
          </a:p>
        </p:txBody>
      </p:sp>
    </p:spTree>
    <p:extLst>
      <p:ext uri="{BB962C8B-B14F-4D97-AF65-F5344CB8AC3E}">
        <p14:creationId xmlns:p14="http://schemas.microsoft.com/office/powerpoint/2010/main" val="3618779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2AA1B-4351-371B-D330-D49785A292BC}"/>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BA62A90C-1BDE-A0D0-B045-A13A2BFC6171}"/>
              </a:ext>
            </a:extLst>
          </p:cNvPr>
          <p:cNvSpPr>
            <a:spLocks noGrp="1"/>
          </p:cNvSpPr>
          <p:nvPr>
            <p:ph idx="1"/>
          </p:nvPr>
        </p:nvSpPr>
        <p:spPr>
          <a:xfrm>
            <a:off x="345440" y="1541145"/>
            <a:ext cx="11572240"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10/ En faveur d’une occlusion basse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NHA peu nombreux</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Images hydro aériques plus larges que hautes</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Images hydro-aériques périphériques</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Ampoule rectale non aérée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Valvules conniventes plus nombreuses</a:t>
            </a:r>
          </a:p>
        </p:txBody>
      </p:sp>
    </p:spTree>
    <p:extLst>
      <p:ext uri="{BB962C8B-B14F-4D97-AF65-F5344CB8AC3E}">
        <p14:creationId xmlns:p14="http://schemas.microsoft.com/office/powerpoint/2010/main" val="10161522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042BD-F89A-22CB-A2D2-053CC3484EAD}"/>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44A9AC3C-BFC3-B231-48D2-4EC61F0010FC}"/>
              </a:ext>
            </a:extLst>
          </p:cNvPr>
          <p:cNvSpPr>
            <a:spLocks noGrp="1"/>
          </p:cNvSpPr>
          <p:nvPr>
            <p:ph idx="1"/>
          </p:nvPr>
        </p:nvSpPr>
        <p:spPr>
          <a:xfrm>
            <a:off x="345440" y="1541145"/>
            <a:ext cx="11572240"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10/ En faveur d’une occlusion basse :</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NHA peu nombreux</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Images hydro aériques plus larges que hautes</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Images hydro-aériques périphériques</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Ampoule rectale non aérée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Valvules conniventes plus nombreuses</a:t>
            </a:r>
          </a:p>
        </p:txBody>
      </p:sp>
    </p:spTree>
    <p:extLst>
      <p:ext uri="{BB962C8B-B14F-4D97-AF65-F5344CB8AC3E}">
        <p14:creationId xmlns:p14="http://schemas.microsoft.com/office/powerpoint/2010/main" val="11577482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956FA-7808-A485-3AE0-5C03FDE7AF01}"/>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06A378F-4B11-BBD2-D789-56057781D784}"/>
              </a:ext>
            </a:extLst>
          </p:cNvPr>
          <p:cNvSpPr>
            <a:spLocks noGrp="1"/>
          </p:cNvSpPr>
          <p:nvPr>
            <p:ph idx="1"/>
          </p:nvPr>
        </p:nvSpPr>
        <p:spPr>
          <a:xfrm>
            <a:off x="345440" y="1541145"/>
            <a:ext cx="11572240" cy="3406775"/>
          </a:xfrm>
        </p:spPr>
        <p:txBody>
          <a:bodyPr anchor="ctr" anchorCtr="0">
            <a:normAutofit lnSpcReduction="100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11/ Devant une occlusion, quel est l’examen permettant de confirmer le diagnostic d’OIA et localiser le niveau de l’obstacle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Transit du grêle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Coloscopie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Échographie abdominale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ASP</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TDM abdominale</a:t>
            </a:r>
          </a:p>
        </p:txBody>
      </p:sp>
    </p:spTree>
    <p:extLst>
      <p:ext uri="{BB962C8B-B14F-4D97-AF65-F5344CB8AC3E}">
        <p14:creationId xmlns:p14="http://schemas.microsoft.com/office/powerpoint/2010/main" val="39166338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86E80-8810-0094-7068-2CB7986E14F4}"/>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B9E75205-AE75-66E4-D73A-0292A9BFA9F7}"/>
              </a:ext>
            </a:extLst>
          </p:cNvPr>
          <p:cNvSpPr>
            <a:spLocks noGrp="1"/>
          </p:cNvSpPr>
          <p:nvPr>
            <p:ph idx="1"/>
          </p:nvPr>
        </p:nvSpPr>
        <p:spPr>
          <a:xfrm>
            <a:off x="345440" y="1541145"/>
            <a:ext cx="11572240" cy="3406775"/>
          </a:xfrm>
        </p:spPr>
        <p:txBody>
          <a:bodyPr anchor="ctr" anchorCtr="0">
            <a:normAutofit lnSpcReduction="100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11/ Devant une occlusion, quel est l’examen permettant de confirmer le diagnostic d’OIA et localiser le niveau de l’obstacle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Transit du grêle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Coloscopie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Échographie abdominale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ASP</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TDM abdominale</a:t>
            </a:r>
          </a:p>
        </p:txBody>
      </p:sp>
    </p:spTree>
    <p:extLst>
      <p:ext uri="{BB962C8B-B14F-4D97-AF65-F5344CB8AC3E}">
        <p14:creationId xmlns:p14="http://schemas.microsoft.com/office/powerpoint/2010/main" val="40476660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DE984-EE93-ED6E-37A6-8323909EC9EA}"/>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5B6060B-DE4C-2CA9-C131-F84EB5ACB8F9}"/>
              </a:ext>
            </a:extLst>
          </p:cNvPr>
          <p:cNvSpPr>
            <a:spLocks noGrp="1"/>
          </p:cNvSpPr>
          <p:nvPr>
            <p:ph idx="1"/>
          </p:nvPr>
        </p:nvSpPr>
        <p:spPr>
          <a:xfrm>
            <a:off x="345440" y="1541145"/>
            <a:ext cx="11572240" cy="3406775"/>
          </a:xfrm>
        </p:spPr>
        <p:txBody>
          <a:bodyPr anchor="ctr" anchorCtr="0">
            <a:normAutofit lnSpcReduction="100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12/ Quels sont parmi les signes suivants, ceux qui orientent vers un iléus biliaire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Croissant clair sous diaphragmatique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Aérobilie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Élargissement des gouttières </a:t>
            </a:r>
            <a:r>
              <a:rPr lang="fr-FR" dirty="0" err="1">
                <a:latin typeface="Calibri" panose="020F0502020204030204" pitchFamily="34" charset="0"/>
                <a:ea typeface="Calibri" panose="020F0502020204030204" pitchFamily="34" charset="0"/>
                <a:cs typeface="Calibri" panose="020F0502020204030204" pitchFamily="34" charset="0"/>
              </a:rPr>
              <a:t>pariéto</a:t>
            </a:r>
            <a:r>
              <a:rPr lang="fr-FR" dirty="0">
                <a:latin typeface="Calibri" panose="020F0502020204030204" pitchFamily="34" charset="0"/>
                <a:ea typeface="Calibri" panose="020F0502020204030204" pitchFamily="34" charset="0"/>
                <a:cs typeface="Calibri" panose="020F0502020204030204" pitchFamily="34" charset="0"/>
              </a:rPr>
              <a:t>-coliques</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Images hydro-aériques centrales</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Images de </a:t>
            </a:r>
            <a:r>
              <a:rPr lang="fr-FR" dirty="0" err="1">
                <a:latin typeface="Calibri" panose="020F0502020204030204" pitchFamily="34" charset="0"/>
                <a:ea typeface="Calibri" panose="020F0502020204030204" pitchFamily="34" charset="0"/>
                <a:cs typeface="Calibri" panose="020F0502020204030204" pitchFamily="34" charset="0"/>
              </a:rPr>
              <a:t>pariétographie</a:t>
            </a:r>
            <a:r>
              <a:rPr lang="fr-FR" dirty="0">
                <a:latin typeface="Calibri" panose="020F0502020204030204" pitchFamily="34" charset="0"/>
                <a:ea typeface="Calibri" panose="020F0502020204030204" pitchFamily="34" charset="0"/>
                <a:cs typeface="Calibri" panose="020F0502020204030204" pitchFamily="34" charset="0"/>
              </a:rPr>
              <a:t> gazeuse des anses grêles</a:t>
            </a:r>
          </a:p>
        </p:txBody>
      </p:sp>
    </p:spTree>
    <p:extLst>
      <p:ext uri="{BB962C8B-B14F-4D97-AF65-F5344CB8AC3E}">
        <p14:creationId xmlns:p14="http://schemas.microsoft.com/office/powerpoint/2010/main" val="2148131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856FB-F48A-10F9-8688-4EC1BA5311A5}"/>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14C48E52-9D4E-582A-986F-2BE4FB99EB48}"/>
              </a:ext>
            </a:extLst>
          </p:cNvPr>
          <p:cNvSpPr>
            <a:spLocks noGrp="1"/>
          </p:cNvSpPr>
          <p:nvPr>
            <p:ph idx="1"/>
          </p:nvPr>
        </p:nvSpPr>
        <p:spPr>
          <a:xfrm>
            <a:off x="345440" y="1541145"/>
            <a:ext cx="11572240" cy="3406775"/>
          </a:xfrm>
        </p:spPr>
        <p:txBody>
          <a:bodyPr anchor="ctr" anchorCtr="0">
            <a:normAutofit lnSpcReduction="100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12/ Quels sont parmi les signes suivants, ceux qui orientent vers un iléus biliaire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Croissant clair sous diaphragmatique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Aérobilie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Élargissement des gouttières </a:t>
            </a:r>
            <a:r>
              <a:rPr lang="fr-FR" dirty="0" err="1">
                <a:latin typeface="Calibri" panose="020F0502020204030204" pitchFamily="34" charset="0"/>
                <a:ea typeface="Calibri" panose="020F0502020204030204" pitchFamily="34" charset="0"/>
                <a:cs typeface="Calibri" panose="020F0502020204030204" pitchFamily="34" charset="0"/>
              </a:rPr>
              <a:t>pariéto</a:t>
            </a:r>
            <a:r>
              <a:rPr lang="fr-FR" dirty="0">
                <a:latin typeface="Calibri" panose="020F0502020204030204" pitchFamily="34" charset="0"/>
                <a:ea typeface="Calibri" panose="020F0502020204030204" pitchFamily="34" charset="0"/>
                <a:cs typeface="Calibri" panose="020F0502020204030204" pitchFamily="34" charset="0"/>
              </a:rPr>
              <a:t>-coliques</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Images hydro-aériques centrales</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Images de </a:t>
            </a:r>
            <a:r>
              <a:rPr lang="fr-FR" dirty="0" err="1">
                <a:latin typeface="Calibri" panose="020F0502020204030204" pitchFamily="34" charset="0"/>
                <a:ea typeface="Calibri" panose="020F0502020204030204" pitchFamily="34" charset="0"/>
                <a:cs typeface="Calibri" panose="020F0502020204030204" pitchFamily="34" charset="0"/>
              </a:rPr>
              <a:t>pariétographie</a:t>
            </a:r>
            <a:r>
              <a:rPr lang="fr-FR" dirty="0">
                <a:latin typeface="Calibri" panose="020F0502020204030204" pitchFamily="34" charset="0"/>
                <a:ea typeface="Calibri" panose="020F0502020204030204" pitchFamily="34" charset="0"/>
                <a:cs typeface="Calibri" panose="020F0502020204030204" pitchFamily="34" charset="0"/>
              </a:rPr>
              <a:t> gazeuse des anses grêles</a:t>
            </a:r>
          </a:p>
        </p:txBody>
      </p:sp>
    </p:spTree>
    <p:extLst>
      <p:ext uri="{BB962C8B-B14F-4D97-AF65-F5344CB8AC3E}">
        <p14:creationId xmlns:p14="http://schemas.microsoft.com/office/powerpoint/2010/main" val="21426433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5C69D-10E6-D348-F032-4120B87D1CC9}"/>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1D9B977B-25B4-D02F-F914-503995425E7D}"/>
              </a:ext>
            </a:extLst>
          </p:cNvPr>
          <p:cNvSpPr>
            <a:spLocks noGrp="1"/>
          </p:cNvSpPr>
          <p:nvPr>
            <p:ph idx="1"/>
          </p:nvPr>
        </p:nvSpPr>
        <p:spPr>
          <a:xfrm>
            <a:off x="345440" y="1541145"/>
            <a:ext cx="11572240"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13/ Au cours de l’OIA, l’ASP en position couchée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Remplace le cliché d’ASP en position debout chez les patients grabataires</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Apprécie le niveau et la nature de l’obstacle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Apprécie la distension intestinale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Montre les NHA</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Détecte un éventuel épanchement inter-anses</a:t>
            </a:r>
          </a:p>
        </p:txBody>
      </p:sp>
    </p:spTree>
    <p:extLst>
      <p:ext uri="{BB962C8B-B14F-4D97-AF65-F5344CB8AC3E}">
        <p14:creationId xmlns:p14="http://schemas.microsoft.com/office/powerpoint/2010/main" val="39323362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6E79E-47C0-33A4-27B6-4DA3A508D051}"/>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E46E264-41D8-3A2B-2DF3-4EAE5D2D10A6}"/>
              </a:ext>
            </a:extLst>
          </p:cNvPr>
          <p:cNvSpPr>
            <a:spLocks noGrp="1"/>
          </p:cNvSpPr>
          <p:nvPr>
            <p:ph idx="1"/>
          </p:nvPr>
        </p:nvSpPr>
        <p:spPr>
          <a:xfrm>
            <a:off x="345440" y="1541145"/>
            <a:ext cx="11572240"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13/ Au cours de l’OIA, l’ASP en position couchée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Remplace le cliché d’ASP en position debout chez les patients grabataires</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Apprécie le niveau et la nature de l’obstacle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Apprécie la distension intestinale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Montre les NHA</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Détecte un éventuel épanchement inter-anses</a:t>
            </a:r>
          </a:p>
        </p:txBody>
      </p:sp>
    </p:spTree>
    <p:extLst>
      <p:ext uri="{BB962C8B-B14F-4D97-AF65-F5344CB8AC3E}">
        <p14:creationId xmlns:p14="http://schemas.microsoft.com/office/powerpoint/2010/main" val="32533384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9F6EF0-EDC6-1956-C69D-BB7CAB11B1B2}"/>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3A4AFC30-3D6A-C7E8-8C44-61304DCFC7D0}"/>
              </a:ext>
            </a:extLst>
          </p:cNvPr>
          <p:cNvSpPr>
            <a:spLocks noGrp="1"/>
          </p:cNvSpPr>
          <p:nvPr>
            <p:ph idx="1"/>
          </p:nvPr>
        </p:nvSpPr>
        <p:spPr>
          <a:xfrm>
            <a:off x="345440" y="1541145"/>
            <a:ext cx="11572240"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14/ Au cours de l’OIA, la TDM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Est l’examen de référence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Apprécie la vitalité intestinale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Confirme la nature fonctionnelle de l’OIA</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Oriente vers la nature et le siège de l’obstacle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Est réalisée essentiellement dans les occlusions coliques néoplasiques</a:t>
            </a:r>
          </a:p>
        </p:txBody>
      </p:sp>
    </p:spTree>
    <p:extLst>
      <p:ext uri="{BB962C8B-B14F-4D97-AF65-F5344CB8AC3E}">
        <p14:creationId xmlns:p14="http://schemas.microsoft.com/office/powerpoint/2010/main" val="17443329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7DD85-8C34-4923-38E6-17317EC1FBF4}"/>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D1030124-FAF4-DC7B-B548-7F737C789A07}"/>
              </a:ext>
            </a:extLst>
          </p:cNvPr>
          <p:cNvSpPr>
            <a:spLocks noGrp="1"/>
          </p:cNvSpPr>
          <p:nvPr>
            <p:ph idx="1"/>
          </p:nvPr>
        </p:nvSpPr>
        <p:spPr>
          <a:xfrm>
            <a:off x="345440" y="1541145"/>
            <a:ext cx="11572240"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14/ Au cours de l’OIA, la TDM :</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Est l’examen de référence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Apprécie la vitalité intestinale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Confirme la nature fonctionnelle de l’OIA</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Oriente vers la nature et le siège de l’obstacle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Est réalisée essentiellement dans les occlusions coliques néoplasiques</a:t>
            </a:r>
          </a:p>
        </p:txBody>
      </p:sp>
    </p:spTree>
    <p:extLst>
      <p:ext uri="{BB962C8B-B14F-4D97-AF65-F5344CB8AC3E}">
        <p14:creationId xmlns:p14="http://schemas.microsoft.com/office/powerpoint/2010/main" val="26040061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06DDE78-0707-8CCB-A403-AD11AE22A328}"/>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67A5F76B-CB65-19EB-8C08-5D5177E615AE}"/>
              </a:ext>
            </a:extLst>
          </p:cNvPr>
          <p:cNvSpPr>
            <a:spLocks noGrp="1"/>
          </p:cNvSpPr>
          <p:nvPr>
            <p:ph idx="1"/>
          </p:nvPr>
        </p:nvSpPr>
        <p:spPr/>
        <p:txBody>
          <a:bodyPr/>
          <a:lstStyle/>
          <a:p>
            <a:endParaRPr lang="fr-FR"/>
          </a:p>
        </p:txBody>
      </p:sp>
      <p:pic>
        <p:nvPicPr>
          <p:cNvPr id="5" name="Image 4">
            <a:extLst>
              <a:ext uri="{FF2B5EF4-FFF2-40B4-BE49-F238E27FC236}">
                <a16:creationId xmlns:a16="http://schemas.microsoft.com/office/drawing/2014/main" id="{0E5762A9-80B6-94AA-EADB-F626CF1E7C31}"/>
              </a:ext>
            </a:extLst>
          </p:cNvPr>
          <p:cNvPicPr>
            <a:picLocks noChangeAspect="1"/>
          </p:cNvPicPr>
          <p:nvPr/>
        </p:nvPicPr>
        <p:blipFill>
          <a:blip r:embed="rId2"/>
          <a:stretch>
            <a:fillRect/>
          </a:stretch>
        </p:blipFill>
        <p:spPr>
          <a:xfrm>
            <a:off x="533399" y="258445"/>
            <a:ext cx="10883885" cy="5918518"/>
          </a:xfrm>
          <a:prstGeom prst="rect">
            <a:avLst/>
          </a:prstGeom>
        </p:spPr>
      </p:pic>
      <p:sp>
        <p:nvSpPr>
          <p:cNvPr id="6" name="Rectangle 5">
            <a:extLst>
              <a:ext uri="{FF2B5EF4-FFF2-40B4-BE49-F238E27FC236}">
                <a16:creationId xmlns:a16="http://schemas.microsoft.com/office/drawing/2014/main" id="{AFAC3A03-0E70-0231-B7DA-6E355072B22A}"/>
              </a:ext>
            </a:extLst>
          </p:cNvPr>
          <p:cNvSpPr/>
          <p:nvPr/>
        </p:nvSpPr>
        <p:spPr>
          <a:xfrm>
            <a:off x="4631851" y="949260"/>
            <a:ext cx="2192215" cy="257908"/>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n w="38100">
                <a:solidFill>
                  <a:srgbClr val="FF0000"/>
                </a:solidFill>
              </a:ln>
            </a:endParaRPr>
          </a:p>
        </p:txBody>
      </p:sp>
      <p:sp>
        <p:nvSpPr>
          <p:cNvPr id="8" name="Rectangle 7">
            <a:extLst>
              <a:ext uri="{FF2B5EF4-FFF2-40B4-BE49-F238E27FC236}">
                <a16:creationId xmlns:a16="http://schemas.microsoft.com/office/drawing/2014/main" id="{E23657D3-345A-55B3-669B-74396CFE1ED4}"/>
              </a:ext>
            </a:extLst>
          </p:cNvPr>
          <p:cNvSpPr/>
          <p:nvPr/>
        </p:nvSpPr>
        <p:spPr>
          <a:xfrm>
            <a:off x="3803995" y="1876528"/>
            <a:ext cx="2192215" cy="25790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n w="38100">
                <a:solidFill>
                  <a:srgbClr val="FF0000"/>
                </a:solidFill>
              </a:ln>
            </a:endParaRPr>
          </a:p>
        </p:txBody>
      </p:sp>
      <p:sp>
        <p:nvSpPr>
          <p:cNvPr id="9" name="Rectangle 8">
            <a:extLst>
              <a:ext uri="{FF2B5EF4-FFF2-40B4-BE49-F238E27FC236}">
                <a16:creationId xmlns:a16="http://schemas.microsoft.com/office/drawing/2014/main" id="{25724591-9704-4B60-A460-6F1AADD0C8A2}"/>
              </a:ext>
            </a:extLst>
          </p:cNvPr>
          <p:cNvSpPr/>
          <p:nvPr/>
        </p:nvSpPr>
        <p:spPr>
          <a:xfrm>
            <a:off x="1882947" y="2157266"/>
            <a:ext cx="1317453" cy="309207"/>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n w="38100">
                <a:solidFill>
                  <a:srgbClr val="FF0000"/>
                </a:solidFill>
              </a:ln>
            </a:endParaRPr>
          </a:p>
        </p:txBody>
      </p:sp>
      <p:sp>
        <p:nvSpPr>
          <p:cNvPr id="10" name="Rectangle 9">
            <a:extLst>
              <a:ext uri="{FF2B5EF4-FFF2-40B4-BE49-F238E27FC236}">
                <a16:creationId xmlns:a16="http://schemas.microsoft.com/office/drawing/2014/main" id="{9206C4A8-C652-6EC1-E2B4-427D398038BA}"/>
              </a:ext>
            </a:extLst>
          </p:cNvPr>
          <p:cNvSpPr/>
          <p:nvPr/>
        </p:nvSpPr>
        <p:spPr>
          <a:xfrm>
            <a:off x="8500321" y="2169301"/>
            <a:ext cx="2777280" cy="297172"/>
          </a:xfrm>
          <a:prstGeom prst="rect">
            <a:avLst/>
          </a:prstGeom>
          <a:no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n w="38100">
                <a:solidFill>
                  <a:srgbClr val="FF0000"/>
                </a:solidFill>
              </a:ln>
            </a:endParaRPr>
          </a:p>
        </p:txBody>
      </p:sp>
      <p:sp>
        <p:nvSpPr>
          <p:cNvPr id="11" name="Rectangle 10">
            <a:extLst>
              <a:ext uri="{FF2B5EF4-FFF2-40B4-BE49-F238E27FC236}">
                <a16:creationId xmlns:a16="http://schemas.microsoft.com/office/drawing/2014/main" id="{96F47E62-287A-A24B-706E-6B5CE0718FFD}"/>
              </a:ext>
            </a:extLst>
          </p:cNvPr>
          <p:cNvSpPr/>
          <p:nvPr/>
        </p:nvSpPr>
        <p:spPr>
          <a:xfrm>
            <a:off x="5199650" y="2754843"/>
            <a:ext cx="2777280" cy="29717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n w="38100">
                <a:solidFill>
                  <a:srgbClr val="FF0000"/>
                </a:solidFill>
              </a:ln>
            </a:endParaRPr>
          </a:p>
        </p:txBody>
      </p:sp>
    </p:spTree>
    <p:extLst>
      <p:ext uri="{BB962C8B-B14F-4D97-AF65-F5344CB8AC3E}">
        <p14:creationId xmlns:p14="http://schemas.microsoft.com/office/powerpoint/2010/main" val="4605414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26DB7-98F6-2D6F-F4B0-DF8819E12C51}"/>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42BC2E77-A1C3-A3B0-CE57-6053F2D4AC4E}"/>
              </a:ext>
            </a:extLst>
          </p:cNvPr>
          <p:cNvSpPr>
            <a:spLocks noGrp="1"/>
          </p:cNvSpPr>
          <p:nvPr>
            <p:ph idx="1"/>
          </p:nvPr>
        </p:nvSpPr>
        <p:spPr>
          <a:xfrm>
            <a:off x="345440" y="1541145"/>
            <a:ext cx="11572240"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15/ Dans le cadre d’une OIA, la TDM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Distingue entre OIA fonctionnelle et organique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Elle est obligatoire afin de planifier la conduite thérapeutique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Montre les signes de souffrance digestive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Oriente vers la nature de l’obstacle uniquement dans les OIA basses</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Elle est réalisée sans et après injection de PDC iodé au temps portal</a:t>
            </a:r>
          </a:p>
        </p:txBody>
      </p:sp>
    </p:spTree>
    <p:extLst>
      <p:ext uri="{BB962C8B-B14F-4D97-AF65-F5344CB8AC3E}">
        <p14:creationId xmlns:p14="http://schemas.microsoft.com/office/powerpoint/2010/main" val="29824981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F5B3E-CEB6-F2CF-C540-7011DAD97814}"/>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40E7075B-D119-5A34-5740-E87CEFD51A98}"/>
              </a:ext>
            </a:extLst>
          </p:cNvPr>
          <p:cNvSpPr>
            <a:spLocks noGrp="1"/>
          </p:cNvSpPr>
          <p:nvPr>
            <p:ph idx="1"/>
          </p:nvPr>
        </p:nvSpPr>
        <p:spPr>
          <a:xfrm>
            <a:off x="345440" y="1541145"/>
            <a:ext cx="11572240"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15/ Dans le cadre d’une OIA, la TDM :</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Distingue entre OIA fonctionnelle et organique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Elle est obligatoire afin de planifier la conduite thérapeutique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Montre les signes de souffrance digestive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Oriente vers la nature de l’obstacle uniquement dans les OIA basses</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Elle est réalisée sans et après injection de PDC iodé au temps portal</a:t>
            </a:r>
          </a:p>
        </p:txBody>
      </p:sp>
    </p:spTree>
    <p:extLst>
      <p:ext uri="{BB962C8B-B14F-4D97-AF65-F5344CB8AC3E}">
        <p14:creationId xmlns:p14="http://schemas.microsoft.com/office/powerpoint/2010/main" val="42320209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0F3F0-7095-A3F9-0938-AE28F03A0B86}"/>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17EEB9A5-CFE5-3FE4-E6BD-07D95E1CD944}"/>
              </a:ext>
            </a:extLst>
          </p:cNvPr>
          <p:cNvSpPr>
            <a:spLocks noGrp="1"/>
          </p:cNvSpPr>
          <p:nvPr>
            <p:ph idx="1"/>
          </p:nvPr>
        </p:nvSpPr>
        <p:spPr>
          <a:xfrm>
            <a:off x="345440" y="1541145"/>
            <a:ext cx="11572240"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16/ Les signes radiologiques d’une occlusion par volvulus du sigmoïde sont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Deux niveaux hydro-aériques contigus et latéralisés à gauche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Une distension gastrique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 granité caecal en place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 rectum aéré</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Des NHA de type grêle</a:t>
            </a:r>
          </a:p>
        </p:txBody>
      </p:sp>
    </p:spTree>
    <p:extLst>
      <p:ext uri="{BB962C8B-B14F-4D97-AF65-F5344CB8AC3E}">
        <p14:creationId xmlns:p14="http://schemas.microsoft.com/office/powerpoint/2010/main" val="20045519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59962-BFD8-98AB-40E2-A9C1FF072347}"/>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9EDC364F-F7C6-9C4B-CD01-BF1FAF657E6B}"/>
              </a:ext>
            </a:extLst>
          </p:cNvPr>
          <p:cNvSpPr>
            <a:spLocks noGrp="1"/>
          </p:cNvSpPr>
          <p:nvPr>
            <p:ph idx="1"/>
          </p:nvPr>
        </p:nvSpPr>
        <p:spPr>
          <a:xfrm>
            <a:off x="345440" y="1541145"/>
            <a:ext cx="11572240"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16/ Les signes radiologiques d’une occlusion par volvulus du sigmoïde sont :</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Deux niveaux hydro-aériques contigus et latéralisés à gauche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Une distension gastrique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Un granité caecal en place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 rectum aéré</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Des NHA de type grêle</a:t>
            </a:r>
          </a:p>
        </p:txBody>
      </p:sp>
    </p:spTree>
    <p:extLst>
      <p:ext uri="{BB962C8B-B14F-4D97-AF65-F5344CB8AC3E}">
        <p14:creationId xmlns:p14="http://schemas.microsoft.com/office/powerpoint/2010/main" val="40629254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17AC45CE-A720-BE5B-57C4-881C2B55244E}"/>
              </a:ext>
            </a:extLst>
          </p:cNvPr>
          <p:cNvPicPr>
            <a:picLocks noChangeAspect="1"/>
          </p:cNvPicPr>
          <p:nvPr/>
        </p:nvPicPr>
        <p:blipFill>
          <a:blip r:embed="rId2"/>
          <a:srcRect b="73380"/>
          <a:stretch>
            <a:fillRect/>
          </a:stretch>
        </p:blipFill>
        <p:spPr>
          <a:xfrm>
            <a:off x="2115553" y="138129"/>
            <a:ext cx="9146005" cy="2637011"/>
          </a:xfrm>
          <a:prstGeom prst="rect">
            <a:avLst/>
          </a:prstGeom>
          <a:ln>
            <a:solidFill>
              <a:srgbClr val="FF0000"/>
            </a:solidFill>
          </a:ln>
        </p:spPr>
      </p:pic>
      <p:pic>
        <p:nvPicPr>
          <p:cNvPr id="6" name="Image 5">
            <a:extLst>
              <a:ext uri="{FF2B5EF4-FFF2-40B4-BE49-F238E27FC236}">
                <a16:creationId xmlns:a16="http://schemas.microsoft.com/office/drawing/2014/main" id="{D83AC22D-B247-10EA-1470-F10C2DB9F22A}"/>
              </a:ext>
            </a:extLst>
          </p:cNvPr>
          <p:cNvPicPr>
            <a:picLocks noChangeAspect="1"/>
          </p:cNvPicPr>
          <p:nvPr/>
        </p:nvPicPr>
        <p:blipFill>
          <a:blip r:embed="rId2"/>
          <a:srcRect t="53041" r="6930"/>
          <a:stretch>
            <a:fillRect/>
          </a:stretch>
        </p:blipFill>
        <p:spPr>
          <a:xfrm>
            <a:off x="2228230" y="2622883"/>
            <a:ext cx="7517349" cy="4108079"/>
          </a:xfrm>
          <a:prstGeom prst="rect">
            <a:avLst/>
          </a:prstGeom>
        </p:spPr>
      </p:pic>
    </p:spTree>
    <p:extLst>
      <p:ext uri="{BB962C8B-B14F-4D97-AF65-F5344CB8AC3E}">
        <p14:creationId xmlns:p14="http://schemas.microsoft.com/office/powerpoint/2010/main" val="42535607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37B73-5654-C626-5EE4-BB2B523E2C8F}"/>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D4C6FFAF-13F7-7135-0826-DA2E3CFB560C}"/>
              </a:ext>
            </a:extLst>
          </p:cNvPr>
          <p:cNvSpPr>
            <a:spLocks noGrp="1"/>
          </p:cNvSpPr>
          <p:nvPr>
            <p:ph idx="1"/>
          </p:nvPr>
        </p:nvSpPr>
        <p:spPr>
          <a:xfrm>
            <a:off x="345440" y="1541145"/>
            <a:ext cx="11572240" cy="3406775"/>
          </a:xfrm>
        </p:spPr>
        <p:txBody>
          <a:bodyPr anchor="ctr" anchorCtr="0">
            <a:normAutofit fontScale="92500" lnSpcReduction="100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17/ Quels sont parmi les éléments suivants, ceux qui orientent vers une OIA organique par cancer sténosant du sigmoïde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Épaississement des parois des anses grêles avec effacement des valvules conniventes</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Présence d’air dans le rectum</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Volumineuse image hydroaérique en arceau médian</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Distension harmonieuse essentiellement gazeuse des anses grêles et du colon</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Images hydroaériques périphériques plus hautes que larges</a:t>
            </a:r>
          </a:p>
        </p:txBody>
      </p:sp>
    </p:spTree>
    <p:extLst>
      <p:ext uri="{BB962C8B-B14F-4D97-AF65-F5344CB8AC3E}">
        <p14:creationId xmlns:p14="http://schemas.microsoft.com/office/powerpoint/2010/main" val="26216247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A488F-C231-FFBD-3D31-6CA70079BF24}"/>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A2B7B22-A3E7-07DB-135D-96E9947FA348}"/>
              </a:ext>
            </a:extLst>
          </p:cNvPr>
          <p:cNvSpPr>
            <a:spLocks noGrp="1"/>
          </p:cNvSpPr>
          <p:nvPr>
            <p:ph idx="1"/>
          </p:nvPr>
        </p:nvSpPr>
        <p:spPr>
          <a:xfrm>
            <a:off x="345440" y="1541145"/>
            <a:ext cx="11572240" cy="3406775"/>
          </a:xfrm>
        </p:spPr>
        <p:txBody>
          <a:bodyPr anchor="ctr" anchorCtr="0">
            <a:normAutofit fontScale="92500" lnSpcReduction="100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17/ Quels sont parmi les éléments suivants, ceux qui orientent vers une OIA organique par cancer sténosant du sigmoïde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Épaississement des parois des anses grêles avec effacement des valvules conniventes</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Présence d’air dans le rectum</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Volumineuse image hydroaérique en arceau médian</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Distension harmonieuse essentiellement gazeuse des anses grêles et du colon</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Images hydroaériques périphériques plus hautes que larges</a:t>
            </a:r>
          </a:p>
        </p:txBody>
      </p:sp>
    </p:spTree>
    <p:extLst>
      <p:ext uri="{BB962C8B-B14F-4D97-AF65-F5344CB8AC3E}">
        <p14:creationId xmlns:p14="http://schemas.microsoft.com/office/powerpoint/2010/main" val="32693348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940A9-C0D9-D703-4B24-A02D7FD597E0}"/>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46ECA361-6A5F-4474-DC01-6B7D9B2A64E4}"/>
              </a:ext>
            </a:extLst>
          </p:cNvPr>
          <p:cNvSpPr>
            <a:spLocks noGrp="1"/>
          </p:cNvSpPr>
          <p:nvPr>
            <p:ph idx="1"/>
          </p:nvPr>
        </p:nvSpPr>
        <p:spPr>
          <a:xfrm>
            <a:off x="345440" y="1541145"/>
            <a:ext cx="11572240" cy="3406775"/>
          </a:xfrm>
        </p:spPr>
        <p:txBody>
          <a:bodyPr anchor="ctr" anchorCtr="0">
            <a:normAutofit lnSpcReduction="100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18/ Le bilan radiologique au cours d’un syndrome occlusif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Comporte un cliché d’ASP de face (debout et couché)</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Comporte une échographie abdominale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Nécessite une opacification digestive par voie basse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 scanner abdominal est l’examen de choix</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Permet de préciser le siège de l’occlusion</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Permet de confirmer le diagnostic d’une OIA</a:t>
            </a:r>
          </a:p>
        </p:txBody>
      </p:sp>
    </p:spTree>
    <p:extLst>
      <p:ext uri="{BB962C8B-B14F-4D97-AF65-F5344CB8AC3E}">
        <p14:creationId xmlns:p14="http://schemas.microsoft.com/office/powerpoint/2010/main" val="22819903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F47D4-1BF6-01AB-1D08-F906B4D4184B}"/>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38AEE920-28D2-3EB1-4ACC-A31E27FC128D}"/>
              </a:ext>
            </a:extLst>
          </p:cNvPr>
          <p:cNvSpPr>
            <a:spLocks noGrp="1"/>
          </p:cNvSpPr>
          <p:nvPr>
            <p:ph idx="1"/>
          </p:nvPr>
        </p:nvSpPr>
        <p:spPr>
          <a:xfrm>
            <a:off x="345440" y="1541145"/>
            <a:ext cx="11572240" cy="3406775"/>
          </a:xfrm>
        </p:spPr>
        <p:txBody>
          <a:bodyPr anchor="ctr" anchorCtr="0">
            <a:normAutofit lnSpcReduction="100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18/ Le bilan radiologique au cours d’un syndrome occlusif :</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Comporte un cliché d’ASP de face (debout et couché)</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Comporte une échographie abdominale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Nécessite une opacification digestive par voie basse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 scanner abdominal est l’examen de choix</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Permet de préciser le siège de l’occlusion</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Permet de confirmer le diagnostic d’une OIA</a:t>
            </a:r>
          </a:p>
        </p:txBody>
      </p:sp>
    </p:spTree>
    <p:extLst>
      <p:ext uri="{BB962C8B-B14F-4D97-AF65-F5344CB8AC3E}">
        <p14:creationId xmlns:p14="http://schemas.microsoft.com/office/powerpoint/2010/main" val="15165489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8BDDD-E965-48A1-7CB4-BB733B3DB49C}"/>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D9A5EFD7-F5FB-A8E7-D027-AEE7BCFDCAE2}"/>
              </a:ext>
            </a:extLst>
          </p:cNvPr>
          <p:cNvSpPr>
            <a:spLocks noGrp="1"/>
          </p:cNvSpPr>
          <p:nvPr>
            <p:ph idx="1"/>
          </p:nvPr>
        </p:nvSpPr>
        <p:spPr>
          <a:xfrm>
            <a:off x="370392" y="1541145"/>
            <a:ext cx="11597832" cy="3406775"/>
          </a:xfrm>
        </p:spPr>
        <p:txBody>
          <a:bodyPr anchor="ctr" anchorCtr="0">
            <a:normAutofit lnSpcReduction="100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19/ Les conséquences physiopathologiques de l’occlusion se traduisent sur l’ASP par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Modifications de la paroi intestinale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Poche à air gastrique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Granité caecale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Grisaille diffuse effaçant les lignes de psoas</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Images hydro-aériques</a:t>
            </a:r>
          </a:p>
        </p:txBody>
      </p:sp>
    </p:spTree>
    <p:extLst>
      <p:ext uri="{BB962C8B-B14F-4D97-AF65-F5344CB8AC3E}">
        <p14:creationId xmlns:p14="http://schemas.microsoft.com/office/powerpoint/2010/main" val="41922346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37AEA-AA1A-D92A-44E5-CF04287E8C7D}"/>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1862EEDA-B851-7167-7A06-2155198C6ADE}"/>
              </a:ext>
            </a:extLst>
          </p:cNvPr>
          <p:cNvSpPr>
            <a:spLocks noGrp="1"/>
          </p:cNvSpPr>
          <p:nvPr>
            <p:ph idx="1"/>
          </p:nvPr>
        </p:nvSpPr>
        <p:spPr>
          <a:xfrm>
            <a:off x="370392" y="1541145"/>
            <a:ext cx="11597832" cy="3406775"/>
          </a:xfrm>
        </p:spPr>
        <p:txBody>
          <a:bodyPr anchor="ctr" anchorCtr="0">
            <a:normAutofit lnSpcReduction="100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19/ Les conséquences physiopathologiques de l’occlusion se traduisent sur l’ASP par :</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Modifications de la paroi intestinale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Poche à air gastrique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Granité caecale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Grisaille diffuse effaçant les lignes de psoas</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Images hydro-aériques</a:t>
            </a:r>
          </a:p>
        </p:txBody>
      </p:sp>
    </p:spTree>
    <p:extLst>
      <p:ext uri="{BB962C8B-B14F-4D97-AF65-F5344CB8AC3E}">
        <p14:creationId xmlns:p14="http://schemas.microsoft.com/office/powerpoint/2010/main" val="14150785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4CC14-578E-9D1F-4E6F-96A02DCEB0E4}"/>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B1D2754-8C75-A1D6-2B63-7D419B319D3C}"/>
              </a:ext>
            </a:extLst>
          </p:cNvPr>
          <p:cNvSpPr>
            <a:spLocks noGrp="1"/>
          </p:cNvSpPr>
          <p:nvPr>
            <p:ph idx="1"/>
          </p:nvPr>
        </p:nvSpPr>
        <p:spPr>
          <a:xfrm>
            <a:off x="370392" y="1541145"/>
            <a:ext cx="11597832" cy="3406775"/>
          </a:xfrm>
        </p:spPr>
        <p:txBody>
          <a:bodyPr anchor="ctr" anchorCtr="0">
            <a:normAutofit lnSpcReduction="100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20/ Lors d’un syndrome occlusif, l’examen radiologique de première intention est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Occlusion digestive haute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Échographie abdominale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Radiographie ASP debout de face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Scanner abdominal</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Lavement baryté</a:t>
            </a:r>
          </a:p>
        </p:txBody>
      </p:sp>
    </p:spTree>
    <p:extLst>
      <p:ext uri="{BB962C8B-B14F-4D97-AF65-F5344CB8AC3E}">
        <p14:creationId xmlns:p14="http://schemas.microsoft.com/office/powerpoint/2010/main" val="38093727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578BA-33BB-A73E-662D-480301A28937}"/>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22BD857F-FC8F-ED7D-3E32-968B997F5F4F}"/>
              </a:ext>
            </a:extLst>
          </p:cNvPr>
          <p:cNvSpPr>
            <a:spLocks noGrp="1"/>
          </p:cNvSpPr>
          <p:nvPr>
            <p:ph idx="1"/>
          </p:nvPr>
        </p:nvSpPr>
        <p:spPr>
          <a:xfrm>
            <a:off x="370392" y="1541145"/>
            <a:ext cx="11597832" cy="3406775"/>
          </a:xfrm>
        </p:spPr>
        <p:txBody>
          <a:bodyPr anchor="ctr" anchorCtr="0">
            <a:normAutofit lnSpcReduction="100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20/ Lors d’un syndrome occlusif, l’examen radiologique de première intention est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Occlusion digestive haute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Échographie abdominale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Radiographie ASP debout de face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Scanner abdominal</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Lavement baryté</a:t>
            </a:r>
          </a:p>
        </p:txBody>
      </p:sp>
    </p:spTree>
    <p:extLst>
      <p:ext uri="{BB962C8B-B14F-4D97-AF65-F5344CB8AC3E}">
        <p14:creationId xmlns:p14="http://schemas.microsoft.com/office/powerpoint/2010/main" val="6111281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C7525-4B7A-DB87-6801-96B0B70B8CDF}"/>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348CCA4B-E753-3131-80F9-95E76BFC6025}"/>
              </a:ext>
            </a:extLst>
          </p:cNvPr>
          <p:cNvSpPr>
            <a:spLocks noGrp="1"/>
          </p:cNvSpPr>
          <p:nvPr>
            <p:ph idx="1"/>
          </p:nvPr>
        </p:nvSpPr>
        <p:spPr>
          <a:xfrm>
            <a:off x="370392" y="1541145"/>
            <a:ext cx="11597832" cy="3406775"/>
          </a:xfrm>
        </p:spPr>
        <p:txBody>
          <a:bodyPr anchor="ctr" anchorCtr="0">
            <a:normAutofit lnSpcReduction="100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21/ Au cours d’un syndrome occlusif, la radiographie de l’abdomen sans préparation en position debout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Peut ne pas montrer des NHA</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Permet une analyse des reliefs muqueux des anses intestinales</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Aide au diagnostic de siège de l’occlusion</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Permet d’apporter des signes de gravité de l’OIA</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Est indispensable au diagnostic</a:t>
            </a:r>
          </a:p>
        </p:txBody>
      </p:sp>
    </p:spTree>
    <p:extLst>
      <p:ext uri="{BB962C8B-B14F-4D97-AF65-F5344CB8AC3E}">
        <p14:creationId xmlns:p14="http://schemas.microsoft.com/office/powerpoint/2010/main" val="27828550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004B3-B566-1B72-3487-F3CD2D4D4331}"/>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376ACE53-A2E3-87F4-9B4E-56721CB7C068}"/>
              </a:ext>
            </a:extLst>
          </p:cNvPr>
          <p:cNvSpPr>
            <a:spLocks noGrp="1"/>
          </p:cNvSpPr>
          <p:nvPr>
            <p:ph idx="1"/>
          </p:nvPr>
        </p:nvSpPr>
        <p:spPr>
          <a:xfrm>
            <a:off x="370392" y="1541145"/>
            <a:ext cx="11597832" cy="3406775"/>
          </a:xfrm>
        </p:spPr>
        <p:txBody>
          <a:bodyPr anchor="ctr" anchorCtr="0">
            <a:normAutofit lnSpcReduction="100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21/ Au cours d’un syndrome occlusif, la radiographie de l’abdomen sans préparation en position debout :</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Peut ne pas montrer des NHA</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Permet une analyse des reliefs muqueux des anses intestinales</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Aide au diagnostic de siège de l’occlusion</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Permet d’apporter des signes de gravité de l’OIA</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Est indispensable au diagnostic</a:t>
            </a:r>
          </a:p>
        </p:txBody>
      </p:sp>
    </p:spTree>
    <p:extLst>
      <p:ext uri="{BB962C8B-B14F-4D97-AF65-F5344CB8AC3E}">
        <p14:creationId xmlns:p14="http://schemas.microsoft.com/office/powerpoint/2010/main" val="25414022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84C86-1E93-F3AD-4894-48B34CC8EA9B}"/>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36370FF7-FBD2-77FE-3B9E-729DEB83B67D}"/>
              </a:ext>
            </a:extLst>
          </p:cNvPr>
          <p:cNvSpPr>
            <a:spLocks noGrp="1"/>
          </p:cNvSpPr>
          <p:nvPr>
            <p:ph idx="1"/>
          </p:nvPr>
        </p:nvSpPr>
        <p:spPr>
          <a:xfrm>
            <a:off x="370392" y="1541145"/>
            <a:ext cx="11597832"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22/ Les images hydro-aériques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Elles sont mixtes lors d’une occlusion organique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Elles sont plus nombreuses en cas d’occlusion basse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Elles sont visibles sur une échographie abdominale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Correspondent à des arceaux gazeux et des bulles gazeuses</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Elles sont nettes sur ASP de face couché</a:t>
            </a:r>
          </a:p>
        </p:txBody>
      </p:sp>
    </p:spTree>
    <p:extLst>
      <p:ext uri="{BB962C8B-B14F-4D97-AF65-F5344CB8AC3E}">
        <p14:creationId xmlns:p14="http://schemas.microsoft.com/office/powerpoint/2010/main" val="25556340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428ED-D694-3D8D-7AD4-5EF44034A0B4}"/>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481F379D-ABCB-4E44-0EA5-B04C9DFE3EE7}"/>
              </a:ext>
            </a:extLst>
          </p:cNvPr>
          <p:cNvSpPr>
            <a:spLocks noGrp="1"/>
          </p:cNvSpPr>
          <p:nvPr>
            <p:ph idx="1"/>
          </p:nvPr>
        </p:nvSpPr>
        <p:spPr>
          <a:xfrm>
            <a:off x="370392" y="1541145"/>
            <a:ext cx="11597832"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22/ Les images hydro-aériques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Elles sont mixtes lors d’une occlusion organique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Elles sont plus nombreuses en cas d’occlusion basse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Elles sont visibles sur une échographie abdominale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Correspondent à des arceaux gazeux et des bulles gazeuses</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Elles sont nettes sur ASP de face couché</a:t>
            </a:r>
          </a:p>
        </p:txBody>
      </p:sp>
    </p:spTree>
    <p:extLst>
      <p:ext uri="{BB962C8B-B14F-4D97-AF65-F5344CB8AC3E}">
        <p14:creationId xmlns:p14="http://schemas.microsoft.com/office/powerpoint/2010/main" val="360122895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1B9A7-5010-229C-00A2-B6B3EF1F9628}"/>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A89A1325-ABA8-5F51-2CAE-F1ED20C45B44}"/>
              </a:ext>
            </a:extLst>
          </p:cNvPr>
          <p:cNvSpPr>
            <a:spLocks noGrp="1"/>
          </p:cNvSpPr>
          <p:nvPr>
            <p:ph idx="1"/>
          </p:nvPr>
        </p:nvSpPr>
        <p:spPr>
          <a:xfrm>
            <a:off x="370392" y="1541145"/>
            <a:ext cx="11597832"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23/ Les bulles gazeuses sur radiographie ASP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Elles sont plus larges que hautes sur le grêle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La limite inférieure est horizontale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La limite supérieure est régulièrement convexe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La clarté est moins nette au cours d’une occlusion colique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Correspondent à la base d’une anse pleine de liquide</a:t>
            </a:r>
          </a:p>
        </p:txBody>
      </p:sp>
    </p:spTree>
    <p:extLst>
      <p:ext uri="{BB962C8B-B14F-4D97-AF65-F5344CB8AC3E}">
        <p14:creationId xmlns:p14="http://schemas.microsoft.com/office/powerpoint/2010/main" val="27259237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C0384-DAA1-8CFE-D7B7-3D126C6244EB}"/>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CE9014BC-AC11-FDFF-E564-DE82A1031A31}"/>
              </a:ext>
            </a:extLst>
          </p:cNvPr>
          <p:cNvSpPr>
            <a:spLocks noGrp="1"/>
          </p:cNvSpPr>
          <p:nvPr>
            <p:ph idx="1"/>
          </p:nvPr>
        </p:nvSpPr>
        <p:spPr>
          <a:xfrm>
            <a:off x="370392" y="1541145"/>
            <a:ext cx="11597832"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23/ Les bulles gazeuses sur radiographie ASP :</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Elles sont plus larges que hautes sur le grêle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La limite inférieure est horizontale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La limite supérieure est régulièrement convexe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La clarté est moins nette au cours d’une occlusion colique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Correspondent à la base d’une anse pleine de liquide</a:t>
            </a:r>
          </a:p>
        </p:txBody>
      </p:sp>
    </p:spTree>
    <p:extLst>
      <p:ext uri="{BB962C8B-B14F-4D97-AF65-F5344CB8AC3E}">
        <p14:creationId xmlns:p14="http://schemas.microsoft.com/office/powerpoint/2010/main" val="113029390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C8E25-5F20-D3C2-DD1E-7F0AA7DD62AD}"/>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AE930E6D-B1B1-B93E-D721-013E4F24612A}"/>
              </a:ext>
            </a:extLst>
          </p:cNvPr>
          <p:cNvSpPr>
            <a:spLocks noGrp="1"/>
          </p:cNvSpPr>
          <p:nvPr>
            <p:ph idx="1"/>
          </p:nvPr>
        </p:nvSpPr>
        <p:spPr>
          <a:xfrm>
            <a:off x="370392" y="1541145"/>
            <a:ext cx="11597832"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24/ Les arceaux gazeux sur la radiographie ASP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La limite supérieure est convexe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La limite inférieure est horizontale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La hauteur des deux jambages est identique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Ils occupent le sommet et les deux jambages de l’anse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Correspondent à un épanchement liquidien inter anses</a:t>
            </a:r>
          </a:p>
        </p:txBody>
      </p:sp>
    </p:spTree>
    <p:extLst>
      <p:ext uri="{BB962C8B-B14F-4D97-AF65-F5344CB8AC3E}">
        <p14:creationId xmlns:p14="http://schemas.microsoft.com/office/powerpoint/2010/main" val="110870970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5607D-F54F-826D-3E24-F64F12C815D8}"/>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0D0BB804-6522-49BD-15FE-5782A7F357A6}"/>
              </a:ext>
            </a:extLst>
          </p:cNvPr>
          <p:cNvSpPr>
            <a:spLocks noGrp="1"/>
          </p:cNvSpPr>
          <p:nvPr>
            <p:ph idx="1"/>
          </p:nvPr>
        </p:nvSpPr>
        <p:spPr>
          <a:xfrm>
            <a:off x="370392" y="1541145"/>
            <a:ext cx="11597832"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24/ Les arceaux gazeux sur la radiographie ASP :</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La limite supérieure est convexe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La limite inférieure est horizontale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La hauteur des deux jambages est identique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Ils occupent le sommet et les deux jambages de l’anse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Correspondent à un épanchement liquidien inter anses</a:t>
            </a:r>
          </a:p>
        </p:txBody>
      </p:sp>
    </p:spTree>
    <p:extLst>
      <p:ext uri="{BB962C8B-B14F-4D97-AF65-F5344CB8AC3E}">
        <p14:creationId xmlns:p14="http://schemas.microsoft.com/office/powerpoint/2010/main" val="31972918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42B72-29E0-E27D-EC5D-70A90D86A0DF}"/>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67FD533-00A6-E1E9-1B72-519A3E50643B}"/>
              </a:ext>
            </a:extLst>
          </p:cNvPr>
          <p:cNvSpPr>
            <a:spLocks noGrp="1"/>
          </p:cNvSpPr>
          <p:nvPr>
            <p:ph idx="1"/>
          </p:nvPr>
        </p:nvSpPr>
        <p:spPr>
          <a:xfrm>
            <a:off x="370392" y="1541145"/>
            <a:ext cx="11597832"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25/ Les NHA sont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Absents en cas d’OIA avec nécrose intestinale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Peuvent être cornues dans les occlusions incomplètes du grêle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Centraux dans les OIA du colon droit</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Disposés en cadre dans les OIA du grêle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Plus hauts que larges dans les OIA du grêle</a:t>
            </a:r>
          </a:p>
        </p:txBody>
      </p:sp>
    </p:spTree>
    <p:extLst>
      <p:ext uri="{BB962C8B-B14F-4D97-AF65-F5344CB8AC3E}">
        <p14:creationId xmlns:p14="http://schemas.microsoft.com/office/powerpoint/2010/main" val="415616675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E1A2A-CFC8-9818-E008-0B9D6D7CE79A}"/>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020AB286-C59B-6A61-B6B9-2C7011ABCBF9}"/>
              </a:ext>
            </a:extLst>
          </p:cNvPr>
          <p:cNvSpPr>
            <a:spLocks noGrp="1"/>
          </p:cNvSpPr>
          <p:nvPr>
            <p:ph idx="1"/>
          </p:nvPr>
        </p:nvSpPr>
        <p:spPr>
          <a:xfrm>
            <a:off x="370392" y="1541145"/>
            <a:ext cx="11597832"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25/ Les NHA sont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Absents en cas d’OIA avec nécrose intestinale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Peuvent être cornues dans les occlusions incomplètes du grêle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Centraux dans les OIA du colon droit</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Disposés en cadre dans les OIA du grêle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Plus hauts que larges dans les OIA du grêle</a:t>
            </a:r>
          </a:p>
        </p:txBody>
      </p:sp>
    </p:spTree>
    <p:extLst>
      <p:ext uri="{BB962C8B-B14F-4D97-AF65-F5344CB8AC3E}">
        <p14:creationId xmlns:p14="http://schemas.microsoft.com/office/powerpoint/2010/main" val="256078909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09B41-9C9F-BD48-47DE-022557EA6670}"/>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29155B09-3301-0F08-98B9-36F62D7F4603}"/>
              </a:ext>
            </a:extLst>
          </p:cNvPr>
          <p:cNvSpPr>
            <a:spLocks noGrp="1"/>
          </p:cNvSpPr>
          <p:nvPr>
            <p:ph idx="1"/>
          </p:nvPr>
        </p:nvSpPr>
        <p:spPr>
          <a:xfrm>
            <a:off x="370392" y="1541145"/>
            <a:ext cx="11597832" cy="3406775"/>
          </a:xfrm>
        </p:spPr>
        <p:txBody>
          <a:bodyPr anchor="ctr" anchorCtr="0">
            <a:normAutofit lnSpcReduction="100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26/ Un épanchement liquidien péritonéal se traduit sur la radiographie ASP par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Dispersion de la poche à air gastrique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Une clarté sous pariétale sur le cliché ASP de face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 croissant gazeux sous phrénique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Grisaille effaçant les bords externes des psoas</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Des coulées opaques entre les anses dilatées</a:t>
            </a:r>
          </a:p>
        </p:txBody>
      </p:sp>
    </p:spTree>
    <p:extLst>
      <p:ext uri="{BB962C8B-B14F-4D97-AF65-F5344CB8AC3E}">
        <p14:creationId xmlns:p14="http://schemas.microsoft.com/office/powerpoint/2010/main" val="193206965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0A0D8-1B59-A393-5ABF-ED7BA6AB5628}"/>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00E3BBA-0238-224D-4373-1D296F675CED}"/>
              </a:ext>
            </a:extLst>
          </p:cNvPr>
          <p:cNvSpPr>
            <a:spLocks noGrp="1"/>
          </p:cNvSpPr>
          <p:nvPr>
            <p:ph idx="1"/>
          </p:nvPr>
        </p:nvSpPr>
        <p:spPr>
          <a:xfrm>
            <a:off x="370392" y="1541145"/>
            <a:ext cx="11597832" cy="3406775"/>
          </a:xfrm>
        </p:spPr>
        <p:txBody>
          <a:bodyPr anchor="ctr" anchorCtr="0">
            <a:normAutofit lnSpcReduction="100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26/ Un épanchement liquidien péritonéal se traduit sur la radiographie ASP par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Dispersion de la poche à air gastrique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Une clarté sous pariétale sur le cliché ASP de face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 croissant gazeux sous phrénique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Grisaille effaçant les bords externes des psoas</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Des coulées opaques entre les anses dilatées</a:t>
            </a:r>
          </a:p>
        </p:txBody>
      </p:sp>
    </p:spTree>
    <p:extLst>
      <p:ext uri="{BB962C8B-B14F-4D97-AF65-F5344CB8AC3E}">
        <p14:creationId xmlns:p14="http://schemas.microsoft.com/office/powerpoint/2010/main" val="72673726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0388B-7950-E2CE-C9F3-1FBDB4E04288}"/>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1AE66827-E78B-7054-2639-D9986EA58752}"/>
              </a:ext>
            </a:extLst>
          </p:cNvPr>
          <p:cNvSpPr>
            <a:spLocks noGrp="1"/>
          </p:cNvSpPr>
          <p:nvPr>
            <p:ph idx="1"/>
          </p:nvPr>
        </p:nvSpPr>
        <p:spPr>
          <a:xfrm>
            <a:off x="370392" y="1541145"/>
            <a:ext cx="11597832"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27/ Au cours d’une OIA mécanique, le scanner abdominal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Est moins pratiqué qu’une radiographie avec opacification</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Ne montre pas un niveau transitionnel</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Permet de rechercher des signes de gravité</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Peut montrer des NHA</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C’est l’examen radiologique de référence pour la prise en charge d’une OIA</a:t>
            </a:r>
          </a:p>
        </p:txBody>
      </p:sp>
    </p:spTree>
    <p:extLst>
      <p:ext uri="{BB962C8B-B14F-4D97-AF65-F5344CB8AC3E}">
        <p14:creationId xmlns:p14="http://schemas.microsoft.com/office/powerpoint/2010/main" val="214497146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9F8E5-5312-D4EB-4309-8E035153BBDF}"/>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43E5E92E-F661-3926-BAD5-CEE3BAF37F2C}"/>
              </a:ext>
            </a:extLst>
          </p:cNvPr>
          <p:cNvSpPr>
            <a:spLocks noGrp="1"/>
          </p:cNvSpPr>
          <p:nvPr>
            <p:ph idx="1"/>
          </p:nvPr>
        </p:nvSpPr>
        <p:spPr>
          <a:xfrm>
            <a:off x="370392" y="1541145"/>
            <a:ext cx="11597832"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27/ Au cours d’une OIA mécanique, le scanner abdominal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Est moins pratiqué qu’une radiographie avec opacification</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Ne montre pas un niveau transitionnel</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Permet de rechercher des signes de gravité</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Peut montrer des NHA</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C’est l’examen radiologique de référence pour la prise en charge d’une OIA</a:t>
            </a:r>
          </a:p>
        </p:txBody>
      </p:sp>
    </p:spTree>
    <p:extLst>
      <p:ext uri="{BB962C8B-B14F-4D97-AF65-F5344CB8AC3E}">
        <p14:creationId xmlns:p14="http://schemas.microsoft.com/office/powerpoint/2010/main" val="247594227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540CF-133E-AF25-D7D9-53217C07F710}"/>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458FC8D3-F66D-033E-BAE1-B14668935100}"/>
              </a:ext>
            </a:extLst>
          </p:cNvPr>
          <p:cNvSpPr>
            <a:spLocks noGrp="1"/>
          </p:cNvSpPr>
          <p:nvPr>
            <p:ph idx="1"/>
          </p:nvPr>
        </p:nvSpPr>
        <p:spPr>
          <a:xfrm>
            <a:off x="370392" y="1541145"/>
            <a:ext cx="11597832"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28/ En cas d’OIA, le scanner abdominal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Il est contre indiqué en cas de suspicion de perforation digestive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Il distingue entre OIA mécanique et fonctionnelle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Il localise le siège de ‘obstacle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Il peut montrer des signes de souffrance intestinale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Il est indispensable dans la prise en charge</a:t>
            </a:r>
          </a:p>
        </p:txBody>
      </p:sp>
    </p:spTree>
    <p:extLst>
      <p:ext uri="{BB962C8B-B14F-4D97-AF65-F5344CB8AC3E}">
        <p14:creationId xmlns:p14="http://schemas.microsoft.com/office/powerpoint/2010/main" val="338984196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D1639-BEEE-DF7D-982F-1509EB262E36}"/>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C3AFAF9F-898F-FCFE-F75D-9AC83BE0995C}"/>
              </a:ext>
            </a:extLst>
          </p:cNvPr>
          <p:cNvSpPr>
            <a:spLocks noGrp="1"/>
          </p:cNvSpPr>
          <p:nvPr>
            <p:ph idx="1"/>
          </p:nvPr>
        </p:nvSpPr>
        <p:spPr>
          <a:xfrm>
            <a:off x="370392" y="1541145"/>
            <a:ext cx="11597832"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28/ En cas d’OIA, le scanner abdominal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Il est contre indiqué en cas de suspicion de perforation digestive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Il distingue entre OIA mécanique et fonctionnelle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Il localise le siège de ‘obstacle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Il peut montrer des signes de souffrance intestinale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Il est indispensable dans la prise en charge</a:t>
            </a:r>
          </a:p>
        </p:txBody>
      </p:sp>
    </p:spTree>
    <p:extLst>
      <p:ext uri="{BB962C8B-B14F-4D97-AF65-F5344CB8AC3E}">
        <p14:creationId xmlns:p14="http://schemas.microsoft.com/office/powerpoint/2010/main" val="34657739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E0212-B728-3889-6036-B9646FE6281B}"/>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74E034AF-83D2-23D1-DE82-9CDCA2AFE14D}"/>
              </a:ext>
            </a:extLst>
          </p:cNvPr>
          <p:cNvSpPr>
            <a:spLocks noGrp="1"/>
          </p:cNvSpPr>
          <p:nvPr>
            <p:ph idx="1"/>
          </p:nvPr>
        </p:nvSpPr>
        <p:spPr>
          <a:xfrm>
            <a:off x="370392" y="1541145"/>
            <a:ext cx="11597832"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29/ Les signes radiologiques de gravité d’un syndrome occlusif sont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 diamètre caecal de 9 cm</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Une pneumatose pariétale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Une aéroportie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Une aérobilie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 pneumopéritoine</a:t>
            </a:r>
          </a:p>
        </p:txBody>
      </p:sp>
    </p:spTree>
    <p:extLst>
      <p:ext uri="{BB962C8B-B14F-4D97-AF65-F5344CB8AC3E}">
        <p14:creationId xmlns:p14="http://schemas.microsoft.com/office/powerpoint/2010/main" val="325288309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43E3A-EE74-7005-2B77-05D3E1F9B130}"/>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39760FC9-CE14-7B62-4B9C-A35125F0E67E}"/>
              </a:ext>
            </a:extLst>
          </p:cNvPr>
          <p:cNvSpPr>
            <a:spLocks noGrp="1"/>
          </p:cNvSpPr>
          <p:nvPr>
            <p:ph idx="1"/>
          </p:nvPr>
        </p:nvSpPr>
        <p:spPr>
          <a:xfrm>
            <a:off x="370392" y="1541145"/>
            <a:ext cx="11597832"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29/ Les signes radiologiques de gravité d’un syndrome occlusif sont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 diamètre caecal de 9 cm</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Une pneumatose pariétale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Une aéroportie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Une aérobilie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Un pneumopéritoine</a:t>
            </a:r>
          </a:p>
        </p:txBody>
      </p:sp>
    </p:spTree>
    <p:extLst>
      <p:ext uri="{BB962C8B-B14F-4D97-AF65-F5344CB8AC3E}">
        <p14:creationId xmlns:p14="http://schemas.microsoft.com/office/powerpoint/2010/main" val="189208169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40ECF-CC45-CC8E-267A-151C43EAD7E0}"/>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CE51A95-8AC4-410E-B6E2-821C108E5F30}"/>
              </a:ext>
            </a:extLst>
          </p:cNvPr>
          <p:cNvSpPr>
            <a:spLocks noGrp="1"/>
          </p:cNvSpPr>
          <p:nvPr>
            <p:ph idx="1"/>
          </p:nvPr>
        </p:nvSpPr>
        <p:spPr>
          <a:xfrm>
            <a:off x="370392" y="1541145"/>
            <a:ext cx="11597832"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30/ Les signes radiologiques en faveur d’une occlusion fonctionnelle sont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Présence d’une anse sentinelle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Dilatation gazeuse intéressant le colon sigmoïde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Niveau transitionnel intestinal</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Prédominance des images gazeuses</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Infiltration des mésos</a:t>
            </a:r>
          </a:p>
        </p:txBody>
      </p:sp>
    </p:spTree>
    <p:extLst>
      <p:ext uri="{BB962C8B-B14F-4D97-AF65-F5344CB8AC3E}">
        <p14:creationId xmlns:p14="http://schemas.microsoft.com/office/powerpoint/2010/main" val="163771970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D9745-7844-E637-C356-678E4C62C846}"/>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0D436D3C-0747-5BFD-9901-3194955A704E}"/>
              </a:ext>
            </a:extLst>
          </p:cNvPr>
          <p:cNvSpPr>
            <a:spLocks noGrp="1"/>
          </p:cNvSpPr>
          <p:nvPr>
            <p:ph idx="1"/>
          </p:nvPr>
        </p:nvSpPr>
        <p:spPr>
          <a:xfrm>
            <a:off x="370392" y="1541145"/>
            <a:ext cx="11597832"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30/ Les signes radiologiques en faveur d’une occlusion fonctionnelle sont :</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Présence d’une anse sentinelle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Dilatation gazeuse intéressant le colon sigmoïde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Niveau transitionnel intestinal</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Prédominance des images gazeuses</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Infiltration des mésos</a:t>
            </a:r>
          </a:p>
        </p:txBody>
      </p:sp>
    </p:spTree>
    <p:extLst>
      <p:ext uri="{BB962C8B-B14F-4D97-AF65-F5344CB8AC3E}">
        <p14:creationId xmlns:p14="http://schemas.microsoft.com/office/powerpoint/2010/main" val="380024933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DB472-34C1-8978-5D1F-078900B8135C}"/>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06B7CED6-8A6A-F04B-B1C6-1FC13F584BCA}"/>
              </a:ext>
            </a:extLst>
          </p:cNvPr>
          <p:cNvSpPr>
            <a:spLocks noGrp="1"/>
          </p:cNvSpPr>
          <p:nvPr>
            <p:ph idx="1"/>
          </p:nvPr>
        </p:nvSpPr>
        <p:spPr>
          <a:xfrm>
            <a:off x="370392" y="1541145"/>
            <a:ext cx="11597832"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31/ Dans le cadre d’une OIA par obstruction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 scanner montre le niveau sus et sous transitionnel</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 scanner peut être normal en cas d’occlusion par bride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 segment sus-transitionnel est plat</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 segment sous-transitionnel est dilaté</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 niveau transitionnel permet de définir la nature de l’obstacle</a:t>
            </a:r>
          </a:p>
        </p:txBody>
      </p:sp>
    </p:spTree>
    <p:extLst>
      <p:ext uri="{BB962C8B-B14F-4D97-AF65-F5344CB8AC3E}">
        <p14:creationId xmlns:p14="http://schemas.microsoft.com/office/powerpoint/2010/main" val="391461464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02A09-D2BA-99FC-D3B1-2E0D6C4FCA4C}"/>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413EB1C9-52C8-3E5E-CC0F-F26984619289}"/>
              </a:ext>
            </a:extLst>
          </p:cNvPr>
          <p:cNvSpPr>
            <a:spLocks noGrp="1"/>
          </p:cNvSpPr>
          <p:nvPr>
            <p:ph idx="1"/>
          </p:nvPr>
        </p:nvSpPr>
        <p:spPr>
          <a:xfrm>
            <a:off x="370392" y="1541145"/>
            <a:ext cx="11597832"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31/ Dans le cadre d’une OIA par obstruction :</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Le scanner montre le niveau sus et sous transitionnel</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 scanner peut être normal en cas d’occlusion par bride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 segment sus-transitionnel est plat</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 segment sous-transitionnel est dilaté</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Le niveau transitionnel permet de définir la nature de l’obstacle</a:t>
            </a:r>
          </a:p>
        </p:txBody>
      </p:sp>
    </p:spTree>
    <p:extLst>
      <p:ext uri="{BB962C8B-B14F-4D97-AF65-F5344CB8AC3E}">
        <p14:creationId xmlns:p14="http://schemas.microsoft.com/office/powerpoint/2010/main" val="105719189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FBDE5-E6CA-75BA-21D2-DDA140C80723}"/>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2AE312F6-62D0-AF47-AEA3-90B185B763DA}"/>
              </a:ext>
            </a:extLst>
          </p:cNvPr>
          <p:cNvSpPr>
            <a:spLocks noGrp="1"/>
          </p:cNvSpPr>
          <p:nvPr>
            <p:ph idx="1"/>
          </p:nvPr>
        </p:nvSpPr>
        <p:spPr>
          <a:xfrm>
            <a:off x="370392" y="1541145"/>
            <a:ext cx="11597832"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32/ Concernant l’OIA par strangulation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 cliché d’ASP est suffisant pour poser le diagnostic</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Une image d’un arceau unique est évocatrice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 signe du tourbillon (</a:t>
            </a:r>
            <a:r>
              <a:rPr lang="fr-FR" dirty="0" err="1">
                <a:latin typeface="Calibri" panose="020F0502020204030204" pitchFamily="34" charset="0"/>
                <a:ea typeface="Calibri" panose="020F0502020204030204" pitchFamily="34" charset="0"/>
                <a:cs typeface="Calibri" panose="020F0502020204030204" pitchFamily="34" charset="0"/>
              </a:rPr>
              <a:t>Whirl</a:t>
            </a:r>
            <a:r>
              <a:rPr lang="fr-FR" dirty="0">
                <a:latin typeface="Calibri" panose="020F0502020204030204" pitchFamily="34" charset="0"/>
                <a:ea typeface="Calibri" panose="020F0502020204030204" pitchFamily="34" charset="0"/>
                <a:cs typeface="Calibri" panose="020F0502020204030204" pitchFamily="34" charset="0"/>
              </a:rPr>
              <a:t> </a:t>
            </a:r>
            <a:r>
              <a:rPr lang="fr-FR" dirty="0" err="1">
                <a:latin typeface="Calibri" panose="020F0502020204030204" pitchFamily="34" charset="0"/>
                <a:ea typeface="Calibri" panose="020F0502020204030204" pitchFamily="34" charset="0"/>
                <a:cs typeface="Calibri" panose="020F0502020204030204" pitchFamily="34" charset="0"/>
              </a:rPr>
              <a:t>Sign</a:t>
            </a:r>
            <a:r>
              <a:rPr lang="fr-FR" dirty="0">
                <a:latin typeface="Calibri" panose="020F0502020204030204" pitchFamily="34" charset="0"/>
                <a:ea typeface="Calibri" panose="020F0502020204030204" pitchFamily="34" charset="0"/>
                <a:cs typeface="Calibri" panose="020F0502020204030204" pitchFamily="34" charset="0"/>
              </a:rPr>
              <a:t>) est pathognomonique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Une torsion des vaisseaux est en faveur</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 pneumopéritoine est fréquemment associé</a:t>
            </a:r>
          </a:p>
        </p:txBody>
      </p:sp>
    </p:spTree>
    <p:extLst>
      <p:ext uri="{BB962C8B-B14F-4D97-AF65-F5344CB8AC3E}">
        <p14:creationId xmlns:p14="http://schemas.microsoft.com/office/powerpoint/2010/main" val="144726320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47F1E-8502-07AE-FDED-FF28CD6547A1}"/>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7EA4DAF-D0F1-4609-F8FA-C363161EB489}"/>
              </a:ext>
            </a:extLst>
          </p:cNvPr>
          <p:cNvSpPr>
            <a:spLocks noGrp="1"/>
          </p:cNvSpPr>
          <p:nvPr>
            <p:ph idx="1"/>
          </p:nvPr>
        </p:nvSpPr>
        <p:spPr>
          <a:xfrm>
            <a:off x="370392" y="1541145"/>
            <a:ext cx="11597832"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32/ Concernant l’OIA par strangulation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 cliché d’ASP est suffisant pour poser le diagnostic</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Une image d’un arceau unique est évocatrice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Le signe du tourbillon (</a:t>
            </a:r>
            <a:r>
              <a:rPr lang="fr-FR" dirty="0" err="1">
                <a:solidFill>
                  <a:srgbClr val="FF0000"/>
                </a:solidFill>
                <a:latin typeface="Calibri" panose="020F0502020204030204" pitchFamily="34" charset="0"/>
                <a:ea typeface="Calibri" panose="020F0502020204030204" pitchFamily="34" charset="0"/>
                <a:cs typeface="Calibri" panose="020F0502020204030204" pitchFamily="34" charset="0"/>
              </a:rPr>
              <a:t>Whirl</a:t>
            </a: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 </a:t>
            </a:r>
            <a:r>
              <a:rPr lang="fr-FR" dirty="0" err="1">
                <a:solidFill>
                  <a:srgbClr val="FF0000"/>
                </a:solidFill>
                <a:latin typeface="Calibri" panose="020F0502020204030204" pitchFamily="34" charset="0"/>
                <a:ea typeface="Calibri" panose="020F0502020204030204" pitchFamily="34" charset="0"/>
                <a:cs typeface="Calibri" panose="020F0502020204030204" pitchFamily="34" charset="0"/>
              </a:rPr>
              <a:t>Sign</a:t>
            </a: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 est pathognomonique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Une torsion des vaisseaux est en faveur</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 pneumopéritoine est fréquemment associé</a:t>
            </a:r>
          </a:p>
        </p:txBody>
      </p:sp>
    </p:spTree>
    <p:extLst>
      <p:ext uri="{BB962C8B-B14F-4D97-AF65-F5344CB8AC3E}">
        <p14:creationId xmlns:p14="http://schemas.microsoft.com/office/powerpoint/2010/main" val="333283319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7BC6C-1906-B471-4E5C-964F7C90F8DF}"/>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3170D88-FBFA-342A-E7A1-CC3C8994E4CA}"/>
              </a:ext>
            </a:extLst>
          </p:cNvPr>
          <p:cNvSpPr>
            <a:spLocks noGrp="1"/>
          </p:cNvSpPr>
          <p:nvPr>
            <p:ph idx="1"/>
          </p:nvPr>
        </p:nvSpPr>
        <p:spPr>
          <a:xfrm>
            <a:off x="370392" y="1541145"/>
            <a:ext cx="11597832" cy="3406775"/>
          </a:xfrm>
        </p:spPr>
        <p:txBody>
          <a:bodyPr anchor="ctr" anchorCtr="0">
            <a:normAutofit fontScale="925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33/ Concernant l’anse sentinelle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Elle oriente vers le caractère fonctionnel de l’OIA</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Son siège oriente vers la pathologie primitive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Elle correspond à une bulle gazeuse localisée au niveau d’un segment d’anse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Elle correspond au sommet d’un arceau volumineux unique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Elle est souvent associée à un épanchement dans les gouttières </a:t>
            </a:r>
            <a:r>
              <a:rPr lang="fr-FR" dirty="0" err="1">
                <a:latin typeface="Calibri" panose="020F0502020204030204" pitchFamily="34" charset="0"/>
                <a:ea typeface="Calibri" panose="020F0502020204030204" pitchFamily="34" charset="0"/>
                <a:cs typeface="Calibri" panose="020F0502020204030204" pitchFamily="34" charset="0"/>
              </a:rPr>
              <a:t>pariéto</a:t>
            </a:r>
            <a:r>
              <a:rPr lang="fr-FR" dirty="0">
                <a:latin typeface="Calibri" panose="020F0502020204030204" pitchFamily="34" charset="0"/>
                <a:ea typeface="Calibri" panose="020F0502020204030204" pitchFamily="34" charset="0"/>
                <a:cs typeface="Calibri" panose="020F0502020204030204" pitchFamily="34" charset="0"/>
              </a:rPr>
              <a:t>-coliques</a:t>
            </a:r>
          </a:p>
        </p:txBody>
      </p:sp>
    </p:spTree>
    <p:extLst>
      <p:ext uri="{BB962C8B-B14F-4D97-AF65-F5344CB8AC3E}">
        <p14:creationId xmlns:p14="http://schemas.microsoft.com/office/powerpoint/2010/main" val="173894048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F6B6F-BF89-E1E6-2045-4D4D9AE65AA4}"/>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EAFFF928-253C-358D-1E4F-98390500BFCF}"/>
              </a:ext>
            </a:extLst>
          </p:cNvPr>
          <p:cNvSpPr>
            <a:spLocks noGrp="1"/>
          </p:cNvSpPr>
          <p:nvPr>
            <p:ph idx="1"/>
          </p:nvPr>
        </p:nvSpPr>
        <p:spPr>
          <a:xfrm>
            <a:off x="370392" y="1541145"/>
            <a:ext cx="11597832" cy="3406775"/>
          </a:xfrm>
        </p:spPr>
        <p:txBody>
          <a:bodyPr anchor="ctr" anchorCtr="0">
            <a:normAutofit fontScale="925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33/ Concernant l’anse sentinelle :</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Elle oriente vers le caractère fonctionnel de l’OIA</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Son siège oriente vers la pathologie primitive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Elle correspond à une bulle gazeuse localisée au niveau d’un segment d’anse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Elle correspond au sommet d’un arceau volumineux unique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Elle est souvent associée à un épanchement dans les gouttières </a:t>
            </a:r>
            <a:r>
              <a:rPr lang="fr-FR" dirty="0" err="1">
                <a:latin typeface="Calibri" panose="020F0502020204030204" pitchFamily="34" charset="0"/>
                <a:ea typeface="Calibri" panose="020F0502020204030204" pitchFamily="34" charset="0"/>
                <a:cs typeface="Calibri" panose="020F0502020204030204" pitchFamily="34" charset="0"/>
              </a:rPr>
              <a:t>pariéto</a:t>
            </a:r>
            <a:r>
              <a:rPr lang="fr-FR" dirty="0">
                <a:latin typeface="Calibri" panose="020F0502020204030204" pitchFamily="34" charset="0"/>
                <a:ea typeface="Calibri" panose="020F0502020204030204" pitchFamily="34" charset="0"/>
                <a:cs typeface="Calibri" panose="020F0502020204030204" pitchFamily="34" charset="0"/>
              </a:rPr>
              <a:t>-coliques</a:t>
            </a:r>
          </a:p>
        </p:txBody>
      </p:sp>
    </p:spTree>
    <p:extLst>
      <p:ext uri="{BB962C8B-B14F-4D97-AF65-F5344CB8AC3E}">
        <p14:creationId xmlns:p14="http://schemas.microsoft.com/office/powerpoint/2010/main" val="393651931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5A6F2-3621-1C22-2E99-425D0C431AC2}"/>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D7AD7ABA-7DAE-C9B6-84AF-3D089A9448C9}"/>
              </a:ext>
            </a:extLst>
          </p:cNvPr>
          <p:cNvSpPr>
            <a:spLocks noGrp="1"/>
          </p:cNvSpPr>
          <p:nvPr>
            <p:ph idx="1"/>
          </p:nvPr>
        </p:nvSpPr>
        <p:spPr>
          <a:xfrm>
            <a:off x="370392" y="1541145"/>
            <a:ext cx="11597832"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34/ Concernant l’OIA sur bride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C’est la cause la plus fréquente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Des antécédents de chirurgie abdominale sont fréquemment retrouvés</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 mécanisme lésionnel est la strangulation</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Les NHA sont multiples et centraux</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 cliché d’ASP est suffisant pour planifier la PEC thérapeutique</a:t>
            </a:r>
          </a:p>
        </p:txBody>
      </p:sp>
    </p:spTree>
    <p:extLst>
      <p:ext uri="{BB962C8B-B14F-4D97-AF65-F5344CB8AC3E}">
        <p14:creationId xmlns:p14="http://schemas.microsoft.com/office/powerpoint/2010/main" val="166697145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7D0B1-037A-A31D-1E0F-CE0CB3EF931D}"/>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7F0C7E83-7FFD-C8AC-120B-F9443586468C}"/>
              </a:ext>
            </a:extLst>
          </p:cNvPr>
          <p:cNvSpPr>
            <a:spLocks noGrp="1"/>
          </p:cNvSpPr>
          <p:nvPr>
            <p:ph idx="1"/>
          </p:nvPr>
        </p:nvSpPr>
        <p:spPr>
          <a:xfrm>
            <a:off x="370392" y="1541145"/>
            <a:ext cx="11597832"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34/ Concernant l’OIA sur bride :</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C’est la cause la plus fréquente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Des antécédents de chirurgie abdominale sont fréquemment retrouvés</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 mécanisme lésionnel est la strangulation</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Les NHA sont multiples et centraux</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 cliché d’ASP est suffisant pour planifier la PEC thérapeutique</a:t>
            </a:r>
          </a:p>
        </p:txBody>
      </p:sp>
    </p:spTree>
    <p:extLst>
      <p:ext uri="{BB962C8B-B14F-4D97-AF65-F5344CB8AC3E}">
        <p14:creationId xmlns:p14="http://schemas.microsoft.com/office/powerpoint/2010/main" val="226329922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9E4F1-524E-5B77-92FC-1E347D421494}"/>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2625B2DC-18AF-5ECA-E98C-E09C97AB2690}"/>
              </a:ext>
            </a:extLst>
          </p:cNvPr>
          <p:cNvSpPr>
            <a:spLocks noGrp="1"/>
          </p:cNvSpPr>
          <p:nvPr>
            <p:ph idx="1"/>
          </p:nvPr>
        </p:nvSpPr>
        <p:spPr>
          <a:xfrm>
            <a:off x="370392" y="1541145"/>
            <a:ext cx="11597832" cy="3406775"/>
          </a:xfrm>
        </p:spPr>
        <p:txBody>
          <a:bodyPr anchor="ctr" anchorCtr="0">
            <a:normAutofit lnSpcReduction="100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35/ Parmi les étiologies suivantes, lesquelles peuvent causer une OIA par obstruction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Carcinose péritonéale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Diverticule duodénal</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Hématome de la paroi intestinale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Maladie de Crohn</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Iléus biliaire</a:t>
            </a:r>
          </a:p>
        </p:txBody>
      </p:sp>
    </p:spTree>
    <p:extLst>
      <p:ext uri="{BB962C8B-B14F-4D97-AF65-F5344CB8AC3E}">
        <p14:creationId xmlns:p14="http://schemas.microsoft.com/office/powerpoint/2010/main" val="36200349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0306F-6358-7854-CAFD-E09739E40C5F}"/>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E2596EA8-5D0E-DDA3-9042-6401DEF73ECE}"/>
              </a:ext>
            </a:extLst>
          </p:cNvPr>
          <p:cNvSpPr>
            <a:spLocks noGrp="1"/>
          </p:cNvSpPr>
          <p:nvPr>
            <p:ph idx="1"/>
          </p:nvPr>
        </p:nvSpPr>
        <p:spPr>
          <a:xfrm>
            <a:off x="370392" y="1541145"/>
            <a:ext cx="11597832" cy="3406775"/>
          </a:xfrm>
        </p:spPr>
        <p:txBody>
          <a:bodyPr anchor="ctr" anchorCtr="0">
            <a:normAutofit lnSpcReduction="100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35/ Parmi les étiologies suivantes, lesquelles peuvent causer une OIA par obstruction :</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Carcinose péritonéale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Diverticule duodénal</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Hématome de la paroi intestinale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Maladie de Crohn</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Iléus biliaire</a:t>
            </a:r>
          </a:p>
        </p:txBody>
      </p:sp>
    </p:spTree>
    <p:extLst>
      <p:ext uri="{BB962C8B-B14F-4D97-AF65-F5344CB8AC3E}">
        <p14:creationId xmlns:p14="http://schemas.microsoft.com/office/powerpoint/2010/main" val="39442766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AD6A7-D6CD-A195-16DB-007807D11245}"/>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0B0BCA78-9ADB-BBBD-3A4A-4D69EBE504CD}"/>
              </a:ext>
            </a:extLst>
          </p:cNvPr>
          <p:cNvSpPr>
            <a:spLocks noGrp="1"/>
          </p:cNvSpPr>
          <p:nvPr>
            <p:ph idx="1"/>
          </p:nvPr>
        </p:nvSpPr>
        <p:spPr>
          <a:xfrm>
            <a:off x="370392" y="1541145"/>
            <a:ext cx="11597832"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36/ Parmi les éléments suivants, lesquels sont en faveur d’un iléus biliaire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Antécédents de colique hépatique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Image de clarté se projetant en regard du carrefour iléo-caecal</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Aérobilie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Épanchement péri-hépatique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Aéroportie</a:t>
            </a:r>
          </a:p>
        </p:txBody>
      </p:sp>
    </p:spTree>
    <p:extLst>
      <p:ext uri="{BB962C8B-B14F-4D97-AF65-F5344CB8AC3E}">
        <p14:creationId xmlns:p14="http://schemas.microsoft.com/office/powerpoint/2010/main" val="137767769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CE7EF-B910-BA3D-451B-775D30E4E35D}"/>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C74103DC-4EA8-348D-0F6D-C06DDB8322BC}"/>
              </a:ext>
            </a:extLst>
          </p:cNvPr>
          <p:cNvSpPr>
            <a:spLocks noGrp="1"/>
          </p:cNvSpPr>
          <p:nvPr>
            <p:ph idx="1"/>
          </p:nvPr>
        </p:nvSpPr>
        <p:spPr>
          <a:xfrm>
            <a:off x="370392" y="1541145"/>
            <a:ext cx="11597832"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36/ Parmi les éléments suivants, lesquels sont en faveur d’un iléus biliaire :</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Antécédents de colique hépatique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Image de clarté se projetant en regard du carrefour iléo-caecal</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Aérobilie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Épanchement péri-hépatique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Aéroportie</a:t>
            </a:r>
          </a:p>
        </p:txBody>
      </p:sp>
    </p:spTree>
    <p:extLst>
      <p:ext uri="{BB962C8B-B14F-4D97-AF65-F5344CB8AC3E}">
        <p14:creationId xmlns:p14="http://schemas.microsoft.com/office/powerpoint/2010/main" val="94683963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E097A-F7BD-7B3B-325B-B8DDB2B01C33}"/>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CFA05559-EA58-A12B-D38B-9CF10AB69637}"/>
              </a:ext>
            </a:extLst>
          </p:cNvPr>
          <p:cNvSpPr>
            <a:spLocks noGrp="1"/>
          </p:cNvSpPr>
          <p:nvPr>
            <p:ph idx="1"/>
          </p:nvPr>
        </p:nvSpPr>
        <p:spPr>
          <a:xfrm>
            <a:off x="370392" y="1541145"/>
            <a:ext cx="11597832" cy="3406775"/>
          </a:xfrm>
        </p:spPr>
        <p:txBody>
          <a:bodyPr anchor="ctr" anchorCtr="0">
            <a:normAutofit lnSpcReduction="100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37/ Concernant l’invagination intestinale aigüe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L’échographie abdominale est l’examen de choix</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Elle est plus fréquente chez le nourrisson</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 lavement aux hydrosolubles est l’examen de première intention</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L’aspect en « cible » est caractéristique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 scanner abdominal est demandé à la recherche de signes de souffrance digestive</a:t>
            </a:r>
          </a:p>
        </p:txBody>
      </p:sp>
    </p:spTree>
    <p:extLst>
      <p:ext uri="{BB962C8B-B14F-4D97-AF65-F5344CB8AC3E}">
        <p14:creationId xmlns:p14="http://schemas.microsoft.com/office/powerpoint/2010/main" val="138364415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CB456-0094-496B-7306-81DB5DFD6D2F}"/>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0909BA1C-80AD-4D73-5BF6-969ECAB09DE0}"/>
              </a:ext>
            </a:extLst>
          </p:cNvPr>
          <p:cNvSpPr>
            <a:spLocks noGrp="1"/>
          </p:cNvSpPr>
          <p:nvPr>
            <p:ph idx="1"/>
          </p:nvPr>
        </p:nvSpPr>
        <p:spPr>
          <a:xfrm>
            <a:off x="370392" y="1541145"/>
            <a:ext cx="11597832" cy="3406775"/>
          </a:xfrm>
        </p:spPr>
        <p:txBody>
          <a:bodyPr anchor="ctr" anchorCtr="0">
            <a:normAutofit lnSpcReduction="100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37/ Concernant l’invagination intestinale aigüe :</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L’échographie abdominale est l’examen de choix</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Elle est plus fréquente chez le nourrisson</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 lavement aux hydrosolubles est l’examen de première intention</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L’aspect en « cible » est caractéristique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 scanner abdominal est demandé à la recherche de signes de souffrance digestive</a:t>
            </a:r>
          </a:p>
        </p:txBody>
      </p:sp>
    </p:spTree>
    <p:extLst>
      <p:ext uri="{BB962C8B-B14F-4D97-AF65-F5344CB8AC3E}">
        <p14:creationId xmlns:p14="http://schemas.microsoft.com/office/powerpoint/2010/main" val="410340610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1B917-78E0-FA15-7A60-53E0F4744148}"/>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0A85817A-8953-6FC1-1F39-C827C70D6181}"/>
              </a:ext>
            </a:extLst>
          </p:cNvPr>
          <p:cNvSpPr>
            <a:spLocks noGrp="1"/>
          </p:cNvSpPr>
          <p:nvPr>
            <p:ph idx="1"/>
          </p:nvPr>
        </p:nvSpPr>
        <p:spPr>
          <a:xfrm>
            <a:off x="370392" y="1541145"/>
            <a:ext cx="11597832"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38/ Concernant le cancer colo-rectal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C’est la cause la plus fréquente d’occlusion basse par obstruction</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 colon droit est le plus fréquemment concerné</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L’ASP montre une ampoule rectale vide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L’échographie abdominale permet d’apprécier le bilan d’extension</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 caecum &gt; 12cm est un signe de gravité</a:t>
            </a:r>
          </a:p>
        </p:txBody>
      </p:sp>
    </p:spTree>
    <p:extLst>
      <p:ext uri="{BB962C8B-B14F-4D97-AF65-F5344CB8AC3E}">
        <p14:creationId xmlns:p14="http://schemas.microsoft.com/office/powerpoint/2010/main" val="223034555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3665B-588F-2BFA-1B73-05132A449159}"/>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78032FB-A1F0-DE24-F3A7-10A6690356EF}"/>
              </a:ext>
            </a:extLst>
          </p:cNvPr>
          <p:cNvSpPr>
            <a:spLocks noGrp="1"/>
          </p:cNvSpPr>
          <p:nvPr>
            <p:ph idx="1"/>
          </p:nvPr>
        </p:nvSpPr>
        <p:spPr>
          <a:xfrm>
            <a:off x="370392" y="1541145"/>
            <a:ext cx="11597832"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38/ Concernant le cancer colo-rectal :</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C’est la cause la plus fréquente d’occlusion basse par obstruction</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 colon droit est le plus fréquemment concerné</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L’ASP montre une ampoule rectale vide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L’échographie abdominale permet d’apprécier le bilan d’extension</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Un caecum &gt; 12cm est un signe de gravité</a:t>
            </a:r>
          </a:p>
        </p:txBody>
      </p:sp>
    </p:spTree>
    <p:extLst>
      <p:ext uri="{BB962C8B-B14F-4D97-AF65-F5344CB8AC3E}">
        <p14:creationId xmlns:p14="http://schemas.microsoft.com/office/powerpoint/2010/main" val="210898268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3E603-25D2-9355-463F-3AA043B117E7}"/>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42A0C8B1-BBB5-119C-B7F4-B9E883CBD784}"/>
              </a:ext>
            </a:extLst>
          </p:cNvPr>
          <p:cNvSpPr>
            <a:spLocks noGrp="1"/>
          </p:cNvSpPr>
          <p:nvPr>
            <p:ph idx="1"/>
          </p:nvPr>
        </p:nvSpPr>
        <p:spPr>
          <a:xfrm>
            <a:off x="370392" y="1541145"/>
            <a:ext cx="11597832" cy="3406775"/>
          </a:xfrm>
        </p:spPr>
        <p:txBody>
          <a:bodyPr anchor="ctr" anchorCtr="0">
            <a:normAutofit fontScale="92500" lnSpcReduction="100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39/ En faveur d’un volvulus du sigmoïde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Notion d’un dolicho-sigmoïde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Image en grand arceau avec double jambage atteignant l’hypochondre droit sur le cliché d’ASP</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Signe de tourbillon sur le scanner</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Arrêt en bec d’oiseau sur TDM avec opacification</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Epaississement de la paroi du sigmoïde &gt; 3mm</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L’ASP permet de poser le diagnostic dans plus de 75% des cas</a:t>
            </a:r>
          </a:p>
        </p:txBody>
      </p:sp>
    </p:spTree>
    <p:extLst>
      <p:ext uri="{BB962C8B-B14F-4D97-AF65-F5344CB8AC3E}">
        <p14:creationId xmlns:p14="http://schemas.microsoft.com/office/powerpoint/2010/main" val="236685279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44A74-88B4-0F2C-2177-376D060ABB2D}"/>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D893AB2F-7801-60CE-3521-AAE3DF0DE4B8}"/>
              </a:ext>
            </a:extLst>
          </p:cNvPr>
          <p:cNvSpPr>
            <a:spLocks noGrp="1"/>
          </p:cNvSpPr>
          <p:nvPr>
            <p:ph idx="1"/>
          </p:nvPr>
        </p:nvSpPr>
        <p:spPr>
          <a:xfrm>
            <a:off x="370392" y="1541145"/>
            <a:ext cx="11597832" cy="3406775"/>
          </a:xfrm>
        </p:spPr>
        <p:txBody>
          <a:bodyPr anchor="ctr" anchorCtr="0">
            <a:normAutofit fontScale="92500" lnSpcReduction="100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39/ En faveur d’un volvulus du sigmoïde :</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Notion d’un dolicho-sigmoïde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Image en grand arceau avec double jambage atteignant l’hypochondre droit sur le cliché d’ASP</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Signe de tourbillon sur le scanner</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Arrêt en bec d’oiseau sur TDM avec opacification</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Epaississement de la paroi du sigmoïde &gt; 3mm</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L’ASP permet de poser le diagnostic dans plus de 75% des cas</a:t>
            </a:r>
          </a:p>
        </p:txBody>
      </p:sp>
    </p:spTree>
    <p:extLst>
      <p:ext uri="{BB962C8B-B14F-4D97-AF65-F5344CB8AC3E}">
        <p14:creationId xmlns:p14="http://schemas.microsoft.com/office/powerpoint/2010/main" val="274041574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15171-4A27-A3BB-B64D-1DB6D1C14E62}"/>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7AE8767A-9B9E-8F9C-4C63-C6B23937523E}"/>
              </a:ext>
            </a:extLst>
          </p:cNvPr>
          <p:cNvSpPr>
            <a:spLocks noGrp="1"/>
          </p:cNvSpPr>
          <p:nvPr>
            <p:ph idx="1"/>
          </p:nvPr>
        </p:nvSpPr>
        <p:spPr>
          <a:xfrm>
            <a:off x="370392" y="1541145"/>
            <a:ext cx="11597832" cy="3406775"/>
          </a:xfrm>
        </p:spPr>
        <p:txBody>
          <a:bodyPr anchor="ctr" anchorCtr="0">
            <a:normAutofit lnSpcReduction="100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40/ Les signes radiologiques d’une occlusion par volvulus sont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Signe du tourbillon</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Multiples NHA à prédominance liquide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Hyperhémie du mésentère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 arceau unique sur l’ASP</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Aspect de double jambage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 ou plusieurs tours de spires du mésentère sur le scanner</a:t>
            </a:r>
          </a:p>
        </p:txBody>
      </p:sp>
    </p:spTree>
    <p:extLst>
      <p:ext uri="{BB962C8B-B14F-4D97-AF65-F5344CB8AC3E}">
        <p14:creationId xmlns:p14="http://schemas.microsoft.com/office/powerpoint/2010/main" val="34489105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969D7-29C6-7E79-8404-6F45D2D8CDD8}"/>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E8758162-7C1B-5773-701D-707E64FC632D}"/>
              </a:ext>
            </a:extLst>
          </p:cNvPr>
          <p:cNvSpPr>
            <a:spLocks noGrp="1"/>
          </p:cNvSpPr>
          <p:nvPr>
            <p:ph idx="1"/>
          </p:nvPr>
        </p:nvSpPr>
        <p:spPr>
          <a:xfrm>
            <a:off x="370392" y="1541145"/>
            <a:ext cx="11597832" cy="3406775"/>
          </a:xfrm>
        </p:spPr>
        <p:txBody>
          <a:bodyPr anchor="ctr" anchorCtr="0">
            <a:normAutofit lnSpcReduction="100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40/ Les signes radiologiques d’une occlusion par volvulus sont :</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Signe du tourbillon</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Multiples NHA à prédominance liquide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Hyperhémie du mésentère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Un arceau unique sur l’ASP</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Aspect de double jambage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Un ou plusieurs tours de spires du mésentère sur le scanner</a:t>
            </a:r>
          </a:p>
        </p:txBody>
      </p:sp>
    </p:spTree>
    <p:extLst>
      <p:ext uri="{BB962C8B-B14F-4D97-AF65-F5344CB8AC3E}">
        <p14:creationId xmlns:p14="http://schemas.microsoft.com/office/powerpoint/2010/main" val="361991129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804793-7E64-E058-E395-6F0D18348B6D}"/>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CFA60596-AEEC-0B0D-1745-31A49273E325}"/>
              </a:ext>
            </a:extLst>
          </p:cNvPr>
          <p:cNvSpPr>
            <a:spLocks noGrp="1"/>
          </p:cNvSpPr>
          <p:nvPr>
            <p:ph idx="1"/>
          </p:nvPr>
        </p:nvSpPr>
        <p:spPr>
          <a:xfrm>
            <a:off x="370392" y="1541145"/>
            <a:ext cx="11597832"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41/ Les signes en faveur d’un volvulus su colon droit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Colon droit en position centrale ou dans l’hypochondre gauche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NHA unique, géant et central</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FID déshabitée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Dernière anse iléale en place, normalement aérée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Signe du tourbillon</a:t>
            </a:r>
          </a:p>
        </p:txBody>
      </p:sp>
    </p:spTree>
    <p:extLst>
      <p:ext uri="{BB962C8B-B14F-4D97-AF65-F5344CB8AC3E}">
        <p14:creationId xmlns:p14="http://schemas.microsoft.com/office/powerpoint/2010/main" val="119373012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7B367-3960-E96F-29EA-934D6E468C4B}"/>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3D891861-4E3D-7E2D-FABC-94C2CF8A636A}"/>
              </a:ext>
            </a:extLst>
          </p:cNvPr>
          <p:cNvSpPr>
            <a:spLocks noGrp="1"/>
          </p:cNvSpPr>
          <p:nvPr>
            <p:ph idx="1"/>
          </p:nvPr>
        </p:nvSpPr>
        <p:spPr>
          <a:xfrm>
            <a:off x="370392" y="1541145"/>
            <a:ext cx="11597832"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41/ Les signes en faveur d’un volvulus su colon droit :</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Colon droit en position centrale ou dans l’hypochondre gauche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NHA unique, géant et central</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FID déshabitée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Dernière anse iléale en place, normalement aérée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Signe du tourbillon</a:t>
            </a:r>
          </a:p>
        </p:txBody>
      </p:sp>
    </p:spTree>
    <p:extLst>
      <p:ext uri="{BB962C8B-B14F-4D97-AF65-F5344CB8AC3E}">
        <p14:creationId xmlns:p14="http://schemas.microsoft.com/office/powerpoint/2010/main" val="219754126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1CB82-E79C-02BF-7E24-A532087C3614}"/>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18EA08FD-049E-3ECD-8DBD-6AD0A6BEFEB5}"/>
              </a:ext>
            </a:extLst>
          </p:cNvPr>
          <p:cNvSpPr>
            <a:spLocks noGrp="1"/>
          </p:cNvSpPr>
          <p:nvPr>
            <p:ph idx="1"/>
          </p:nvPr>
        </p:nvSpPr>
        <p:spPr>
          <a:xfrm>
            <a:off x="370392" y="1541145"/>
            <a:ext cx="11597832"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42/ Concernant l’occlusion sur bride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 scanner est indispensable au diagnostic</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 mécanisme peut être une strangulation</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Cause rare d’une occlusion haute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Survient le plus souvent après une chirurgie sous </a:t>
            </a:r>
            <a:r>
              <a:rPr lang="fr-FR" dirty="0" err="1">
                <a:latin typeface="Calibri" panose="020F0502020204030204" pitchFamily="34" charset="0"/>
                <a:ea typeface="Calibri" panose="020F0502020204030204" pitchFamily="34" charset="0"/>
                <a:cs typeface="Calibri" panose="020F0502020204030204" pitchFamily="34" charset="0"/>
              </a:rPr>
              <a:t>méso-colique</a:t>
            </a:r>
            <a:endParaRPr lang="fr-FR" dirty="0">
              <a:latin typeface="Calibri" panose="020F0502020204030204" pitchFamily="34" charset="0"/>
              <a:ea typeface="Calibri" panose="020F0502020204030204" pitchFamily="34" charset="0"/>
              <a:cs typeface="Calibri" panose="020F0502020204030204" pitchFamily="34" charset="0"/>
            </a:endParaRP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 mécanisme peut être une obturation</a:t>
            </a:r>
          </a:p>
        </p:txBody>
      </p:sp>
    </p:spTree>
    <p:extLst>
      <p:ext uri="{BB962C8B-B14F-4D97-AF65-F5344CB8AC3E}">
        <p14:creationId xmlns:p14="http://schemas.microsoft.com/office/powerpoint/2010/main" val="12228614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14DEF-CA07-7B78-E682-25639F805F60}"/>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DA3E631C-BDD2-8C96-98B6-BD4173E37DF1}"/>
              </a:ext>
            </a:extLst>
          </p:cNvPr>
          <p:cNvSpPr>
            <a:spLocks noGrp="1"/>
          </p:cNvSpPr>
          <p:nvPr>
            <p:ph idx="1"/>
          </p:nvPr>
        </p:nvSpPr>
        <p:spPr>
          <a:xfrm>
            <a:off x="370392" y="1541145"/>
            <a:ext cx="11597832"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42/ Concernant l’occlusion sur bride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 scanner est indispensable au diagnostic</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Le mécanisme peut être une strangulation</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Cause rare d’une occlusion haute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Survient le plus souvent après une chirurgie sous </a:t>
            </a:r>
            <a:r>
              <a:rPr lang="fr-FR" dirty="0" err="1">
                <a:solidFill>
                  <a:srgbClr val="FF0000"/>
                </a:solidFill>
                <a:latin typeface="Calibri" panose="020F0502020204030204" pitchFamily="34" charset="0"/>
                <a:ea typeface="Calibri" panose="020F0502020204030204" pitchFamily="34" charset="0"/>
                <a:cs typeface="Calibri" panose="020F0502020204030204" pitchFamily="34" charset="0"/>
              </a:rPr>
              <a:t>méso-colique</a:t>
            </a:r>
            <a:endParaRPr lang="fr-FR"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Le mécanisme peut être une obturation</a:t>
            </a:r>
          </a:p>
        </p:txBody>
      </p:sp>
    </p:spTree>
    <p:extLst>
      <p:ext uri="{BB962C8B-B14F-4D97-AF65-F5344CB8AC3E}">
        <p14:creationId xmlns:p14="http://schemas.microsoft.com/office/powerpoint/2010/main" val="118963737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BE6F0-8FFC-232F-EF99-B8157B8F3542}"/>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3FB4E684-F7B6-6424-FF8C-F32C64EA6A27}"/>
              </a:ext>
            </a:extLst>
          </p:cNvPr>
          <p:cNvSpPr>
            <a:spLocks noGrp="1"/>
          </p:cNvSpPr>
          <p:nvPr>
            <p:ph idx="1"/>
          </p:nvPr>
        </p:nvSpPr>
        <p:spPr>
          <a:xfrm>
            <a:off x="370392" y="1541145"/>
            <a:ext cx="11597832"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43/ Le syndrome d’Ogilvie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Distension aérique de l’iléon</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NHA de disposition périphérique à prédominance aérique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Risque de perforation caecale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Cause d’une occlusion mécanique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Trouble de l’innervation intrinsèque de la paroi intestinale</a:t>
            </a:r>
          </a:p>
        </p:txBody>
      </p:sp>
    </p:spTree>
    <p:extLst>
      <p:ext uri="{BB962C8B-B14F-4D97-AF65-F5344CB8AC3E}">
        <p14:creationId xmlns:p14="http://schemas.microsoft.com/office/powerpoint/2010/main" val="413605942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05700-61A9-87B4-5EFB-567505D6882D}"/>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BA3C840-D190-73AD-EB12-C81D52C96D43}"/>
              </a:ext>
            </a:extLst>
          </p:cNvPr>
          <p:cNvSpPr>
            <a:spLocks noGrp="1"/>
          </p:cNvSpPr>
          <p:nvPr>
            <p:ph idx="1"/>
          </p:nvPr>
        </p:nvSpPr>
        <p:spPr>
          <a:xfrm>
            <a:off x="370392" y="1541145"/>
            <a:ext cx="11597832"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43/ Le syndrome d’Ogilvie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Distension aérique de l’iléon</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NHA de disposition périphérique à prédominance aérique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Risque de perforation caecale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Cause d’une occlusion mécanique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Trouble de l’innervation intrinsèque de la paroi intestinale</a:t>
            </a:r>
          </a:p>
        </p:txBody>
      </p:sp>
    </p:spTree>
    <p:extLst>
      <p:ext uri="{BB962C8B-B14F-4D97-AF65-F5344CB8AC3E}">
        <p14:creationId xmlns:p14="http://schemas.microsoft.com/office/powerpoint/2010/main" val="74469757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3D7BC-CCD1-3CE6-6B99-FF870DABFCBF}"/>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A893EAF7-370F-D68C-8ADA-624CC7A6C7CA}"/>
              </a:ext>
            </a:extLst>
          </p:cNvPr>
          <p:cNvSpPr>
            <a:spLocks noGrp="1"/>
          </p:cNvSpPr>
          <p:nvPr>
            <p:ph idx="1"/>
          </p:nvPr>
        </p:nvSpPr>
        <p:spPr>
          <a:xfrm>
            <a:off x="370392" y="1541145"/>
            <a:ext cx="11597832"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43/ Le syndrome d’Ogilvie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Distension aérique de l’iléon</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NHA de disposition périphérique à prédominance aérique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Risque de perforation caecale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Cause d’une occlusion mécanique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Trouble de l’innervation intrinsèque de la paroi intestinale</a:t>
            </a:r>
          </a:p>
        </p:txBody>
      </p:sp>
    </p:spTree>
    <p:extLst>
      <p:ext uri="{BB962C8B-B14F-4D97-AF65-F5344CB8AC3E}">
        <p14:creationId xmlns:p14="http://schemas.microsoft.com/office/powerpoint/2010/main" val="18380674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3DBD9-5834-6702-9118-F88EDE570452}"/>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352D817C-92CF-6FC4-D3E5-553205668585}"/>
              </a:ext>
            </a:extLst>
          </p:cNvPr>
          <p:cNvSpPr>
            <a:spLocks noGrp="1"/>
          </p:cNvSpPr>
          <p:nvPr>
            <p:ph idx="1"/>
          </p:nvPr>
        </p:nvSpPr>
        <p:spPr>
          <a:xfrm>
            <a:off x="370392" y="1541145"/>
            <a:ext cx="11597832"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44/ Les NHA sur le cliché d’ASP au cours d’une occlusion haute proximale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Ils se trouvent au niveau hypochondre gauche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Ils donnent des images en marche d’escaliers</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Les plis intestinaux sont nombreux</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Ils sont disposés horizontalement</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Ils sont bas situés</a:t>
            </a:r>
          </a:p>
        </p:txBody>
      </p:sp>
    </p:spTree>
    <p:extLst>
      <p:ext uri="{BB962C8B-B14F-4D97-AF65-F5344CB8AC3E}">
        <p14:creationId xmlns:p14="http://schemas.microsoft.com/office/powerpoint/2010/main" val="243042065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8F336-848E-B86E-A04D-240F33515A02}"/>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1A31BF30-D11E-E3C5-D0CE-1E0F35BDE4C8}"/>
              </a:ext>
            </a:extLst>
          </p:cNvPr>
          <p:cNvSpPr>
            <a:spLocks noGrp="1"/>
          </p:cNvSpPr>
          <p:nvPr>
            <p:ph idx="1"/>
          </p:nvPr>
        </p:nvSpPr>
        <p:spPr>
          <a:xfrm>
            <a:off x="370392" y="1541145"/>
            <a:ext cx="11597832"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44/ Les NHA sur le cliché d’ASP au cours d’une occlusion haute proximale :</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Ils se trouvent au niveau hypochondre gauche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Ils donnent des images en marche d’escaliers</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Les plis intestinaux sont nombreux</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Ils sont disposés horizontalement</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Ils sont bas situés</a:t>
            </a:r>
          </a:p>
        </p:txBody>
      </p:sp>
    </p:spTree>
    <p:extLst>
      <p:ext uri="{BB962C8B-B14F-4D97-AF65-F5344CB8AC3E}">
        <p14:creationId xmlns:p14="http://schemas.microsoft.com/office/powerpoint/2010/main" val="159222734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D1FCF-8880-41E8-BD1A-9E9123A27F3E}"/>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6DEE1E8-BC1B-8AB0-CAA7-557CB4031888}"/>
              </a:ext>
            </a:extLst>
          </p:cNvPr>
          <p:cNvSpPr>
            <a:spLocks noGrp="1"/>
          </p:cNvSpPr>
          <p:nvPr>
            <p:ph idx="1"/>
          </p:nvPr>
        </p:nvSpPr>
        <p:spPr>
          <a:xfrm>
            <a:off x="370392" y="1541145"/>
            <a:ext cx="11424211" cy="3406775"/>
          </a:xfrm>
        </p:spPr>
        <p:txBody>
          <a:bodyPr anchor="ctr" anchorCtr="0">
            <a:normAutofit lnSpcReduction="100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45/ Un aspect tubulé avec disparition des haustrations coliques est en faveur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RCH</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 volvulus du sigmoïde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Maladie de Hirschsprung</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Colite ischémique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Maladie de Crohn</a:t>
            </a:r>
          </a:p>
        </p:txBody>
      </p:sp>
    </p:spTree>
    <p:extLst>
      <p:ext uri="{BB962C8B-B14F-4D97-AF65-F5344CB8AC3E}">
        <p14:creationId xmlns:p14="http://schemas.microsoft.com/office/powerpoint/2010/main" val="128027102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ADED3-B2FB-7CD5-57F4-706B39E9B2C6}"/>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5037E6B-BCEB-9B52-CADD-10FF4D07EDBD}"/>
              </a:ext>
            </a:extLst>
          </p:cNvPr>
          <p:cNvSpPr>
            <a:spLocks noGrp="1"/>
          </p:cNvSpPr>
          <p:nvPr>
            <p:ph idx="1"/>
          </p:nvPr>
        </p:nvSpPr>
        <p:spPr>
          <a:xfrm>
            <a:off x="370392" y="1541145"/>
            <a:ext cx="11424211" cy="3406775"/>
          </a:xfrm>
        </p:spPr>
        <p:txBody>
          <a:bodyPr anchor="ctr" anchorCtr="0">
            <a:normAutofit lnSpcReduction="100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45/ Un aspect tubulé avec disparition des haustrations coliques est en faveur :</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RCH</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 volvulus du sigmoïde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Maladie de Hirschsprung</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Colite ischémique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Maladie de Crohn</a:t>
            </a:r>
          </a:p>
        </p:txBody>
      </p:sp>
    </p:spTree>
    <p:extLst>
      <p:ext uri="{BB962C8B-B14F-4D97-AF65-F5344CB8AC3E}">
        <p14:creationId xmlns:p14="http://schemas.microsoft.com/office/powerpoint/2010/main" val="1341845390"/>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167</TotalTime>
  <Words>6903</Words>
  <Application>Microsoft Office PowerPoint</Application>
  <PresentationFormat>Grand écran</PresentationFormat>
  <Paragraphs>711</Paragraphs>
  <Slides>98</Slides>
  <Notes>27</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98</vt:i4>
      </vt:variant>
    </vt:vector>
  </HeadingPairs>
  <TitlesOfParts>
    <vt:vector size="105" baseType="lpstr">
      <vt:lpstr>Aptos</vt:lpstr>
      <vt:lpstr>Aptos Display</vt:lpstr>
      <vt:lpstr>Arial</vt:lpstr>
      <vt:lpstr>Calibri</vt:lpstr>
      <vt:lpstr>Times New Roman</vt:lpstr>
      <vt:lpstr>Wingdings</vt:lpstr>
      <vt:lpstr>Thème Office</vt:lpstr>
      <vt:lpstr>Présentation PowerPoint</vt:lpstr>
      <vt:lpstr>Occlusions intestinales aigües</vt:lpstr>
      <vt:lpstr>ASP : DIAGNOSTIC POSITIF</vt:lpstr>
      <vt:lpstr>ASP : DIAGNOSTIC POSITIF</vt:lpstr>
      <vt:lpstr>Mais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zied.kammoun</dc:creator>
  <cp:lastModifiedBy>zied.kammoun</cp:lastModifiedBy>
  <cp:revision>1</cp:revision>
  <dcterms:created xsi:type="dcterms:W3CDTF">2025-09-30T22:37:59Z</dcterms:created>
  <dcterms:modified xsi:type="dcterms:W3CDTF">2025-10-13T11:25:12Z</dcterms:modified>
</cp:coreProperties>
</file>